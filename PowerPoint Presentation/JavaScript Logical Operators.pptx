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4"/>
    <p:sldMasterId id="2147483836" r:id="rId5"/>
  </p:sldMasterIdLst>
  <p:notesMasterIdLst>
    <p:notesMasterId r:id="rId25"/>
  </p:notesMasterIdLst>
  <p:sldIdLst>
    <p:sldId id="401" r:id="rId6"/>
    <p:sldId id="257" r:id="rId7"/>
    <p:sldId id="259" r:id="rId8"/>
    <p:sldId id="258" r:id="rId9"/>
    <p:sldId id="260" r:id="rId10"/>
    <p:sldId id="261" r:id="rId11"/>
    <p:sldId id="267" r:id="rId12"/>
    <p:sldId id="410" r:id="rId13"/>
    <p:sldId id="411" r:id="rId14"/>
    <p:sldId id="412" r:id="rId15"/>
    <p:sldId id="268" r:id="rId16"/>
    <p:sldId id="413" r:id="rId17"/>
    <p:sldId id="414" r:id="rId18"/>
    <p:sldId id="415" r:id="rId19"/>
    <p:sldId id="416" r:id="rId20"/>
    <p:sldId id="269" r:id="rId21"/>
    <p:sldId id="417" r:id="rId22"/>
    <p:sldId id="418"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672" userDrawn="1">
          <p15:clr>
            <a:srgbClr val="A4A3A4"/>
          </p15:clr>
        </p15:guide>
        <p15:guide id="3" pos="7008" userDrawn="1">
          <p15:clr>
            <a:srgbClr val="A4A3A4"/>
          </p15:clr>
        </p15:guide>
        <p15:guide id="4" orient="horz" pos="182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208" autoAdjust="0"/>
  </p:normalViewPr>
  <p:slideViewPr>
    <p:cSldViewPr snapToGrid="0">
      <p:cViewPr varScale="1">
        <p:scale>
          <a:sx n="78" d="100"/>
          <a:sy n="78" d="100"/>
        </p:scale>
        <p:origin x="878" y="72"/>
      </p:cViewPr>
      <p:guideLst>
        <p:guide orient="horz" pos="2160"/>
        <p:guide pos="672"/>
        <p:guide pos="7008"/>
        <p:guide orient="horz" pos="1824"/>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0B616-BCB2-4E7C-BAA6-B90DF21B9EDF}" type="datetimeFigureOut">
              <a:rPr lang="en-US" smtClean="0"/>
              <a:t>11/15/2024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0EDF81-139F-488C-872B-4720FBA6BF98}" type="slidenum">
              <a:rPr lang="en-US" smtClean="0"/>
              <a:t>‹#›</a:t>
            </a:fld>
            <a:endParaRPr lang="en-US" dirty="0"/>
          </a:p>
        </p:txBody>
      </p:sp>
    </p:spTree>
    <p:extLst>
      <p:ext uri="{BB962C8B-B14F-4D97-AF65-F5344CB8AC3E}">
        <p14:creationId xmlns:p14="http://schemas.microsoft.com/office/powerpoint/2010/main" val="3464707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715158DF-2C56-472E-AC48-47E20552FA19}"/>
              </a:ext>
            </a:extLst>
          </p:cNvPr>
          <p:cNvSpPr/>
          <p:nvPr userDrawn="1"/>
        </p:nvSpPr>
        <p:spPr>
          <a:xfrm>
            <a:off x="-1" y="0"/>
            <a:ext cx="7824084" cy="6858000"/>
          </a:xfrm>
          <a:custGeom>
            <a:avLst/>
            <a:gdLst>
              <a:gd name="connsiteX0" fmla="*/ 0 w 7534656"/>
              <a:gd name="connsiteY0" fmla="*/ 0 h 6858000"/>
              <a:gd name="connsiteX1" fmla="*/ 234679 w 7534656"/>
              <a:gd name="connsiteY1" fmla="*/ 0 h 6858000"/>
              <a:gd name="connsiteX2" fmla="*/ 2022952 w 7534656"/>
              <a:gd name="connsiteY2" fmla="*/ 0 h 6858000"/>
              <a:gd name="connsiteX3" fmla="*/ 2238233 w 7534656"/>
              <a:gd name="connsiteY3" fmla="*/ 0 h 6858000"/>
              <a:gd name="connsiteX4" fmla="*/ 3114003 w 7534656"/>
              <a:gd name="connsiteY4" fmla="*/ 0 h 6858000"/>
              <a:gd name="connsiteX5" fmla="*/ 6526057 w 7534656"/>
              <a:gd name="connsiteY5" fmla="*/ 0 h 6858000"/>
              <a:gd name="connsiteX6" fmla="*/ 6223681 w 7534656"/>
              <a:gd name="connsiteY6" fmla="*/ 110269 h 6858000"/>
              <a:gd name="connsiteX7" fmla="*/ 6267294 w 7534656"/>
              <a:gd name="connsiteY7" fmla="*/ 135168 h 6858000"/>
              <a:gd name="connsiteX8" fmla="*/ 6528964 w 7534656"/>
              <a:gd name="connsiteY8" fmla="*/ 71141 h 6858000"/>
              <a:gd name="connsiteX9" fmla="*/ 6581298 w 7534656"/>
              <a:gd name="connsiteY9" fmla="*/ 88927 h 6858000"/>
              <a:gd name="connsiteX10" fmla="*/ 6555131 w 7534656"/>
              <a:gd name="connsiteY10" fmla="*/ 163625 h 6858000"/>
              <a:gd name="connsiteX11" fmla="*/ 6441741 w 7534656"/>
              <a:gd name="connsiteY11" fmla="*/ 192082 h 6858000"/>
              <a:gd name="connsiteX12" fmla="*/ 6264386 w 7534656"/>
              <a:gd name="connsiteY12" fmla="*/ 373491 h 6858000"/>
              <a:gd name="connsiteX13" fmla="*/ 6531872 w 7534656"/>
              <a:gd name="connsiteY13" fmla="*/ 352148 h 6858000"/>
              <a:gd name="connsiteX14" fmla="*/ 6578391 w 7534656"/>
              <a:gd name="connsiteY14" fmla="*/ 394834 h 6858000"/>
              <a:gd name="connsiteX15" fmla="*/ 6595836 w 7534656"/>
              <a:gd name="connsiteY15" fmla="*/ 451747 h 6858000"/>
              <a:gd name="connsiteX16" fmla="*/ 6674337 w 7534656"/>
              <a:gd name="connsiteY16" fmla="*/ 359262 h 6858000"/>
              <a:gd name="connsiteX17" fmla="*/ 6741209 w 7534656"/>
              <a:gd name="connsiteY17" fmla="*/ 334364 h 6858000"/>
              <a:gd name="connsiteX18" fmla="*/ 6761561 w 7534656"/>
              <a:gd name="connsiteY18" fmla="*/ 416176 h 6858000"/>
              <a:gd name="connsiteX19" fmla="*/ 6700505 w 7534656"/>
              <a:gd name="connsiteY19" fmla="*/ 505101 h 6858000"/>
              <a:gd name="connsiteX20" fmla="*/ 6537687 w 7534656"/>
              <a:gd name="connsiteY20" fmla="*/ 558458 h 6858000"/>
              <a:gd name="connsiteX21" fmla="*/ 6712134 w 7534656"/>
              <a:gd name="connsiteY21" fmla="*/ 558458 h 6858000"/>
              <a:gd name="connsiteX22" fmla="*/ 6912748 w 7534656"/>
              <a:gd name="connsiteY22" fmla="*/ 522887 h 6858000"/>
              <a:gd name="connsiteX23" fmla="*/ 7124992 w 7534656"/>
              <a:gd name="connsiteY23" fmla="*/ 533558 h 6858000"/>
              <a:gd name="connsiteX24" fmla="*/ 7325607 w 7534656"/>
              <a:gd name="connsiteY24" fmla="*/ 462417 h 6858000"/>
              <a:gd name="connsiteX25" fmla="*/ 7529129 w 7534656"/>
              <a:gd name="connsiteY25" fmla="*/ 465975 h 6858000"/>
              <a:gd name="connsiteX26" fmla="*/ 6627818 w 7534656"/>
              <a:gd name="connsiteY26" fmla="*/ 910606 h 6858000"/>
              <a:gd name="connsiteX27" fmla="*/ 6671430 w 7534656"/>
              <a:gd name="connsiteY27" fmla="*/ 921277 h 6858000"/>
              <a:gd name="connsiteX28" fmla="*/ 6729579 w 7534656"/>
              <a:gd name="connsiteY28" fmla="*/ 949734 h 6858000"/>
              <a:gd name="connsiteX29" fmla="*/ 6685967 w 7534656"/>
              <a:gd name="connsiteY29" fmla="*/ 1006647 h 6858000"/>
              <a:gd name="connsiteX30" fmla="*/ 6450463 w 7534656"/>
              <a:gd name="connsiteY30" fmla="*/ 1113358 h 6858000"/>
              <a:gd name="connsiteX31" fmla="*/ 6392314 w 7534656"/>
              <a:gd name="connsiteY31" fmla="*/ 1220069 h 6858000"/>
              <a:gd name="connsiteX32" fmla="*/ 6465001 w 7534656"/>
              <a:gd name="connsiteY32" fmla="*/ 1209399 h 6858000"/>
              <a:gd name="connsiteX33" fmla="*/ 6528964 w 7534656"/>
              <a:gd name="connsiteY33" fmla="*/ 1230741 h 6858000"/>
              <a:gd name="connsiteX34" fmla="*/ 6502798 w 7534656"/>
              <a:gd name="connsiteY34" fmla="*/ 1365909 h 6858000"/>
              <a:gd name="connsiteX35" fmla="*/ 6168440 w 7534656"/>
              <a:gd name="connsiteY35" fmla="*/ 1540204 h 6858000"/>
              <a:gd name="connsiteX36" fmla="*/ 6139366 w 7534656"/>
              <a:gd name="connsiteY36" fmla="*/ 1597117 h 6858000"/>
              <a:gd name="connsiteX37" fmla="*/ 6180070 w 7534656"/>
              <a:gd name="connsiteY37" fmla="*/ 1636245 h 6858000"/>
              <a:gd name="connsiteX38" fmla="*/ 6287645 w 7534656"/>
              <a:gd name="connsiteY38" fmla="*/ 1657587 h 6858000"/>
              <a:gd name="connsiteX39" fmla="*/ 6136458 w 7534656"/>
              <a:gd name="connsiteY39" fmla="*/ 1849668 h 6858000"/>
              <a:gd name="connsiteX40" fmla="*/ 6081216 w 7534656"/>
              <a:gd name="connsiteY40" fmla="*/ 1903025 h 6858000"/>
              <a:gd name="connsiteX41" fmla="*/ 5985270 w 7534656"/>
              <a:gd name="connsiteY41" fmla="*/ 1984836 h 6858000"/>
              <a:gd name="connsiteX42" fmla="*/ 5985270 w 7534656"/>
              <a:gd name="connsiteY42" fmla="*/ 2013292 h 6858000"/>
              <a:gd name="connsiteX43" fmla="*/ 6113198 w 7534656"/>
              <a:gd name="connsiteY43" fmla="*/ 2102219 h 6858000"/>
              <a:gd name="connsiteX44" fmla="*/ 6345795 w 7534656"/>
              <a:gd name="connsiteY44" fmla="*/ 2077320 h 6858000"/>
              <a:gd name="connsiteX45" fmla="*/ 6002715 w 7534656"/>
              <a:gd name="connsiteY45" fmla="*/ 2208931 h 6858000"/>
              <a:gd name="connsiteX46" fmla="*/ 7113363 w 7534656"/>
              <a:gd name="connsiteY46" fmla="*/ 1892353 h 6858000"/>
              <a:gd name="connsiteX47" fmla="*/ 7043584 w 7534656"/>
              <a:gd name="connsiteY47" fmla="*/ 1974165 h 6858000"/>
              <a:gd name="connsiteX48" fmla="*/ 6653985 w 7534656"/>
              <a:gd name="connsiteY48" fmla="*/ 2191146 h 6858000"/>
              <a:gd name="connsiteX49" fmla="*/ 6543502 w 7534656"/>
              <a:gd name="connsiteY49" fmla="*/ 2326314 h 6858000"/>
              <a:gd name="connsiteX50" fmla="*/ 6427203 w 7534656"/>
              <a:gd name="connsiteY50" fmla="*/ 2401012 h 6858000"/>
              <a:gd name="connsiteX51" fmla="*/ 6264386 w 7534656"/>
              <a:gd name="connsiteY51" fmla="*/ 2401012 h 6858000"/>
              <a:gd name="connsiteX52" fmla="*/ 6148088 w 7534656"/>
              <a:gd name="connsiteY52" fmla="*/ 2518395 h 6858000"/>
              <a:gd name="connsiteX53" fmla="*/ 6267294 w 7534656"/>
              <a:gd name="connsiteY53" fmla="*/ 2543294 h 6858000"/>
              <a:gd name="connsiteX54" fmla="*/ 6406851 w 7534656"/>
              <a:gd name="connsiteY54" fmla="*/ 2525509 h 6858000"/>
              <a:gd name="connsiteX55" fmla="*/ 6563854 w 7534656"/>
              <a:gd name="connsiteY55" fmla="*/ 2564636 h 6858000"/>
              <a:gd name="connsiteX56" fmla="*/ 6709227 w 7534656"/>
              <a:gd name="connsiteY56" fmla="*/ 2532623 h 6858000"/>
              <a:gd name="connsiteX57" fmla="*/ 6883674 w 7534656"/>
              <a:gd name="connsiteY57" fmla="*/ 2553965 h 6858000"/>
              <a:gd name="connsiteX58" fmla="*/ 6938916 w 7534656"/>
              <a:gd name="connsiteY58" fmla="*/ 2692689 h 6858000"/>
              <a:gd name="connsiteX59" fmla="*/ 6956360 w 7534656"/>
              <a:gd name="connsiteY59" fmla="*/ 2703362 h 6858000"/>
              <a:gd name="connsiteX60" fmla="*/ 7279088 w 7534656"/>
              <a:gd name="connsiteY60" fmla="*/ 2923898 h 6858000"/>
              <a:gd name="connsiteX61" fmla="*/ 7369219 w 7534656"/>
              <a:gd name="connsiteY61" fmla="*/ 2941684 h 6858000"/>
              <a:gd name="connsiteX62" fmla="*/ 6837155 w 7534656"/>
              <a:gd name="connsiteY62" fmla="*/ 3329402 h 6858000"/>
              <a:gd name="connsiteX63" fmla="*/ 7194772 w 7534656"/>
              <a:gd name="connsiteY63" fmla="*/ 3229805 h 6858000"/>
              <a:gd name="connsiteX64" fmla="*/ 7244198 w 7534656"/>
              <a:gd name="connsiteY64" fmla="*/ 3393429 h 6858000"/>
              <a:gd name="connsiteX65" fmla="*/ 7075566 w 7534656"/>
              <a:gd name="connsiteY65" fmla="*/ 3539269 h 6858000"/>
              <a:gd name="connsiteX66" fmla="*/ 7014509 w 7534656"/>
              <a:gd name="connsiteY66" fmla="*/ 3827390 h 6858000"/>
              <a:gd name="connsiteX67" fmla="*/ 7043584 w 7534656"/>
              <a:gd name="connsiteY67" fmla="*/ 4090612 h 6858000"/>
              <a:gd name="connsiteX68" fmla="*/ 7116270 w 7534656"/>
              <a:gd name="connsiteY68" fmla="*/ 4172424 h 6858000"/>
              <a:gd name="connsiteX69" fmla="*/ 7220938 w 7534656"/>
              <a:gd name="connsiteY69" fmla="*/ 4321821 h 6858000"/>
              <a:gd name="connsiteX70" fmla="*/ 7284903 w 7534656"/>
              <a:gd name="connsiteY70" fmla="*/ 4414305 h 6858000"/>
              <a:gd name="connsiteX71" fmla="*/ 7508777 w 7534656"/>
              <a:gd name="connsiteY71" fmla="*/ 4378734 h 6858000"/>
              <a:gd name="connsiteX72" fmla="*/ 7209309 w 7534656"/>
              <a:gd name="connsiteY72" fmla="*/ 4613499 h 6858000"/>
              <a:gd name="connsiteX73" fmla="*/ 7450627 w 7534656"/>
              <a:gd name="connsiteY73" fmla="*/ 4585042 h 6858000"/>
              <a:gd name="connsiteX74" fmla="*/ 7529129 w 7534656"/>
              <a:gd name="connsiteY74" fmla="*/ 4602828 h 6858000"/>
              <a:gd name="connsiteX75" fmla="*/ 7485517 w 7534656"/>
              <a:gd name="connsiteY75" fmla="*/ 4677526 h 6858000"/>
              <a:gd name="connsiteX76" fmla="*/ 7308162 w 7534656"/>
              <a:gd name="connsiteY76" fmla="*/ 4805580 h 6858000"/>
              <a:gd name="connsiteX77" fmla="*/ 6941823 w 7534656"/>
              <a:gd name="connsiteY77" fmla="*/ 5154171 h 6858000"/>
              <a:gd name="connsiteX78" fmla="*/ 7296533 w 7534656"/>
              <a:gd name="connsiteY78" fmla="*/ 4994104 h 6858000"/>
              <a:gd name="connsiteX79" fmla="*/ 6924378 w 7534656"/>
              <a:gd name="connsiteY79" fmla="*/ 5353367 h 6858000"/>
              <a:gd name="connsiteX80" fmla="*/ 6842970 w 7534656"/>
              <a:gd name="connsiteY80" fmla="*/ 5474306 h 6858000"/>
              <a:gd name="connsiteX81" fmla="*/ 6674337 w 7534656"/>
              <a:gd name="connsiteY81" fmla="*/ 5769542 h 6858000"/>
              <a:gd name="connsiteX82" fmla="*/ 6683059 w 7534656"/>
              <a:gd name="connsiteY82" fmla="*/ 5801555 h 6858000"/>
              <a:gd name="connsiteX83" fmla="*/ 6874952 w 7534656"/>
              <a:gd name="connsiteY83" fmla="*/ 5755314 h 6858000"/>
              <a:gd name="connsiteX84" fmla="*/ 6624910 w 7534656"/>
              <a:gd name="connsiteY84" fmla="*/ 6004307 h 6858000"/>
              <a:gd name="connsiteX85" fmla="*/ 6366147 w 7534656"/>
              <a:gd name="connsiteY85" fmla="*/ 6196388 h 6858000"/>
              <a:gd name="connsiteX86" fmla="*/ 6549317 w 7534656"/>
              <a:gd name="connsiteY86" fmla="*/ 6167932 h 6858000"/>
              <a:gd name="connsiteX87" fmla="*/ 6802265 w 7534656"/>
              <a:gd name="connsiteY87" fmla="*/ 6057663 h 6858000"/>
              <a:gd name="connsiteX88" fmla="*/ 6889489 w 7534656"/>
              <a:gd name="connsiteY88" fmla="*/ 6100347 h 6858000"/>
              <a:gd name="connsiteX89" fmla="*/ 6651077 w 7534656"/>
              <a:gd name="connsiteY89" fmla="*/ 6281757 h 6858000"/>
              <a:gd name="connsiteX90" fmla="*/ 6514427 w 7534656"/>
              <a:gd name="connsiteY90" fmla="*/ 6367127 h 6858000"/>
              <a:gd name="connsiteX91" fmla="*/ 6459185 w 7534656"/>
              <a:gd name="connsiteY91" fmla="*/ 6431153 h 6858000"/>
              <a:gd name="connsiteX92" fmla="*/ 6302183 w 7534656"/>
              <a:gd name="connsiteY92" fmla="*/ 6658805 h 6858000"/>
              <a:gd name="connsiteX93" fmla="*/ 5941659 w 7534656"/>
              <a:gd name="connsiteY93" fmla="*/ 6858000 h 6858000"/>
              <a:gd name="connsiteX94" fmla="*/ 3114003 w 7534656"/>
              <a:gd name="connsiteY94" fmla="*/ 6858000 h 6858000"/>
              <a:gd name="connsiteX95" fmla="*/ 2238233 w 7534656"/>
              <a:gd name="connsiteY95" fmla="*/ 6858000 h 6858000"/>
              <a:gd name="connsiteX96" fmla="*/ 2022952 w 7534656"/>
              <a:gd name="connsiteY96" fmla="*/ 6858000 h 6858000"/>
              <a:gd name="connsiteX97" fmla="*/ 234679 w 7534656"/>
              <a:gd name="connsiteY97" fmla="*/ 6858000 h 6858000"/>
              <a:gd name="connsiteX98" fmla="*/ 0 w 7534656"/>
              <a:gd name="connsiteY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534656" h="6858000">
                <a:moveTo>
                  <a:pt x="0" y="0"/>
                </a:moveTo>
                <a:lnTo>
                  <a:pt x="234679" y="0"/>
                </a:lnTo>
                <a:lnTo>
                  <a:pt x="2022952" y="0"/>
                </a:lnTo>
                <a:lnTo>
                  <a:pt x="2238233" y="0"/>
                </a:lnTo>
                <a:lnTo>
                  <a:pt x="3114003" y="0"/>
                </a:lnTo>
                <a:lnTo>
                  <a:pt x="6526057" y="0"/>
                </a:lnTo>
                <a:cubicBezTo>
                  <a:pt x="6424296" y="35571"/>
                  <a:pt x="6325442" y="78255"/>
                  <a:pt x="6223681" y="110269"/>
                </a:cubicBezTo>
                <a:cubicBezTo>
                  <a:pt x="6238219" y="145839"/>
                  <a:pt x="6252756" y="138725"/>
                  <a:pt x="6267294" y="135168"/>
                </a:cubicBezTo>
                <a:cubicBezTo>
                  <a:pt x="6354517" y="120941"/>
                  <a:pt x="6444648" y="110269"/>
                  <a:pt x="6528964" y="71141"/>
                </a:cubicBezTo>
                <a:cubicBezTo>
                  <a:pt x="6549317" y="64027"/>
                  <a:pt x="6572576" y="64027"/>
                  <a:pt x="6581298" y="88927"/>
                </a:cubicBezTo>
                <a:cubicBezTo>
                  <a:pt x="6595836" y="124497"/>
                  <a:pt x="6575484" y="145839"/>
                  <a:pt x="6555131" y="163625"/>
                </a:cubicBezTo>
                <a:cubicBezTo>
                  <a:pt x="6520242" y="195638"/>
                  <a:pt x="6479538" y="188525"/>
                  <a:pt x="6441741" y="192082"/>
                </a:cubicBezTo>
                <a:cubicBezTo>
                  <a:pt x="6337073" y="209867"/>
                  <a:pt x="6287645" y="259665"/>
                  <a:pt x="6264386" y="373491"/>
                </a:cubicBezTo>
                <a:cubicBezTo>
                  <a:pt x="6354517" y="327250"/>
                  <a:pt x="6444648" y="384162"/>
                  <a:pt x="6531872" y="352148"/>
                </a:cubicBezTo>
                <a:cubicBezTo>
                  <a:pt x="6555131" y="345034"/>
                  <a:pt x="6590021" y="355706"/>
                  <a:pt x="6578391" y="394834"/>
                </a:cubicBezTo>
                <a:cubicBezTo>
                  <a:pt x="6566762" y="430405"/>
                  <a:pt x="6528964" y="458860"/>
                  <a:pt x="6595836" y="451747"/>
                </a:cubicBezTo>
                <a:cubicBezTo>
                  <a:pt x="6645263" y="448189"/>
                  <a:pt x="6659800" y="405504"/>
                  <a:pt x="6674337" y="359262"/>
                </a:cubicBezTo>
                <a:cubicBezTo>
                  <a:pt x="6685967" y="334364"/>
                  <a:pt x="6717949" y="320135"/>
                  <a:pt x="6741209" y="334364"/>
                </a:cubicBezTo>
                <a:cubicBezTo>
                  <a:pt x="6770283" y="348592"/>
                  <a:pt x="6761561" y="387720"/>
                  <a:pt x="6761561" y="416176"/>
                </a:cubicBezTo>
                <a:cubicBezTo>
                  <a:pt x="6764469" y="469532"/>
                  <a:pt x="6741209" y="494431"/>
                  <a:pt x="6700505" y="505101"/>
                </a:cubicBezTo>
                <a:cubicBezTo>
                  <a:pt x="6651077" y="519330"/>
                  <a:pt x="6601651" y="537116"/>
                  <a:pt x="6537687" y="558458"/>
                </a:cubicBezTo>
                <a:cubicBezTo>
                  <a:pt x="6607466" y="594028"/>
                  <a:pt x="6659800" y="586915"/>
                  <a:pt x="6712134" y="558458"/>
                </a:cubicBezTo>
                <a:cubicBezTo>
                  <a:pt x="6776098" y="526444"/>
                  <a:pt x="6860414" y="483759"/>
                  <a:pt x="6912748" y="522887"/>
                </a:cubicBezTo>
                <a:cubicBezTo>
                  <a:pt x="6991249" y="579800"/>
                  <a:pt x="7055213" y="544229"/>
                  <a:pt x="7124992" y="533558"/>
                </a:cubicBezTo>
                <a:cubicBezTo>
                  <a:pt x="7270366" y="512216"/>
                  <a:pt x="7180234" y="480203"/>
                  <a:pt x="7325607" y="462417"/>
                </a:cubicBezTo>
                <a:cubicBezTo>
                  <a:pt x="7383756" y="455303"/>
                  <a:pt x="7444813" y="426847"/>
                  <a:pt x="7529129" y="465975"/>
                </a:cubicBezTo>
                <a:cubicBezTo>
                  <a:pt x="7148252" y="672284"/>
                  <a:pt x="6967990" y="658055"/>
                  <a:pt x="6627818" y="910606"/>
                </a:cubicBezTo>
                <a:cubicBezTo>
                  <a:pt x="6642355" y="935506"/>
                  <a:pt x="6656892" y="924835"/>
                  <a:pt x="6671430" y="921277"/>
                </a:cubicBezTo>
                <a:cubicBezTo>
                  <a:pt x="6694689" y="917720"/>
                  <a:pt x="6723764" y="903491"/>
                  <a:pt x="6729579" y="949734"/>
                </a:cubicBezTo>
                <a:cubicBezTo>
                  <a:pt x="6732487" y="985305"/>
                  <a:pt x="6715041" y="1003089"/>
                  <a:pt x="6685967" y="1006647"/>
                </a:cubicBezTo>
                <a:cubicBezTo>
                  <a:pt x="6601651" y="1020875"/>
                  <a:pt x="6526057" y="1070674"/>
                  <a:pt x="6450463" y="1113358"/>
                </a:cubicBezTo>
                <a:cubicBezTo>
                  <a:pt x="6415574" y="1131144"/>
                  <a:pt x="6377777" y="1156043"/>
                  <a:pt x="6392314" y="1220069"/>
                </a:cubicBezTo>
                <a:cubicBezTo>
                  <a:pt x="6421388" y="1237855"/>
                  <a:pt x="6441741" y="1212955"/>
                  <a:pt x="6465001" y="1209399"/>
                </a:cubicBezTo>
                <a:cubicBezTo>
                  <a:pt x="6488260" y="1205842"/>
                  <a:pt x="6543502" y="1220069"/>
                  <a:pt x="6528964" y="1230741"/>
                </a:cubicBezTo>
                <a:cubicBezTo>
                  <a:pt x="6462093" y="1269868"/>
                  <a:pt x="6584206" y="1365909"/>
                  <a:pt x="6502798" y="1365909"/>
                </a:cubicBezTo>
                <a:cubicBezTo>
                  <a:pt x="6369055" y="1365909"/>
                  <a:pt x="6296368" y="1536647"/>
                  <a:pt x="6168440" y="1540204"/>
                </a:cubicBezTo>
                <a:cubicBezTo>
                  <a:pt x="6148088" y="1540204"/>
                  <a:pt x="6139366" y="1572219"/>
                  <a:pt x="6139366" y="1597117"/>
                </a:cubicBezTo>
                <a:cubicBezTo>
                  <a:pt x="6139366" y="1629132"/>
                  <a:pt x="6159717" y="1632688"/>
                  <a:pt x="6180070" y="1636245"/>
                </a:cubicBezTo>
                <a:cubicBezTo>
                  <a:pt x="6212052" y="1639802"/>
                  <a:pt x="6246941" y="1597117"/>
                  <a:pt x="6287645" y="1657587"/>
                </a:cubicBezTo>
                <a:cubicBezTo>
                  <a:pt x="6212052" y="1693158"/>
                  <a:pt x="6133551" y="1728729"/>
                  <a:pt x="6136458" y="1849668"/>
                </a:cubicBezTo>
                <a:cubicBezTo>
                  <a:pt x="6136458" y="1881683"/>
                  <a:pt x="6104476" y="1895910"/>
                  <a:pt x="6081216" y="1903025"/>
                </a:cubicBezTo>
                <a:cubicBezTo>
                  <a:pt x="6040512" y="1917252"/>
                  <a:pt x="6008530" y="1938595"/>
                  <a:pt x="5985270" y="1984836"/>
                </a:cubicBezTo>
                <a:cubicBezTo>
                  <a:pt x="5985270" y="1995507"/>
                  <a:pt x="5985270" y="2002622"/>
                  <a:pt x="5985270" y="2013292"/>
                </a:cubicBezTo>
                <a:cubicBezTo>
                  <a:pt x="5991085" y="2123562"/>
                  <a:pt x="6049234" y="2120004"/>
                  <a:pt x="6113198" y="2102219"/>
                </a:cubicBezTo>
                <a:cubicBezTo>
                  <a:pt x="6188792" y="2080877"/>
                  <a:pt x="6264386" y="2038192"/>
                  <a:pt x="6345795" y="2077320"/>
                </a:cubicBezTo>
                <a:cubicBezTo>
                  <a:pt x="6232404" y="2130676"/>
                  <a:pt x="6107384" y="2134233"/>
                  <a:pt x="6002715" y="2208931"/>
                </a:cubicBezTo>
                <a:cubicBezTo>
                  <a:pt x="6392314" y="2223159"/>
                  <a:pt x="6735394" y="1984836"/>
                  <a:pt x="7113363" y="1892353"/>
                </a:cubicBezTo>
                <a:cubicBezTo>
                  <a:pt x="7101733" y="1952823"/>
                  <a:pt x="7069751" y="1967051"/>
                  <a:pt x="7043584" y="1974165"/>
                </a:cubicBezTo>
                <a:cubicBezTo>
                  <a:pt x="6904026" y="2020407"/>
                  <a:pt x="6781913" y="2112891"/>
                  <a:pt x="6653985" y="2191146"/>
                </a:cubicBezTo>
                <a:cubicBezTo>
                  <a:pt x="6601651" y="2223159"/>
                  <a:pt x="6563854" y="2258731"/>
                  <a:pt x="6543502" y="2326314"/>
                </a:cubicBezTo>
                <a:cubicBezTo>
                  <a:pt x="6526057" y="2390340"/>
                  <a:pt x="6491167" y="2418796"/>
                  <a:pt x="6427203" y="2401012"/>
                </a:cubicBezTo>
                <a:cubicBezTo>
                  <a:pt x="6374869" y="2386784"/>
                  <a:pt x="6319627" y="2393898"/>
                  <a:pt x="6264386" y="2401012"/>
                </a:cubicBezTo>
                <a:cubicBezTo>
                  <a:pt x="6203330" y="2408126"/>
                  <a:pt x="6133551" y="2479267"/>
                  <a:pt x="6148088" y="2518395"/>
                </a:cubicBezTo>
                <a:cubicBezTo>
                  <a:pt x="6177162" y="2582422"/>
                  <a:pt x="6226589" y="2550408"/>
                  <a:pt x="6267294" y="2543294"/>
                </a:cubicBezTo>
                <a:cubicBezTo>
                  <a:pt x="6316720" y="2536181"/>
                  <a:pt x="6406851" y="2518395"/>
                  <a:pt x="6406851" y="2525509"/>
                </a:cubicBezTo>
                <a:cubicBezTo>
                  <a:pt x="6438834" y="2685576"/>
                  <a:pt x="6511520" y="2564636"/>
                  <a:pt x="6563854" y="2564636"/>
                </a:cubicBezTo>
                <a:cubicBezTo>
                  <a:pt x="6613281" y="2564636"/>
                  <a:pt x="6662707" y="2546851"/>
                  <a:pt x="6709227" y="2532623"/>
                </a:cubicBezTo>
                <a:cubicBezTo>
                  <a:pt x="6770283" y="2514837"/>
                  <a:pt x="6825524" y="2546851"/>
                  <a:pt x="6883674" y="2553965"/>
                </a:cubicBezTo>
                <a:cubicBezTo>
                  <a:pt x="6936008" y="2561080"/>
                  <a:pt x="6906934" y="2653563"/>
                  <a:pt x="6938916" y="2692689"/>
                </a:cubicBezTo>
                <a:cubicBezTo>
                  <a:pt x="6944730" y="2703362"/>
                  <a:pt x="6950545" y="2703362"/>
                  <a:pt x="6956360" y="2703362"/>
                </a:cubicBezTo>
                <a:cubicBezTo>
                  <a:pt x="6973805" y="2980812"/>
                  <a:pt x="7279088" y="2913227"/>
                  <a:pt x="7279088" y="2923898"/>
                </a:cubicBezTo>
                <a:cubicBezTo>
                  <a:pt x="7305255" y="2941684"/>
                  <a:pt x="7337237" y="2899000"/>
                  <a:pt x="7369219" y="2941684"/>
                </a:cubicBezTo>
                <a:cubicBezTo>
                  <a:pt x="7232569" y="3137322"/>
                  <a:pt x="7023231" y="3183563"/>
                  <a:pt x="6837155" y="3329402"/>
                </a:cubicBezTo>
                <a:cubicBezTo>
                  <a:pt x="6991249" y="3379202"/>
                  <a:pt x="7081381" y="3208463"/>
                  <a:pt x="7194772" y="3229805"/>
                </a:cubicBezTo>
                <a:cubicBezTo>
                  <a:pt x="7250013" y="3283162"/>
                  <a:pt x="7084288" y="3368530"/>
                  <a:pt x="7244198" y="3393429"/>
                </a:cubicBezTo>
                <a:cubicBezTo>
                  <a:pt x="7174420" y="3439672"/>
                  <a:pt x="7124992" y="3485914"/>
                  <a:pt x="7075566" y="3539269"/>
                </a:cubicBezTo>
                <a:cubicBezTo>
                  <a:pt x="6991249" y="3635309"/>
                  <a:pt x="6973805" y="3699337"/>
                  <a:pt x="7014509" y="3827390"/>
                </a:cubicBezTo>
                <a:cubicBezTo>
                  <a:pt x="7040677" y="3912759"/>
                  <a:pt x="7078473" y="3991015"/>
                  <a:pt x="7043584" y="4090612"/>
                </a:cubicBezTo>
                <a:cubicBezTo>
                  <a:pt x="7020324" y="4158196"/>
                  <a:pt x="7029047" y="4204438"/>
                  <a:pt x="7116270" y="4172424"/>
                </a:cubicBezTo>
                <a:cubicBezTo>
                  <a:pt x="7209309" y="4140411"/>
                  <a:pt x="7244198" y="4200882"/>
                  <a:pt x="7220938" y="4321821"/>
                </a:cubicBezTo>
                <a:cubicBezTo>
                  <a:pt x="7206402" y="4400076"/>
                  <a:pt x="7220938" y="4424975"/>
                  <a:pt x="7284903" y="4414305"/>
                </a:cubicBezTo>
                <a:cubicBezTo>
                  <a:pt x="7354681" y="4403633"/>
                  <a:pt x="7421553" y="4353835"/>
                  <a:pt x="7508777" y="4378734"/>
                </a:cubicBezTo>
                <a:cubicBezTo>
                  <a:pt x="7438998" y="4521016"/>
                  <a:pt x="7290717" y="4478331"/>
                  <a:pt x="7209309" y="4613499"/>
                </a:cubicBezTo>
                <a:cubicBezTo>
                  <a:pt x="7305255" y="4613499"/>
                  <a:pt x="7380849" y="4613499"/>
                  <a:pt x="7450627" y="4585042"/>
                </a:cubicBezTo>
                <a:cubicBezTo>
                  <a:pt x="7479702" y="4574373"/>
                  <a:pt x="7511684" y="4560144"/>
                  <a:pt x="7529129" y="4602828"/>
                </a:cubicBezTo>
                <a:cubicBezTo>
                  <a:pt x="7549482" y="4652628"/>
                  <a:pt x="7508777" y="4670412"/>
                  <a:pt x="7485517" y="4677526"/>
                </a:cubicBezTo>
                <a:cubicBezTo>
                  <a:pt x="7418645" y="4702425"/>
                  <a:pt x="7366312" y="4759339"/>
                  <a:pt x="7308162" y="4805580"/>
                </a:cubicBezTo>
                <a:cubicBezTo>
                  <a:pt x="7183142" y="4905177"/>
                  <a:pt x="7046491" y="4990547"/>
                  <a:pt x="6941823" y="5154171"/>
                </a:cubicBezTo>
                <a:cubicBezTo>
                  <a:pt x="7072659" y="5111487"/>
                  <a:pt x="7171512" y="5011889"/>
                  <a:pt x="7296533" y="4994104"/>
                </a:cubicBezTo>
                <a:cubicBezTo>
                  <a:pt x="7188956" y="5143500"/>
                  <a:pt x="7052306" y="5243097"/>
                  <a:pt x="6924378" y="5353367"/>
                </a:cubicBezTo>
                <a:cubicBezTo>
                  <a:pt x="6886581" y="5385379"/>
                  <a:pt x="6848784" y="5406721"/>
                  <a:pt x="6842970" y="5474306"/>
                </a:cubicBezTo>
                <a:cubicBezTo>
                  <a:pt x="6825524" y="5605917"/>
                  <a:pt x="6779006" y="5712629"/>
                  <a:pt x="6674337" y="5769542"/>
                </a:cubicBezTo>
                <a:cubicBezTo>
                  <a:pt x="6674337" y="5769542"/>
                  <a:pt x="6680152" y="5790884"/>
                  <a:pt x="6683059" y="5801555"/>
                </a:cubicBezTo>
                <a:cubicBezTo>
                  <a:pt x="6747024" y="5805112"/>
                  <a:pt x="6796450" y="5726858"/>
                  <a:pt x="6874952" y="5755314"/>
                </a:cubicBezTo>
                <a:cubicBezTo>
                  <a:pt x="6796450" y="5862025"/>
                  <a:pt x="6732487" y="5954508"/>
                  <a:pt x="6624910" y="6004307"/>
                </a:cubicBezTo>
                <a:cubicBezTo>
                  <a:pt x="6537687" y="6043434"/>
                  <a:pt x="6430111" y="6068335"/>
                  <a:pt x="6366147" y="6196388"/>
                </a:cubicBezTo>
                <a:cubicBezTo>
                  <a:pt x="6438834" y="6221287"/>
                  <a:pt x="6494075" y="6189274"/>
                  <a:pt x="6549317" y="6167932"/>
                </a:cubicBezTo>
                <a:cubicBezTo>
                  <a:pt x="6633633" y="6132361"/>
                  <a:pt x="6717949" y="6093234"/>
                  <a:pt x="6802265" y="6057663"/>
                </a:cubicBezTo>
                <a:cubicBezTo>
                  <a:pt x="6834248" y="6043434"/>
                  <a:pt x="6869137" y="6036320"/>
                  <a:pt x="6889489" y="6100347"/>
                </a:cubicBezTo>
                <a:cubicBezTo>
                  <a:pt x="6781913" y="6114575"/>
                  <a:pt x="6717949" y="6199945"/>
                  <a:pt x="6651077" y="6281757"/>
                </a:cubicBezTo>
                <a:cubicBezTo>
                  <a:pt x="6613281" y="6327999"/>
                  <a:pt x="6581298" y="6388469"/>
                  <a:pt x="6514427" y="6367127"/>
                </a:cubicBezTo>
                <a:cubicBezTo>
                  <a:pt x="6479538" y="6356456"/>
                  <a:pt x="6456278" y="6388469"/>
                  <a:pt x="6459185" y="6431153"/>
                </a:cubicBezTo>
                <a:cubicBezTo>
                  <a:pt x="6473723" y="6580550"/>
                  <a:pt x="6389406" y="6630349"/>
                  <a:pt x="6302183" y="6658805"/>
                </a:cubicBezTo>
                <a:cubicBezTo>
                  <a:pt x="6174255" y="6701489"/>
                  <a:pt x="6060864" y="6786859"/>
                  <a:pt x="5941659" y="6858000"/>
                </a:cubicBezTo>
                <a:lnTo>
                  <a:pt x="3114003" y="6858000"/>
                </a:lnTo>
                <a:lnTo>
                  <a:pt x="2238233" y="6858000"/>
                </a:lnTo>
                <a:lnTo>
                  <a:pt x="2022952" y="6858000"/>
                </a:lnTo>
                <a:lnTo>
                  <a:pt x="234679"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932688" y="1673352"/>
            <a:ext cx="5596128" cy="3511296"/>
          </a:xfrm>
        </p:spPr>
        <p:txBody>
          <a:bodyPr anchor="ctr">
            <a:normAutofit/>
          </a:bodyPr>
          <a:lstStyle>
            <a:lvl1pPr algn="l">
              <a:lnSpc>
                <a:spcPct val="100000"/>
              </a:lnSpc>
              <a:defRPr sz="48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8110728" y="1674546"/>
            <a:ext cx="3401568" cy="3508908"/>
          </a:xfrm>
        </p:spPr>
        <p:txBody>
          <a:bodyPr anchor="ctr"/>
          <a:lstStyle>
            <a:lvl1pPr marL="0" indent="0" algn="l">
              <a:buNone/>
              <a:defRPr sz="28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88015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with 4 pictures">
    <p:spTree>
      <p:nvGrpSpPr>
        <p:cNvPr id="1" name=""/>
        <p:cNvGrpSpPr/>
        <p:nvPr/>
      </p:nvGrpSpPr>
      <p:grpSpPr>
        <a:xfrm>
          <a:off x="0" y="0"/>
          <a:ext cx="0" cy="0"/>
          <a:chOff x="0" y="0"/>
          <a:chExt cx="0" cy="0"/>
        </a:xfrm>
      </p:grpSpPr>
      <p:sp>
        <p:nvSpPr>
          <p:cNvPr id="24" name="Picture Placeholder 23">
            <a:extLst>
              <a:ext uri="{FF2B5EF4-FFF2-40B4-BE49-F238E27FC236}">
                <a16:creationId xmlns:a16="http://schemas.microsoft.com/office/drawing/2014/main" id="{937CBE76-8748-4DE8-9D86-5B90AA038146}"/>
              </a:ext>
            </a:extLst>
          </p:cNvPr>
          <p:cNvSpPr>
            <a:spLocks noGrp="1"/>
          </p:cNvSpPr>
          <p:nvPr>
            <p:ph type="pic" sz="quarter" idx="15"/>
          </p:nvPr>
        </p:nvSpPr>
        <p:spPr>
          <a:xfrm>
            <a:off x="4726728" y="3802958"/>
            <a:ext cx="4228282" cy="3055043"/>
          </a:xfrm>
          <a:custGeom>
            <a:avLst/>
            <a:gdLst>
              <a:gd name="connsiteX0" fmla="*/ 638975 w 4228282"/>
              <a:gd name="connsiteY0" fmla="*/ 0 h 3055043"/>
              <a:gd name="connsiteX1" fmla="*/ 4228282 w 4228282"/>
              <a:gd name="connsiteY1" fmla="*/ 0 h 3055043"/>
              <a:gd name="connsiteX2" fmla="*/ 4228282 w 4228282"/>
              <a:gd name="connsiteY2" fmla="*/ 3055043 h 3055043"/>
              <a:gd name="connsiteX3" fmla="*/ 1946893 w 4228282"/>
              <a:gd name="connsiteY3" fmla="*/ 3055043 h 3055043"/>
              <a:gd name="connsiteX4" fmla="*/ 1506276 w 4228282"/>
              <a:gd name="connsiteY4" fmla="*/ 2855018 h 3055043"/>
              <a:gd name="connsiteX5" fmla="*/ 1314394 w 4228282"/>
              <a:gd name="connsiteY5" fmla="*/ 2626417 h 3055043"/>
              <a:gd name="connsiteX6" fmla="*/ 1246880 w 4228282"/>
              <a:gd name="connsiteY6" fmla="*/ 2562124 h 3055043"/>
              <a:gd name="connsiteX7" fmla="*/ 1079872 w 4228282"/>
              <a:gd name="connsiteY7" fmla="*/ 2476399 h 3055043"/>
              <a:gd name="connsiteX8" fmla="*/ 788495 w 4228282"/>
              <a:gd name="connsiteY8" fmla="*/ 2294233 h 3055043"/>
              <a:gd name="connsiteX9" fmla="*/ 895097 w 4228282"/>
              <a:gd name="connsiteY9" fmla="*/ 2251371 h 3055043"/>
              <a:gd name="connsiteX10" fmla="*/ 1204239 w 4228282"/>
              <a:gd name="connsiteY10" fmla="*/ 2362099 h 3055043"/>
              <a:gd name="connsiteX11" fmla="*/ 1428102 w 4228282"/>
              <a:gd name="connsiteY11" fmla="*/ 2390674 h 3055043"/>
              <a:gd name="connsiteX12" fmla="*/ 1111852 w 4228282"/>
              <a:gd name="connsiteY12" fmla="*/ 2197793 h 3055043"/>
              <a:gd name="connsiteX13" fmla="*/ 806262 w 4228282"/>
              <a:gd name="connsiteY13" fmla="*/ 1947762 h 3055043"/>
              <a:gd name="connsiteX14" fmla="*/ 1040785 w 4228282"/>
              <a:gd name="connsiteY14" fmla="*/ 1994196 h 3055043"/>
              <a:gd name="connsiteX15" fmla="*/ 1051445 w 4228282"/>
              <a:gd name="connsiteY15" fmla="*/ 1962049 h 3055043"/>
              <a:gd name="connsiteX16" fmla="*/ 845349 w 4228282"/>
              <a:gd name="connsiteY16" fmla="*/ 1665583 h 3055043"/>
              <a:gd name="connsiteX17" fmla="*/ 745855 w 4228282"/>
              <a:gd name="connsiteY17" fmla="*/ 1544140 h 3055043"/>
              <a:gd name="connsiteX18" fmla="*/ 291024 w 4228282"/>
              <a:gd name="connsiteY18" fmla="*/ 1183381 h 3055043"/>
              <a:gd name="connsiteX19" fmla="*/ 724535 w 4228282"/>
              <a:gd name="connsiteY19" fmla="*/ 1344115 h 3055043"/>
              <a:gd name="connsiteX20" fmla="*/ 276811 w 4228282"/>
              <a:gd name="connsiteY20" fmla="*/ 994071 h 3055043"/>
              <a:gd name="connsiteX21" fmla="*/ 60055 w 4228282"/>
              <a:gd name="connsiteY21" fmla="*/ 865484 h 3055043"/>
              <a:gd name="connsiteX22" fmla="*/ 6755 w 4228282"/>
              <a:gd name="connsiteY22" fmla="*/ 790474 h 3055043"/>
              <a:gd name="connsiteX23" fmla="*/ 102696 w 4228282"/>
              <a:gd name="connsiteY23" fmla="*/ 772614 h 3055043"/>
              <a:gd name="connsiteX24" fmla="*/ 397625 w 4228282"/>
              <a:gd name="connsiteY24" fmla="*/ 801190 h 3055043"/>
              <a:gd name="connsiteX25" fmla="*/ 31628 w 4228282"/>
              <a:gd name="connsiteY25" fmla="*/ 565446 h 3055043"/>
              <a:gd name="connsiteX26" fmla="*/ 305237 w 4228282"/>
              <a:gd name="connsiteY26" fmla="*/ 601165 h 3055043"/>
              <a:gd name="connsiteX27" fmla="*/ 383412 w 4228282"/>
              <a:gd name="connsiteY27" fmla="*/ 508296 h 3055043"/>
              <a:gd name="connsiteX28" fmla="*/ 511333 w 4228282"/>
              <a:gd name="connsiteY28" fmla="*/ 358278 h 3055043"/>
              <a:gd name="connsiteX29" fmla="*/ 600167 w 4228282"/>
              <a:gd name="connsiteY29" fmla="*/ 276124 h 3055043"/>
              <a:gd name="connsiteX30" fmla="*/ 635701 w 4228282"/>
              <a:gd name="connsiteY30" fmla="*/ 11805 h 3055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228282" h="3055043">
                <a:moveTo>
                  <a:pt x="638975" y="0"/>
                </a:moveTo>
                <a:lnTo>
                  <a:pt x="4228282" y="0"/>
                </a:lnTo>
                <a:lnTo>
                  <a:pt x="4228282" y="3055043"/>
                </a:lnTo>
                <a:lnTo>
                  <a:pt x="1946893" y="3055043"/>
                </a:lnTo>
                <a:cubicBezTo>
                  <a:pt x="1801205" y="2983605"/>
                  <a:pt x="1662624" y="2897880"/>
                  <a:pt x="1506276" y="2855018"/>
                </a:cubicBezTo>
                <a:cubicBezTo>
                  <a:pt x="1399675" y="2826443"/>
                  <a:pt x="1296627" y="2776437"/>
                  <a:pt x="1314394" y="2626417"/>
                </a:cubicBezTo>
                <a:cubicBezTo>
                  <a:pt x="1317947" y="2583555"/>
                  <a:pt x="1289520" y="2551409"/>
                  <a:pt x="1246880" y="2562124"/>
                </a:cubicBezTo>
                <a:cubicBezTo>
                  <a:pt x="1165153" y="2583555"/>
                  <a:pt x="1126065" y="2522833"/>
                  <a:pt x="1079872" y="2476399"/>
                </a:cubicBezTo>
                <a:cubicBezTo>
                  <a:pt x="998144" y="2394247"/>
                  <a:pt x="919970" y="2308520"/>
                  <a:pt x="788495" y="2294233"/>
                </a:cubicBezTo>
                <a:cubicBezTo>
                  <a:pt x="813369" y="2229939"/>
                  <a:pt x="856009" y="2237083"/>
                  <a:pt x="895097" y="2251371"/>
                </a:cubicBezTo>
                <a:cubicBezTo>
                  <a:pt x="998144" y="2287090"/>
                  <a:pt x="1101192" y="2326380"/>
                  <a:pt x="1204239" y="2362099"/>
                </a:cubicBezTo>
                <a:cubicBezTo>
                  <a:pt x="1271754" y="2383530"/>
                  <a:pt x="1339267" y="2415677"/>
                  <a:pt x="1428102" y="2390674"/>
                </a:cubicBezTo>
                <a:cubicBezTo>
                  <a:pt x="1349928" y="2262087"/>
                  <a:pt x="1218453" y="2237083"/>
                  <a:pt x="1111852" y="2197793"/>
                </a:cubicBezTo>
                <a:cubicBezTo>
                  <a:pt x="980377" y="2147787"/>
                  <a:pt x="902203" y="2054918"/>
                  <a:pt x="806262" y="1947762"/>
                </a:cubicBezTo>
                <a:cubicBezTo>
                  <a:pt x="902203" y="1919187"/>
                  <a:pt x="962610" y="1997768"/>
                  <a:pt x="1040785" y="1994196"/>
                </a:cubicBezTo>
                <a:cubicBezTo>
                  <a:pt x="1044338" y="1983480"/>
                  <a:pt x="1051445" y="1962049"/>
                  <a:pt x="1051445" y="1962049"/>
                </a:cubicBezTo>
                <a:cubicBezTo>
                  <a:pt x="923523" y="1904899"/>
                  <a:pt x="866670" y="1797743"/>
                  <a:pt x="845349" y="1665583"/>
                </a:cubicBezTo>
                <a:cubicBezTo>
                  <a:pt x="838243" y="1597718"/>
                  <a:pt x="792049" y="1576287"/>
                  <a:pt x="745855" y="1544140"/>
                </a:cubicBezTo>
                <a:cubicBezTo>
                  <a:pt x="589507" y="1433411"/>
                  <a:pt x="422499" y="1333399"/>
                  <a:pt x="291024" y="1183381"/>
                </a:cubicBezTo>
                <a:cubicBezTo>
                  <a:pt x="443819" y="1201239"/>
                  <a:pt x="564633" y="1301252"/>
                  <a:pt x="724535" y="1344115"/>
                </a:cubicBezTo>
                <a:cubicBezTo>
                  <a:pt x="596614" y="1179808"/>
                  <a:pt x="429605" y="1094083"/>
                  <a:pt x="276811" y="994071"/>
                </a:cubicBezTo>
                <a:cubicBezTo>
                  <a:pt x="205743" y="947637"/>
                  <a:pt x="141783" y="890486"/>
                  <a:pt x="60055" y="865484"/>
                </a:cubicBezTo>
                <a:cubicBezTo>
                  <a:pt x="31628" y="858340"/>
                  <a:pt x="-18119" y="840481"/>
                  <a:pt x="6755" y="790474"/>
                </a:cubicBezTo>
                <a:cubicBezTo>
                  <a:pt x="28075" y="747612"/>
                  <a:pt x="67162" y="761900"/>
                  <a:pt x="102696" y="772614"/>
                </a:cubicBezTo>
                <a:cubicBezTo>
                  <a:pt x="187976" y="801190"/>
                  <a:pt x="280364" y="801190"/>
                  <a:pt x="397625" y="801190"/>
                </a:cubicBezTo>
                <a:cubicBezTo>
                  <a:pt x="298131" y="665458"/>
                  <a:pt x="116909" y="708321"/>
                  <a:pt x="31628" y="565446"/>
                </a:cubicBezTo>
                <a:cubicBezTo>
                  <a:pt x="138229" y="540444"/>
                  <a:pt x="219957" y="590450"/>
                  <a:pt x="305237" y="601165"/>
                </a:cubicBezTo>
                <a:cubicBezTo>
                  <a:pt x="383412" y="611881"/>
                  <a:pt x="401178" y="586877"/>
                  <a:pt x="383412" y="508296"/>
                </a:cubicBezTo>
                <a:cubicBezTo>
                  <a:pt x="354985" y="386853"/>
                  <a:pt x="397625" y="326130"/>
                  <a:pt x="511333" y="358278"/>
                </a:cubicBezTo>
                <a:cubicBezTo>
                  <a:pt x="617934" y="390424"/>
                  <a:pt x="628594" y="343990"/>
                  <a:pt x="600167" y="276124"/>
                </a:cubicBezTo>
                <a:cubicBezTo>
                  <a:pt x="557527" y="176112"/>
                  <a:pt x="603720" y="97531"/>
                  <a:pt x="635701" y="1180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3" name="Picture Placeholder 22">
            <a:extLst>
              <a:ext uri="{FF2B5EF4-FFF2-40B4-BE49-F238E27FC236}">
                <a16:creationId xmlns:a16="http://schemas.microsoft.com/office/drawing/2014/main" id="{EC743229-7365-4C8C-94FD-35B3ABABBB69}"/>
              </a:ext>
            </a:extLst>
          </p:cNvPr>
          <p:cNvSpPr>
            <a:spLocks noGrp="1"/>
          </p:cNvSpPr>
          <p:nvPr>
            <p:ph type="pic" sz="quarter" idx="16"/>
          </p:nvPr>
        </p:nvSpPr>
        <p:spPr>
          <a:xfrm>
            <a:off x="4726375" y="0"/>
            <a:ext cx="4228635" cy="3694372"/>
          </a:xfrm>
          <a:custGeom>
            <a:avLst/>
            <a:gdLst>
              <a:gd name="connsiteX0" fmla="*/ 1225911 w 4228635"/>
              <a:gd name="connsiteY0" fmla="*/ 0 h 3694372"/>
              <a:gd name="connsiteX1" fmla="*/ 4228635 w 4228635"/>
              <a:gd name="connsiteY1" fmla="*/ 0 h 3694372"/>
              <a:gd name="connsiteX2" fmla="*/ 4228635 w 4228635"/>
              <a:gd name="connsiteY2" fmla="*/ 3694372 h 3694372"/>
              <a:gd name="connsiteX3" fmla="*/ 649353 w 4228635"/>
              <a:gd name="connsiteY3" fmla="*/ 3694372 h 3694372"/>
              <a:gd name="connsiteX4" fmla="*/ 648934 w 4228635"/>
              <a:gd name="connsiteY4" fmla="*/ 3686621 h 3694372"/>
              <a:gd name="connsiteX5" fmla="*/ 554325 w 4228635"/>
              <a:gd name="connsiteY5" fmla="*/ 3554015 h 3694372"/>
              <a:gd name="connsiteX6" fmla="*/ 348230 w 4228635"/>
              <a:gd name="connsiteY6" fmla="*/ 3407569 h 3694372"/>
              <a:gd name="connsiteX7" fmla="*/ 408637 w 4228635"/>
              <a:gd name="connsiteY7" fmla="*/ 3243263 h 3694372"/>
              <a:gd name="connsiteX8" fmla="*/ 845701 w 4228635"/>
              <a:gd name="connsiteY8" fmla="*/ 3343275 h 3694372"/>
              <a:gd name="connsiteX9" fmla="*/ 195435 w 4228635"/>
              <a:gd name="connsiteY9" fmla="*/ 2953940 h 3694372"/>
              <a:gd name="connsiteX10" fmla="*/ 305589 w 4228635"/>
              <a:gd name="connsiteY10" fmla="*/ 2936081 h 3694372"/>
              <a:gd name="connsiteX11" fmla="*/ 700013 w 4228635"/>
              <a:gd name="connsiteY11" fmla="*/ 2714625 h 3694372"/>
              <a:gd name="connsiteX12" fmla="*/ 721333 w 4228635"/>
              <a:gd name="connsiteY12" fmla="*/ 2703909 h 3694372"/>
              <a:gd name="connsiteX13" fmla="*/ 788847 w 4228635"/>
              <a:gd name="connsiteY13" fmla="*/ 2564606 h 3694372"/>
              <a:gd name="connsiteX14" fmla="*/ 1002049 w 4228635"/>
              <a:gd name="connsiteY14" fmla="*/ 2543175 h 3694372"/>
              <a:gd name="connsiteX15" fmla="*/ 1179718 w 4228635"/>
              <a:gd name="connsiteY15" fmla="*/ 2575322 h 3694372"/>
              <a:gd name="connsiteX16" fmla="*/ 1371600 w 4228635"/>
              <a:gd name="connsiteY16" fmla="*/ 2536031 h 3694372"/>
              <a:gd name="connsiteX17" fmla="*/ 1542161 w 4228635"/>
              <a:gd name="connsiteY17" fmla="*/ 2553891 h 3694372"/>
              <a:gd name="connsiteX18" fmla="*/ 1687849 w 4228635"/>
              <a:gd name="connsiteY18" fmla="*/ 2528888 h 3694372"/>
              <a:gd name="connsiteX19" fmla="*/ 1545714 w 4228635"/>
              <a:gd name="connsiteY19" fmla="*/ 2411015 h 3694372"/>
              <a:gd name="connsiteX20" fmla="*/ 1346726 w 4228635"/>
              <a:gd name="connsiteY20" fmla="*/ 2411015 h 3694372"/>
              <a:gd name="connsiteX21" fmla="*/ 1204591 w 4228635"/>
              <a:gd name="connsiteY21" fmla="*/ 2336007 h 3694372"/>
              <a:gd name="connsiteX22" fmla="*/ 1069563 w 4228635"/>
              <a:gd name="connsiteY22" fmla="*/ 2200275 h 3694372"/>
              <a:gd name="connsiteX23" fmla="*/ 593412 w 4228635"/>
              <a:gd name="connsiteY23" fmla="*/ 1982390 h 3694372"/>
              <a:gd name="connsiteX24" fmla="*/ 508131 w 4228635"/>
              <a:gd name="connsiteY24" fmla="*/ 1900238 h 3694372"/>
              <a:gd name="connsiteX25" fmla="*/ 1865518 w 4228635"/>
              <a:gd name="connsiteY25" fmla="*/ 2218135 h 3694372"/>
              <a:gd name="connsiteX26" fmla="*/ 1446220 w 4228635"/>
              <a:gd name="connsiteY26" fmla="*/ 2085975 h 3694372"/>
              <a:gd name="connsiteX27" fmla="*/ 1730490 w 4228635"/>
              <a:gd name="connsiteY27" fmla="*/ 2110978 h 3694372"/>
              <a:gd name="connsiteX28" fmla="*/ 1886838 w 4228635"/>
              <a:gd name="connsiteY28" fmla="*/ 2021681 h 3694372"/>
              <a:gd name="connsiteX29" fmla="*/ 1886838 w 4228635"/>
              <a:gd name="connsiteY29" fmla="*/ 1993106 h 3694372"/>
              <a:gd name="connsiteX30" fmla="*/ 1769577 w 4228635"/>
              <a:gd name="connsiteY30" fmla="*/ 1910953 h 3694372"/>
              <a:gd name="connsiteX31" fmla="*/ 1702063 w 4228635"/>
              <a:gd name="connsiteY31" fmla="*/ 1857375 h 3694372"/>
              <a:gd name="connsiteX32" fmla="*/ 1517288 w 4228635"/>
              <a:gd name="connsiteY32" fmla="*/ 1664493 h 3694372"/>
              <a:gd name="connsiteX33" fmla="*/ 1648762 w 4228635"/>
              <a:gd name="connsiteY33" fmla="*/ 1643062 h 3694372"/>
              <a:gd name="connsiteX34" fmla="*/ 1698509 w 4228635"/>
              <a:gd name="connsiteY34" fmla="*/ 1603772 h 3694372"/>
              <a:gd name="connsiteX35" fmla="*/ 1662976 w 4228635"/>
              <a:gd name="connsiteY35" fmla="*/ 1546622 h 3694372"/>
              <a:gd name="connsiteX36" fmla="*/ 1254338 w 4228635"/>
              <a:gd name="connsiteY36" fmla="*/ 1371600 h 3694372"/>
              <a:gd name="connsiteX37" fmla="*/ 1222358 w 4228635"/>
              <a:gd name="connsiteY37" fmla="*/ 1235869 h 3694372"/>
              <a:gd name="connsiteX38" fmla="*/ 1300532 w 4228635"/>
              <a:gd name="connsiteY38" fmla="*/ 1214437 h 3694372"/>
              <a:gd name="connsiteX39" fmla="*/ 1389366 w 4228635"/>
              <a:gd name="connsiteY39" fmla="*/ 1225153 h 3694372"/>
              <a:gd name="connsiteX40" fmla="*/ 1318299 w 4228635"/>
              <a:gd name="connsiteY40" fmla="*/ 1117997 h 3694372"/>
              <a:gd name="connsiteX41" fmla="*/ 1030476 w 4228635"/>
              <a:gd name="connsiteY41" fmla="*/ 1010841 h 3694372"/>
              <a:gd name="connsiteX42" fmla="*/ 977176 w 4228635"/>
              <a:gd name="connsiteY42" fmla="*/ 953690 h 3694372"/>
              <a:gd name="connsiteX43" fmla="*/ 1048243 w 4228635"/>
              <a:gd name="connsiteY43" fmla="*/ 925115 h 3694372"/>
              <a:gd name="connsiteX44" fmla="*/ 1101544 w 4228635"/>
              <a:gd name="connsiteY44" fmla="*/ 914400 h 3694372"/>
              <a:gd name="connsiteX45" fmla="*/ 0 w 4228635"/>
              <a:gd name="connsiteY45" fmla="*/ 467915 h 3694372"/>
              <a:gd name="connsiteX46" fmla="*/ 248735 w 4228635"/>
              <a:gd name="connsiteY46" fmla="*/ 464344 h 3694372"/>
              <a:gd name="connsiteX47" fmla="*/ 493918 w 4228635"/>
              <a:gd name="connsiteY47" fmla="*/ 535781 h 3694372"/>
              <a:gd name="connsiteX48" fmla="*/ 753314 w 4228635"/>
              <a:gd name="connsiteY48" fmla="*/ 525066 h 3694372"/>
              <a:gd name="connsiteX49" fmla="*/ 998496 w 4228635"/>
              <a:gd name="connsiteY49" fmla="*/ 560785 h 3694372"/>
              <a:gd name="connsiteX50" fmla="*/ 1211698 w 4228635"/>
              <a:gd name="connsiteY50" fmla="*/ 560785 h 3694372"/>
              <a:gd name="connsiteX51" fmla="*/ 1012709 w 4228635"/>
              <a:gd name="connsiteY51" fmla="*/ 507206 h 3694372"/>
              <a:gd name="connsiteX52" fmla="*/ 938089 w 4228635"/>
              <a:gd name="connsiteY52" fmla="*/ 417909 h 3694372"/>
              <a:gd name="connsiteX53" fmla="*/ 962962 w 4228635"/>
              <a:gd name="connsiteY53" fmla="*/ 335757 h 3694372"/>
              <a:gd name="connsiteX54" fmla="*/ 1044690 w 4228635"/>
              <a:gd name="connsiteY54" fmla="*/ 360759 h 3694372"/>
              <a:gd name="connsiteX55" fmla="*/ 1140631 w 4228635"/>
              <a:gd name="connsiteY55" fmla="*/ 453629 h 3694372"/>
              <a:gd name="connsiteX56" fmla="*/ 1161951 w 4228635"/>
              <a:gd name="connsiteY56" fmla="*/ 396478 h 3694372"/>
              <a:gd name="connsiteX57" fmla="*/ 1218805 w 4228635"/>
              <a:gd name="connsiteY57" fmla="*/ 353615 h 3694372"/>
              <a:gd name="connsiteX58" fmla="*/ 1545714 w 4228635"/>
              <a:gd name="connsiteY58" fmla="*/ 375047 h 3694372"/>
              <a:gd name="connsiteX59" fmla="*/ 1328959 w 4228635"/>
              <a:gd name="connsiteY59" fmla="*/ 192881 h 3694372"/>
              <a:gd name="connsiteX60" fmla="*/ 1190378 w 4228635"/>
              <a:gd name="connsiteY60" fmla="*/ 164306 h 3694372"/>
              <a:gd name="connsiteX61" fmla="*/ 1158398 w 4228635"/>
              <a:gd name="connsiteY61" fmla="*/ 89297 h 3694372"/>
              <a:gd name="connsiteX62" fmla="*/ 1222358 w 4228635"/>
              <a:gd name="connsiteY62" fmla="*/ 71437 h 3694372"/>
              <a:gd name="connsiteX63" fmla="*/ 1542161 w 4228635"/>
              <a:gd name="connsiteY63" fmla="*/ 135731 h 3694372"/>
              <a:gd name="connsiteX64" fmla="*/ 1595462 w 4228635"/>
              <a:gd name="connsiteY64" fmla="*/ 110728 h 3694372"/>
              <a:gd name="connsiteX65" fmla="*/ 1225911 w 4228635"/>
              <a:gd name="connsiteY65" fmla="*/ 0 h 3694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4228635" h="3694372">
                <a:moveTo>
                  <a:pt x="1225911" y="0"/>
                </a:moveTo>
                <a:lnTo>
                  <a:pt x="4228635" y="0"/>
                </a:lnTo>
                <a:lnTo>
                  <a:pt x="4228635" y="3694372"/>
                </a:lnTo>
                <a:lnTo>
                  <a:pt x="649353" y="3694372"/>
                </a:lnTo>
                <a:lnTo>
                  <a:pt x="648934" y="3686621"/>
                </a:lnTo>
                <a:cubicBezTo>
                  <a:pt x="636941" y="3642419"/>
                  <a:pt x="605849" y="3602236"/>
                  <a:pt x="554325" y="3554015"/>
                </a:cubicBezTo>
                <a:cubicBezTo>
                  <a:pt x="493918" y="3500438"/>
                  <a:pt x="433510" y="3454003"/>
                  <a:pt x="348230" y="3407569"/>
                </a:cubicBezTo>
                <a:cubicBezTo>
                  <a:pt x="543665" y="3382565"/>
                  <a:pt x="341123" y="3296841"/>
                  <a:pt x="408637" y="3243263"/>
                </a:cubicBezTo>
                <a:cubicBezTo>
                  <a:pt x="547218" y="3221831"/>
                  <a:pt x="657373" y="3393282"/>
                  <a:pt x="845701" y="3343275"/>
                </a:cubicBezTo>
                <a:cubicBezTo>
                  <a:pt x="618286" y="3196828"/>
                  <a:pt x="362443" y="3150393"/>
                  <a:pt x="195435" y="2953940"/>
                </a:cubicBezTo>
                <a:cubicBezTo>
                  <a:pt x="234522" y="2911078"/>
                  <a:pt x="273609" y="2953940"/>
                  <a:pt x="305589" y="2936081"/>
                </a:cubicBezTo>
                <a:cubicBezTo>
                  <a:pt x="305589" y="2925365"/>
                  <a:pt x="678693" y="2993232"/>
                  <a:pt x="700013" y="2714625"/>
                </a:cubicBezTo>
                <a:cubicBezTo>
                  <a:pt x="707120" y="2714625"/>
                  <a:pt x="714227" y="2714625"/>
                  <a:pt x="721333" y="2703909"/>
                </a:cubicBezTo>
                <a:cubicBezTo>
                  <a:pt x="760420" y="2664619"/>
                  <a:pt x="724887" y="2571750"/>
                  <a:pt x="788847" y="2564606"/>
                </a:cubicBezTo>
                <a:cubicBezTo>
                  <a:pt x="859915" y="2557462"/>
                  <a:pt x="927429" y="2525315"/>
                  <a:pt x="1002049" y="2543175"/>
                </a:cubicBezTo>
                <a:cubicBezTo>
                  <a:pt x="1058903" y="2557462"/>
                  <a:pt x="1119310" y="2575322"/>
                  <a:pt x="1179718" y="2575322"/>
                </a:cubicBezTo>
                <a:cubicBezTo>
                  <a:pt x="1243678" y="2575322"/>
                  <a:pt x="1332512" y="2696766"/>
                  <a:pt x="1371600" y="2536031"/>
                </a:cubicBezTo>
                <a:cubicBezTo>
                  <a:pt x="1371600" y="2528888"/>
                  <a:pt x="1481754" y="2546747"/>
                  <a:pt x="1542161" y="2553891"/>
                </a:cubicBezTo>
                <a:cubicBezTo>
                  <a:pt x="1591908" y="2561035"/>
                  <a:pt x="1652316" y="2593181"/>
                  <a:pt x="1687849" y="2528888"/>
                </a:cubicBezTo>
                <a:cubicBezTo>
                  <a:pt x="1705616" y="2489596"/>
                  <a:pt x="1620335" y="2418159"/>
                  <a:pt x="1545714" y="2411015"/>
                </a:cubicBezTo>
                <a:cubicBezTo>
                  <a:pt x="1478201" y="2403872"/>
                  <a:pt x="1410687" y="2396728"/>
                  <a:pt x="1346726" y="2411015"/>
                </a:cubicBezTo>
                <a:cubicBezTo>
                  <a:pt x="1268552" y="2428875"/>
                  <a:pt x="1225911" y="2400300"/>
                  <a:pt x="1204591" y="2336007"/>
                </a:cubicBezTo>
                <a:cubicBezTo>
                  <a:pt x="1179718" y="2268141"/>
                  <a:pt x="1133524" y="2232422"/>
                  <a:pt x="1069563" y="2200275"/>
                </a:cubicBezTo>
                <a:cubicBezTo>
                  <a:pt x="913215" y="2121694"/>
                  <a:pt x="763974" y="2028825"/>
                  <a:pt x="593412" y="1982390"/>
                </a:cubicBezTo>
                <a:cubicBezTo>
                  <a:pt x="561432" y="1975246"/>
                  <a:pt x="522345" y="1960959"/>
                  <a:pt x="508131" y="1900238"/>
                </a:cubicBezTo>
                <a:cubicBezTo>
                  <a:pt x="970069" y="1993106"/>
                  <a:pt x="1389366" y="2232422"/>
                  <a:pt x="1865518" y="2218135"/>
                </a:cubicBezTo>
                <a:cubicBezTo>
                  <a:pt x="1737596" y="2143125"/>
                  <a:pt x="1584802" y="2139554"/>
                  <a:pt x="1446220" y="2085975"/>
                </a:cubicBezTo>
                <a:cubicBezTo>
                  <a:pt x="1545714" y="2046685"/>
                  <a:pt x="1638102" y="2089547"/>
                  <a:pt x="1730490" y="2110978"/>
                </a:cubicBezTo>
                <a:cubicBezTo>
                  <a:pt x="1808664" y="2128837"/>
                  <a:pt x="1879731" y="2132410"/>
                  <a:pt x="1886838" y="2021681"/>
                </a:cubicBezTo>
                <a:cubicBezTo>
                  <a:pt x="1886838" y="2010965"/>
                  <a:pt x="1886838" y="2003821"/>
                  <a:pt x="1886838" y="1993106"/>
                </a:cubicBezTo>
                <a:cubicBezTo>
                  <a:pt x="1858411" y="1946672"/>
                  <a:pt x="1819324" y="1925240"/>
                  <a:pt x="1769577" y="1910953"/>
                </a:cubicBezTo>
                <a:cubicBezTo>
                  <a:pt x="1741150" y="1903809"/>
                  <a:pt x="1702063" y="1889522"/>
                  <a:pt x="1702063" y="1857375"/>
                </a:cubicBezTo>
                <a:cubicBezTo>
                  <a:pt x="1705616" y="1735931"/>
                  <a:pt x="1609675" y="1700212"/>
                  <a:pt x="1517288" y="1664493"/>
                </a:cubicBezTo>
                <a:cubicBezTo>
                  <a:pt x="1567035" y="1603772"/>
                  <a:pt x="1609675" y="1646635"/>
                  <a:pt x="1648762" y="1643062"/>
                </a:cubicBezTo>
                <a:cubicBezTo>
                  <a:pt x="1673636" y="1639491"/>
                  <a:pt x="1698509" y="1635919"/>
                  <a:pt x="1698509" y="1603772"/>
                </a:cubicBezTo>
                <a:cubicBezTo>
                  <a:pt x="1698509" y="1578769"/>
                  <a:pt x="1687849" y="1546622"/>
                  <a:pt x="1662976" y="1546622"/>
                </a:cubicBezTo>
                <a:cubicBezTo>
                  <a:pt x="1506628" y="1543050"/>
                  <a:pt x="1417793" y="1371600"/>
                  <a:pt x="1254338" y="1371600"/>
                </a:cubicBezTo>
                <a:cubicBezTo>
                  <a:pt x="1154844" y="1371600"/>
                  <a:pt x="1304086" y="1275159"/>
                  <a:pt x="1222358" y="1235869"/>
                </a:cubicBezTo>
                <a:cubicBezTo>
                  <a:pt x="1204591" y="1225153"/>
                  <a:pt x="1272105" y="1210866"/>
                  <a:pt x="1300532" y="1214437"/>
                </a:cubicBezTo>
                <a:cubicBezTo>
                  <a:pt x="1328959" y="1218009"/>
                  <a:pt x="1353833" y="1243013"/>
                  <a:pt x="1389366" y="1225153"/>
                </a:cubicBezTo>
                <a:cubicBezTo>
                  <a:pt x="1407133" y="1160860"/>
                  <a:pt x="1360939" y="1135856"/>
                  <a:pt x="1318299" y="1117997"/>
                </a:cubicBezTo>
                <a:cubicBezTo>
                  <a:pt x="1225911" y="1075135"/>
                  <a:pt x="1133524" y="1025129"/>
                  <a:pt x="1030476" y="1010841"/>
                </a:cubicBezTo>
                <a:cubicBezTo>
                  <a:pt x="994943" y="1007269"/>
                  <a:pt x="973622" y="989409"/>
                  <a:pt x="977176" y="953690"/>
                </a:cubicBezTo>
                <a:cubicBezTo>
                  <a:pt x="984282" y="907256"/>
                  <a:pt x="1019816" y="921544"/>
                  <a:pt x="1048243" y="925115"/>
                </a:cubicBezTo>
                <a:cubicBezTo>
                  <a:pt x="1066010" y="928688"/>
                  <a:pt x="1083777" y="939403"/>
                  <a:pt x="1101544" y="914400"/>
                </a:cubicBezTo>
                <a:cubicBezTo>
                  <a:pt x="685800" y="660797"/>
                  <a:pt x="465491" y="675085"/>
                  <a:pt x="0" y="467915"/>
                </a:cubicBezTo>
                <a:cubicBezTo>
                  <a:pt x="103047" y="428625"/>
                  <a:pt x="177668" y="457200"/>
                  <a:pt x="248735" y="464344"/>
                </a:cubicBezTo>
                <a:cubicBezTo>
                  <a:pt x="426404" y="482203"/>
                  <a:pt x="316249" y="514350"/>
                  <a:pt x="493918" y="535781"/>
                </a:cubicBezTo>
                <a:cubicBezTo>
                  <a:pt x="579199" y="546497"/>
                  <a:pt x="657373" y="582216"/>
                  <a:pt x="753314" y="525066"/>
                </a:cubicBezTo>
                <a:cubicBezTo>
                  <a:pt x="817274" y="485775"/>
                  <a:pt x="920322" y="528637"/>
                  <a:pt x="998496" y="560785"/>
                </a:cubicBezTo>
                <a:cubicBezTo>
                  <a:pt x="1062457" y="589360"/>
                  <a:pt x="1126417" y="596503"/>
                  <a:pt x="1211698" y="560785"/>
                </a:cubicBezTo>
                <a:cubicBezTo>
                  <a:pt x="1133524" y="539354"/>
                  <a:pt x="1073117" y="521494"/>
                  <a:pt x="1012709" y="507206"/>
                </a:cubicBezTo>
                <a:cubicBezTo>
                  <a:pt x="962962" y="496491"/>
                  <a:pt x="934535" y="471488"/>
                  <a:pt x="938089" y="417909"/>
                </a:cubicBezTo>
                <a:cubicBezTo>
                  <a:pt x="938089" y="389334"/>
                  <a:pt x="927429" y="350044"/>
                  <a:pt x="962962" y="335757"/>
                </a:cubicBezTo>
                <a:cubicBezTo>
                  <a:pt x="991389" y="321469"/>
                  <a:pt x="1030476" y="335757"/>
                  <a:pt x="1044690" y="360759"/>
                </a:cubicBezTo>
                <a:cubicBezTo>
                  <a:pt x="1062457" y="407194"/>
                  <a:pt x="1080223" y="450056"/>
                  <a:pt x="1140631" y="453629"/>
                </a:cubicBezTo>
                <a:cubicBezTo>
                  <a:pt x="1222358" y="460771"/>
                  <a:pt x="1176164" y="432197"/>
                  <a:pt x="1161951" y="396478"/>
                </a:cubicBezTo>
                <a:cubicBezTo>
                  <a:pt x="1147737" y="357188"/>
                  <a:pt x="1190378" y="346472"/>
                  <a:pt x="1218805" y="353615"/>
                </a:cubicBezTo>
                <a:cubicBezTo>
                  <a:pt x="1325406" y="385763"/>
                  <a:pt x="1435560" y="328613"/>
                  <a:pt x="1545714" y="375047"/>
                </a:cubicBezTo>
                <a:cubicBezTo>
                  <a:pt x="1517288" y="260747"/>
                  <a:pt x="1456880" y="210741"/>
                  <a:pt x="1328959" y="192881"/>
                </a:cubicBezTo>
                <a:cubicBezTo>
                  <a:pt x="1282765" y="189310"/>
                  <a:pt x="1233018" y="196453"/>
                  <a:pt x="1190378" y="164306"/>
                </a:cubicBezTo>
                <a:cubicBezTo>
                  <a:pt x="1165504" y="146447"/>
                  <a:pt x="1140631" y="125016"/>
                  <a:pt x="1158398" y="89297"/>
                </a:cubicBezTo>
                <a:cubicBezTo>
                  <a:pt x="1169058" y="64294"/>
                  <a:pt x="1197484" y="64294"/>
                  <a:pt x="1222358" y="71437"/>
                </a:cubicBezTo>
                <a:cubicBezTo>
                  <a:pt x="1325406" y="110728"/>
                  <a:pt x="1435560" y="121444"/>
                  <a:pt x="1542161" y="135731"/>
                </a:cubicBezTo>
                <a:cubicBezTo>
                  <a:pt x="1559928" y="139303"/>
                  <a:pt x="1577695" y="146447"/>
                  <a:pt x="1595462" y="110728"/>
                </a:cubicBezTo>
                <a:cubicBezTo>
                  <a:pt x="1471094" y="78581"/>
                  <a:pt x="1350279" y="35719"/>
                  <a:pt x="1225911"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838200" y="365125"/>
            <a:ext cx="3200400" cy="2103436"/>
          </a:xfrm>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643186"/>
            <a:ext cx="3816096" cy="3529014"/>
          </a:xfrm>
        </p:spPr>
        <p:txBody>
          <a:bodyPr/>
          <a:lstStyle>
            <a:lvl1pPr marL="0" indent="0">
              <a:buNone/>
              <a:defRPr sz="2000"/>
            </a:lvl1pPr>
            <a:lvl2pPr marL="228600">
              <a:defRPr/>
            </a:lvl2pPr>
            <a:lvl3pPr marL="457200">
              <a:defRPr/>
            </a:lvl3pPr>
            <a:lvl4pPr marL="685800">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838200" y="6356350"/>
            <a:ext cx="4114800" cy="365125"/>
          </a:xfrm>
        </p:spPr>
        <p:txBody>
          <a:bodyPr/>
          <a:lstStyle>
            <a:lvl1pPr algn="l">
              <a:defRPr/>
            </a:lvl1pPr>
          </a:lstStyle>
          <a:p>
            <a:pPr algn="l"/>
            <a:r>
              <a:rPr lang="en-US" dirty="0"/>
              <a:t>Presentation Title</a:t>
            </a:r>
          </a:p>
        </p:txBody>
      </p:sp>
      <p:sp>
        <p:nvSpPr>
          <p:cNvPr id="19" name="Picture Placeholder 18">
            <a:extLst>
              <a:ext uri="{FF2B5EF4-FFF2-40B4-BE49-F238E27FC236}">
                <a16:creationId xmlns:a16="http://schemas.microsoft.com/office/drawing/2014/main" id="{EA8AF96E-CB82-45CC-9B91-E49970478495}"/>
              </a:ext>
            </a:extLst>
          </p:cNvPr>
          <p:cNvSpPr>
            <a:spLocks noGrp="1"/>
          </p:cNvSpPr>
          <p:nvPr>
            <p:ph type="pic" sz="quarter" idx="13"/>
          </p:nvPr>
        </p:nvSpPr>
        <p:spPr>
          <a:xfrm>
            <a:off x="9082087" y="0"/>
            <a:ext cx="3109415" cy="3694372"/>
          </a:xfrm>
        </p:spPr>
        <p:txBody>
          <a:bodyPr anchor="ctr"/>
          <a:lstStyle>
            <a:lvl1pPr algn="ctr">
              <a:buNone/>
              <a:defRPr/>
            </a:lvl1pPr>
          </a:lstStyle>
          <a:p>
            <a:r>
              <a:rPr lang="en-US"/>
              <a:t>Click icon to add picture</a:t>
            </a:r>
            <a:endParaRPr lang="en-US" dirty="0"/>
          </a:p>
        </p:txBody>
      </p:sp>
      <p:sp>
        <p:nvSpPr>
          <p:cNvPr id="20" name="Picture Placeholder 18">
            <a:extLst>
              <a:ext uri="{FF2B5EF4-FFF2-40B4-BE49-F238E27FC236}">
                <a16:creationId xmlns:a16="http://schemas.microsoft.com/office/drawing/2014/main" id="{6EEC573A-93BD-45DD-B03E-E2F5E00942F2}"/>
              </a:ext>
            </a:extLst>
          </p:cNvPr>
          <p:cNvSpPr>
            <a:spLocks noGrp="1"/>
          </p:cNvSpPr>
          <p:nvPr>
            <p:ph type="pic" sz="quarter" idx="14"/>
          </p:nvPr>
        </p:nvSpPr>
        <p:spPr>
          <a:xfrm>
            <a:off x="9081588" y="3802957"/>
            <a:ext cx="3109415" cy="3055044"/>
          </a:xfrm>
        </p:spPr>
        <p:txBody>
          <a:bodyPr anchor="ct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3796646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Freeform: Shape 8" descr="Tag=AccentColor&#10;Flavor=Light&#10;Target=Fill">
            <a:extLst>
              <a:ext uri="{FF2B5EF4-FFF2-40B4-BE49-F238E27FC236}">
                <a16:creationId xmlns:a16="http://schemas.microsoft.com/office/drawing/2014/main" id="{1531EA5B-7FC1-4088-B6D5-4395F4C1F3C8}"/>
              </a:ext>
            </a:extLst>
          </p:cNvPr>
          <p:cNvSpPr/>
          <p:nvPr userDrawn="1"/>
        </p:nvSpPr>
        <p:spPr>
          <a:xfrm>
            <a:off x="380990" y="1327050"/>
            <a:ext cx="6079676" cy="4114233"/>
          </a:xfrm>
          <a:custGeom>
            <a:avLst/>
            <a:gdLst>
              <a:gd name="connsiteX0" fmla="*/ 1164045 w 7323233"/>
              <a:gd name="connsiteY0" fmla="*/ 25 h 5835507"/>
              <a:gd name="connsiteX1" fmla="*/ 1213723 w 7323233"/>
              <a:gd name="connsiteY1" fmla="*/ 8385 h 5835507"/>
              <a:gd name="connsiteX2" fmla="*/ 2251656 w 7323233"/>
              <a:gd name="connsiteY2" fmla="*/ 138318 h 5835507"/>
              <a:gd name="connsiteX3" fmla="*/ 3226534 w 7323233"/>
              <a:gd name="connsiteY3" fmla="*/ 205194 h 5835507"/>
              <a:gd name="connsiteX4" fmla="*/ 4404335 w 7323233"/>
              <a:gd name="connsiteY4" fmla="*/ 316784 h 5835507"/>
              <a:gd name="connsiteX5" fmla="*/ 5225968 w 7323233"/>
              <a:gd name="connsiteY5" fmla="*/ 350415 h 5835507"/>
              <a:gd name="connsiteX6" fmla="*/ 5266859 w 7323233"/>
              <a:gd name="connsiteY6" fmla="*/ 348884 h 5835507"/>
              <a:gd name="connsiteX7" fmla="*/ 5685318 w 7323233"/>
              <a:gd name="connsiteY7" fmla="*/ 399712 h 5835507"/>
              <a:gd name="connsiteX8" fmla="*/ 5411315 w 7323233"/>
              <a:gd name="connsiteY8" fmla="*/ 618305 h 5835507"/>
              <a:gd name="connsiteX9" fmla="*/ 5805698 w 7323233"/>
              <a:gd name="connsiteY9" fmla="*/ 721868 h 5835507"/>
              <a:gd name="connsiteX10" fmla="*/ 6188997 w 7323233"/>
              <a:gd name="connsiteY10" fmla="*/ 868233 h 5835507"/>
              <a:gd name="connsiteX11" fmla="*/ 6261225 w 7323233"/>
              <a:gd name="connsiteY11" fmla="*/ 928614 h 5835507"/>
              <a:gd name="connsiteX12" fmla="*/ 6858533 w 7323233"/>
              <a:gd name="connsiteY12" fmla="*/ 1323379 h 5835507"/>
              <a:gd name="connsiteX13" fmla="*/ 6744269 w 7323233"/>
              <a:gd name="connsiteY13" fmla="*/ 1407072 h 5835507"/>
              <a:gd name="connsiteX14" fmla="*/ 6956365 w 7323233"/>
              <a:gd name="connsiteY14" fmla="*/ 1507197 h 5835507"/>
              <a:gd name="connsiteX15" fmla="*/ 7004134 w 7323233"/>
              <a:gd name="connsiteY15" fmla="*/ 1549234 h 5835507"/>
              <a:gd name="connsiteX16" fmla="*/ 6963627 w 7323233"/>
              <a:gd name="connsiteY16" fmla="*/ 1599678 h 5835507"/>
              <a:gd name="connsiteX17" fmla="*/ 6875731 w 7323233"/>
              <a:gd name="connsiteY17" fmla="*/ 1634837 h 5835507"/>
              <a:gd name="connsiteX18" fmla="*/ 6759175 w 7323233"/>
              <a:gd name="connsiteY18" fmla="*/ 1723878 h 5835507"/>
              <a:gd name="connsiteX19" fmla="*/ 6763759 w 7323233"/>
              <a:gd name="connsiteY19" fmla="*/ 1793431 h 5835507"/>
              <a:gd name="connsiteX20" fmla="*/ 6832931 w 7323233"/>
              <a:gd name="connsiteY20" fmla="*/ 1919543 h 5835507"/>
              <a:gd name="connsiteX21" fmla="*/ 6728984 w 7323233"/>
              <a:gd name="connsiteY21" fmla="*/ 2051386 h 5835507"/>
              <a:gd name="connsiteX22" fmla="*/ 6675481 w 7323233"/>
              <a:gd name="connsiteY22" fmla="*/ 2090365 h 5835507"/>
              <a:gd name="connsiteX23" fmla="*/ 6778665 w 7323233"/>
              <a:gd name="connsiteY23" fmla="*/ 2103740 h 5835507"/>
              <a:gd name="connsiteX24" fmla="*/ 6814587 w 7323233"/>
              <a:gd name="connsiteY24" fmla="*/ 2158771 h 5835507"/>
              <a:gd name="connsiteX25" fmla="*/ 6830637 w 7323233"/>
              <a:gd name="connsiteY25" fmla="*/ 2186286 h 5835507"/>
              <a:gd name="connsiteX26" fmla="*/ 6928087 w 7323233"/>
              <a:gd name="connsiteY26" fmla="*/ 2358639 h 5835507"/>
              <a:gd name="connsiteX27" fmla="*/ 6911653 w 7323233"/>
              <a:gd name="connsiteY27" fmla="*/ 2406789 h 5835507"/>
              <a:gd name="connsiteX28" fmla="*/ 6749237 w 7323233"/>
              <a:gd name="connsiteY28" fmla="*/ 2639522 h 5835507"/>
              <a:gd name="connsiteX29" fmla="*/ 6921971 w 7323233"/>
              <a:gd name="connsiteY29" fmla="*/ 2704488 h 5835507"/>
              <a:gd name="connsiteX30" fmla="*/ 6932290 w 7323233"/>
              <a:gd name="connsiteY30" fmla="*/ 2814548 h 5835507"/>
              <a:gd name="connsiteX31" fmla="*/ 7020186 w 7323233"/>
              <a:gd name="connsiteY31" fmla="*/ 2937603 h 5835507"/>
              <a:gd name="connsiteX32" fmla="*/ 7213555 w 7323233"/>
              <a:gd name="connsiteY32" fmla="*/ 3110719 h 5835507"/>
              <a:gd name="connsiteX33" fmla="*/ 7323233 w 7323233"/>
              <a:gd name="connsiteY33" fmla="*/ 3226893 h 5835507"/>
              <a:gd name="connsiteX34" fmla="*/ 7134067 w 7323233"/>
              <a:gd name="connsiteY34" fmla="*/ 3257847 h 5835507"/>
              <a:gd name="connsiteX35" fmla="*/ 7104643 w 7323233"/>
              <a:gd name="connsiteY35" fmla="*/ 3275809 h 5835507"/>
              <a:gd name="connsiteX36" fmla="*/ 7127189 w 7323233"/>
              <a:gd name="connsiteY36" fmla="*/ 3336953 h 5835507"/>
              <a:gd name="connsiteX37" fmla="*/ 7157379 w 7323233"/>
              <a:gd name="connsiteY37" fmla="*/ 3397718 h 5835507"/>
              <a:gd name="connsiteX38" fmla="*/ 7136361 w 7323233"/>
              <a:gd name="connsiteY38" fmla="*/ 3445487 h 5835507"/>
              <a:gd name="connsiteX39" fmla="*/ 6988849 w 7323233"/>
              <a:gd name="connsiteY39" fmla="*/ 3652233 h 5835507"/>
              <a:gd name="connsiteX40" fmla="*/ 6867705 w 7323233"/>
              <a:gd name="connsiteY40" fmla="*/ 3734395 h 5835507"/>
              <a:gd name="connsiteX41" fmla="*/ 6591791 w 7323233"/>
              <a:gd name="connsiteY41" fmla="*/ 4107760 h 5835507"/>
              <a:gd name="connsiteX42" fmla="*/ 6505041 w 7323233"/>
              <a:gd name="connsiteY42" fmla="*/ 4228904 h 5835507"/>
              <a:gd name="connsiteX43" fmla="*/ 6569243 w 7323233"/>
              <a:gd name="connsiteY43" fmla="*/ 4271704 h 5835507"/>
              <a:gd name="connsiteX44" fmla="*/ 6446188 w 7323233"/>
              <a:gd name="connsiteY44" fmla="*/ 4398582 h 5835507"/>
              <a:gd name="connsiteX45" fmla="*/ 6301351 w 7323233"/>
              <a:gd name="connsiteY45" fmla="*/ 4539595 h 5835507"/>
              <a:gd name="connsiteX46" fmla="*/ 6263519 w 7323233"/>
              <a:gd name="connsiteY46" fmla="*/ 4577047 h 5835507"/>
              <a:gd name="connsiteX47" fmla="*/ 3277744 w 7323233"/>
              <a:gd name="connsiteY47" fmla="*/ 5834336 h 5835507"/>
              <a:gd name="connsiteX48" fmla="*/ 2490505 w 7323233"/>
              <a:gd name="connsiteY48" fmla="*/ 5648992 h 5835507"/>
              <a:gd name="connsiteX49" fmla="*/ 2179046 w 7323233"/>
              <a:gd name="connsiteY49" fmla="*/ 5504920 h 5835507"/>
              <a:gd name="connsiteX50" fmla="*/ 1780078 w 7323233"/>
              <a:gd name="connsiteY50" fmla="*/ 5273715 h 5835507"/>
              <a:gd name="connsiteX51" fmla="*/ 1353592 w 7323233"/>
              <a:gd name="connsiteY51" fmla="*/ 5087606 h 5835507"/>
              <a:gd name="connsiteX52" fmla="*/ 1208373 w 7323233"/>
              <a:gd name="connsiteY52" fmla="*/ 4917165 h 5835507"/>
              <a:gd name="connsiteX53" fmla="*/ 1157548 w 7323233"/>
              <a:gd name="connsiteY53" fmla="*/ 4869396 h 5835507"/>
              <a:gd name="connsiteX54" fmla="*/ 1030289 w 7323233"/>
              <a:gd name="connsiteY54" fmla="*/ 4807103 h 5835507"/>
              <a:gd name="connsiteX55" fmla="*/ 808258 w 7323233"/>
              <a:gd name="connsiteY55" fmla="*/ 4672585 h 5835507"/>
              <a:gd name="connsiteX56" fmla="*/ 889658 w 7323233"/>
              <a:gd name="connsiteY56" fmla="*/ 4642013 h 5835507"/>
              <a:gd name="connsiteX57" fmla="*/ 1123917 w 7323233"/>
              <a:gd name="connsiteY57" fmla="*/ 4723412 h 5835507"/>
              <a:gd name="connsiteX58" fmla="*/ 1294360 w 7323233"/>
              <a:gd name="connsiteY58" fmla="*/ 4745194 h 5835507"/>
              <a:gd name="connsiteX59" fmla="*/ 1054367 w 7323233"/>
              <a:gd name="connsiteY59" fmla="*/ 4603034 h 5835507"/>
              <a:gd name="connsiteX60" fmla="*/ 822015 w 7323233"/>
              <a:gd name="connsiteY60" fmla="*/ 4418070 h 5835507"/>
              <a:gd name="connsiteX61" fmla="*/ 1001246 w 7323233"/>
              <a:gd name="connsiteY61" fmla="*/ 4453610 h 5835507"/>
              <a:gd name="connsiteX62" fmla="*/ 1008889 w 7323233"/>
              <a:gd name="connsiteY62" fmla="*/ 4428770 h 5835507"/>
              <a:gd name="connsiteX63" fmla="*/ 853733 w 7323233"/>
              <a:gd name="connsiteY63" fmla="*/ 4208648 h 5835507"/>
              <a:gd name="connsiteX64" fmla="*/ 776921 w 7323233"/>
              <a:gd name="connsiteY64" fmla="*/ 4119989 h 5835507"/>
              <a:gd name="connsiteX65" fmla="*/ 431453 w 7323233"/>
              <a:gd name="connsiteY65" fmla="*/ 3852864 h 5835507"/>
              <a:gd name="connsiteX66" fmla="*/ 759342 w 7323233"/>
              <a:gd name="connsiteY66" fmla="*/ 3972095 h 5835507"/>
              <a:gd name="connsiteX67" fmla="*/ 420753 w 7323233"/>
              <a:gd name="connsiteY67" fmla="*/ 3712230 h 5835507"/>
              <a:gd name="connsiteX68" fmla="*/ 256425 w 7323233"/>
              <a:gd name="connsiteY68" fmla="*/ 3616309 h 5835507"/>
              <a:gd name="connsiteX69" fmla="*/ 214772 w 7323233"/>
              <a:gd name="connsiteY69" fmla="*/ 3559749 h 5835507"/>
              <a:gd name="connsiteX70" fmla="*/ 287762 w 7323233"/>
              <a:gd name="connsiteY70" fmla="*/ 3547521 h 5835507"/>
              <a:gd name="connsiteX71" fmla="*/ 511706 w 7323233"/>
              <a:gd name="connsiteY71" fmla="*/ 3569305 h 5835507"/>
              <a:gd name="connsiteX72" fmla="*/ 235409 w 7323233"/>
              <a:gd name="connsiteY72" fmla="*/ 3394659 h 5835507"/>
              <a:gd name="connsiteX73" fmla="*/ 442537 w 7323233"/>
              <a:gd name="connsiteY73" fmla="*/ 3421409 h 5835507"/>
              <a:gd name="connsiteX74" fmla="*/ 502152 w 7323233"/>
              <a:gd name="connsiteY74" fmla="*/ 3352622 h 5835507"/>
              <a:gd name="connsiteX75" fmla="*/ 598455 w 7323233"/>
              <a:gd name="connsiteY75" fmla="*/ 3241415 h 5835507"/>
              <a:gd name="connsiteX76" fmla="*/ 664949 w 7323233"/>
              <a:gd name="connsiteY76" fmla="*/ 3179506 h 5835507"/>
              <a:gd name="connsiteX77" fmla="*/ 692846 w 7323233"/>
              <a:gd name="connsiteY77" fmla="*/ 2984607 h 5835507"/>
              <a:gd name="connsiteX78" fmla="*/ 635524 w 7323233"/>
              <a:gd name="connsiteY78" fmla="*/ 2771366 h 5835507"/>
              <a:gd name="connsiteX79" fmla="*/ 480368 w 7323233"/>
              <a:gd name="connsiteY79" fmla="*/ 2663598 h 5835507"/>
              <a:gd name="connsiteX80" fmla="*/ 525081 w 7323233"/>
              <a:gd name="connsiteY80" fmla="*/ 2542454 h 5835507"/>
              <a:gd name="connsiteX81" fmla="*/ 855264 w 7323233"/>
              <a:gd name="connsiteY81" fmla="*/ 2615829 h 5835507"/>
              <a:gd name="connsiteX82" fmla="*/ 361137 w 7323233"/>
              <a:gd name="connsiteY82" fmla="*/ 2327301 h 5835507"/>
              <a:gd name="connsiteX83" fmla="*/ 444065 w 7323233"/>
              <a:gd name="connsiteY83" fmla="*/ 2312780 h 5835507"/>
              <a:gd name="connsiteX84" fmla="*/ 440625 w 7323233"/>
              <a:gd name="connsiteY84" fmla="*/ 2290233 h 5835507"/>
              <a:gd name="connsiteX85" fmla="*/ 445975 w 7323233"/>
              <a:gd name="connsiteY85" fmla="*/ 2151509 h 5835507"/>
              <a:gd name="connsiteX86" fmla="*/ 459734 w 7323233"/>
              <a:gd name="connsiteY86" fmla="*/ 2087690 h 5835507"/>
              <a:gd name="connsiteX87" fmla="*/ 437950 w 7323233"/>
              <a:gd name="connsiteY87" fmla="*/ 2014315 h 5835507"/>
              <a:gd name="connsiteX88" fmla="*/ 808640 w 7323233"/>
              <a:gd name="connsiteY88" fmla="*/ 2042977 h 5835507"/>
              <a:gd name="connsiteX89" fmla="*/ 969908 w 7323233"/>
              <a:gd name="connsiteY89" fmla="*/ 2026162 h 5835507"/>
              <a:gd name="connsiteX90" fmla="*/ 1251176 w 7323233"/>
              <a:gd name="connsiteY90" fmla="*/ 2021577 h 5835507"/>
              <a:gd name="connsiteX91" fmla="*/ 1381491 w 7323233"/>
              <a:gd name="connsiteY91" fmla="*/ 2035718 h 5835507"/>
              <a:gd name="connsiteX92" fmla="*/ 1492697 w 7323233"/>
              <a:gd name="connsiteY92" fmla="*/ 2017374 h 5835507"/>
              <a:gd name="connsiteX93" fmla="*/ 1386076 w 7323233"/>
              <a:gd name="connsiteY93" fmla="*/ 1931006 h 5835507"/>
              <a:gd name="connsiteX94" fmla="*/ 1235889 w 7323233"/>
              <a:gd name="connsiteY94" fmla="*/ 1932153 h 5835507"/>
              <a:gd name="connsiteX95" fmla="*/ 1128886 w 7323233"/>
              <a:gd name="connsiteY95" fmla="*/ 1875977 h 5835507"/>
              <a:gd name="connsiteX96" fmla="*/ 1026851 w 7323233"/>
              <a:gd name="connsiteY96" fmla="*/ 1774322 h 5835507"/>
              <a:gd name="connsiteX97" fmla="*/ 666861 w 7323233"/>
              <a:gd name="connsiteY97" fmla="*/ 1612290 h 5835507"/>
              <a:gd name="connsiteX98" fmla="*/ 601130 w 7323233"/>
              <a:gd name="connsiteY98" fmla="*/ 1550762 h 5835507"/>
              <a:gd name="connsiteX99" fmla="*/ 1630272 w 7323233"/>
              <a:gd name="connsiteY99" fmla="*/ 1785787 h 5835507"/>
              <a:gd name="connsiteX100" fmla="*/ 1312320 w 7323233"/>
              <a:gd name="connsiteY100" fmla="*/ 1687191 h 5835507"/>
              <a:gd name="connsiteX101" fmla="*/ 1527473 w 7323233"/>
              <a:gd name="connsiteY101" fmla="*/ 1705153 h 5835507"/>
              <a:gd name="connsiteX102" fmla="*/ 1646706 w 7323233"/>
              <a:gd name="connsiteY102" fmla="*/ 1639040 h 5835507"/>
              <a:gd name="connsiteX103" fmla="*/ 1645178 w 7323233"/>
              <a:gd name="connsiteY103" fmla="*/ 1620315 h 5835507"/>
              <a:gd name="connsiteX104" fmla="*/ 1557663 w 7323233"/>
              <a:gd name="connsiteY104" fmla="*/ 1558787 h 5835507"/>
              <a:gd name="connsiteX105" fmla="*/ 1506454 w 7323233"/>
              <a:gd name="connsiteY105" fmla="*/ 1519044 h 5835507"/>
              <a:gd name="connsiteX106" fmla="*/ 1366204 w 7323233"/>
              <a:gd name="connsiteY106" fmla="*/ 1375735 h 5835507"/>
              <a:gd name="connsiteX107" fmla="*/ 1466329 w 7323233"/>
              <a:gd name="connsiteY107" fmla="*/ 1360450 h 5835507"/>
              <a:gd name="connsiteX108" fmla="*/ 1503397 w 7323233"/>
              <a:gd name="connsiteY108" fmla="*/ 1330641 h 5835507"/>
              <a:gd name="connsiteX109" fmla="*/ 1475501 w 7323233"/>
              <a:gd name="connsiteY109" fmla="*/ 1288604 h 5835507"/>
              <a:gd name="connsiteX110" fmla="*/ 1165573 w 7323233"/>
              <a:gd name="connsiteY110" fmla="*/ 1159435 h 5835507"/>
              <a:gd name="connsiteX111" fmla="*/ 1141498 w 7323233"/>
              <a:gd name="connsiteY111" fmla="*/ 1059311 h 5835507"/>
              <a:gd name="connsiteX112" fmla="*/ 1199585 w 7323233"/>
              <a:gd name="connsiteY112" fmla="*/ 1044407 h 5835507"/>
              <a:gd name="connsiteX113" fmla="*/ 1267226 w 7323233"/>
              <a:gd name="connsiteY113" fmla="*/ 1051286 h 5835507"/>
              <a:gd name="connsiteX114" fmla="*/ 1213342 w 7323233"/>
              <a:gd name="connsiteY114" fmla="*/ 972561 h 5835507"/>
              <a:gd name="connsiteX115" fmla="*/ 993986 w 7323233"/>
              <a:gd name="connsiteY115" fmla="*/ 893073 h 5835507"/>
              <a:gd name="connsiteX116" fmla="*/ 1047486 w 7323233"/>
              <a:gd name="connsiteY116" fmla="*/ 820083 h 5835507"/>
              <a:gd name="connsiteX117" fmla="*/ 0 w 7323233"/>
              <a:gd name="connsiteY117" fmla="*/ 488371 h 5835507"/>
              <a:gd name="connsiteX118" fmla="*/ 188403 w 7323233"/>
              <a:gd name="connsiteY118" fmla="*/ 484933 h 5835507"/>
              <a:gd name="connsiteX119" fmla="*/ 584315 w 7323233"/>
              <a:gd name="connsiteY119" fmla="*/ 534230 h 5835507"/>
              <a:gd name="connsiteX120" fmla="*/ 782271 w 7323233"/>
              <a:gd name="connsiteY120" fmla="*/ 525824 h 5835507"/>
              <a:gd name="connsiteX121" fmla="*/ 967998 w 7323233"/>
              <a:gd name="connsiteY121" fmla="*/ 552574 h 5835507"/>
              <a:gd name="connsiteX122" fmla="*/ 1129651 w 7323233"/>
              <a:gd name="connsiteY122" fmla="*/ 552574 h 5835507"/>
              <a:gd name="connsiteX123" fmla="*/ 978317 w 7323233"/>
              <a:gd name="connsiteY123" fmla="*/ 513593 h 5835507"/>
              <a:gd name="connsiteX124" fmla="*/ 1074620 w 7323233"/>
              <a:gd name="connsiteY124" fmla="*/ 478818 h 5835507"/>
              <a:gd name="connsiteX125" fmla="*/ 1091435 w 7323233"/>
              <a:gd name="connsiteY125" fmla="*/ 436781 h 5835507"/>
              <a:gd name="connsiteX126" fmla="*/ 1135383 w 7323233"/>
              <a:gd name="connsiteY126" fmla="*/ 404296 h 5835507"/>
              <a:gd name="connsiteX127" fmla="*/ 1384166 w 7323233"/>
              <a:gd name="connsiteY127" fmla="*/ 420349 h 5835507"/>
              <a:gd name="connsiteX128" fmla="*/ 1219839 w 7323233"/>
              <a:gd name="connsiteY128" fmla="*/ 286593 h 5835507"/>
              <a:gd name="connsiteX129" fmla="*/ 1114364 w 7323233"/>
              <a:gd name="connsiteY129" fmla="*/ 264428 h 5835507"/>
              <a:gd name="connsiteX130" fmla="*/ 1090289 w 7323233"/>
              <a:gd name="connsiteY130" fmla="*/ 207487 h 5835507"/>
              <a:gd name="connsiteX131" fmla="*/ 1139204 w 7323233"/>
              <a:gd name="connsiteY131" fmla="*/ 195259 h 5835507"/>
              <a:gd name="connsiteX132" fmla="*/ 1382254 w 7323233"/>
              <a:gd name="connsiteY132" fmla="*/ 242265 h 5835507"/>
              <a:gd name="connsiteX133" fmla="*/ 1423145 w 7323233"/>
              <a:gd name="connsiteY133" fmla="*/ 223537 h 5835507"/>
              <a:gd name="connsiteX134" fmla="*/ 965705 w 7323233"/>
              <a:gd name="connsiteY134" fmla="*/ 102013 h 5835507"/>
              <a:gd name="connsiteX135" fmla="*/ 972586 w 7323233"/>
              <a:gd name="connsiteY135" fmla="*/ 69912 h 5835507"/>
              <a:gd name="connsiteX136" fmla="*/ 1375376 w 7323233"/>
              <a:gd name="connsiteY136" fmla="*/ 119593 h 5835507"/>
              <a:gd name="connsiteX137" fmla="*/ 1117804 w 7323233"/>
              <a:gd name="connsiteY137" fmla="*/ 25200 h 5835507"/>
              <a:gd name="connsiteX138" fmla="*/ 1164045 w 7323233"/>
              <a:gd name="connsiteY138" fmla="*/ 25 h 5835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7323233" h="5835507">
                <a:moveTo>
                  <a:pt x="1164045" y="25"/>
                </a:moveTo>
                <a:cubicBezTo>
                  <a:pt x="1180764" y="455"/>
                  <a:pt x="1198056" y="6474"/>
                  <a:pt x="1213723" y="8385"/>
                </a:cubicBezTo>
                <a:cubicBezTo>
                  <a:pt x="1559575" y="51187"/>
                  <a:pt x="1905425" y="97428"/>
                  <a:pt x="2251656" y="138318"/>
                </a:cubicBezTo>
                <a:cubicBezTo>
                  <a:pt x="2575343" y="176534"/>
                  <a:pt x="2901320" y="185322"/>
                  <a:pt x="3226534" y="205194"/>
                </a:cubicBezTo>
                <a:cubicBezTo>
                  <a:pt x="3620153" y="229271"/>
                  <a:pt x="4013008" y="263284"/>
                  <a:pt x="4404335" y="316784"/>
                </a:cubicBezTo>
                <a:cubicBezTo>
                  <a:pt x="4676048" y="354236"/>
                  <a:pt x="4950435" y="380221"/>
                  <a:pt x="5225968" y="350415"/>
                </a:cubicBezTo>
                <a:cubicBezTo>
                  <a:pt x="5239725" y="348884"/>
                  <a:pt x="5255394" y="343918"/>
                  <a:pt x="5266859" y="348884"/>
                </a:cubicBezTo>
                <a:cubicBezTo>
                  <a:pt x="5400614" y="404680"/>
                  <a:pt x="5546596" y="364553"/>
                  <a:pt x="5685318" y="399712"/>
                </a:cubicBezTo>
                <a:cubicBezTo>
                  <a:pt x="5649777" y="535377"/>
                  <a:pt x="5497299" y="524293"/>
                  <a:pt x="5411315" y="618305"/>
                </a:cubicBezTo>
                <a:cubicBezTo>
                  <a:pt x="5551565" y="655755"/>
                  <a:pt x="5677676" y="693589"/>
                  <a:pt x="5805698" y="721868"/>
                </a:cubicBezTo>
                <a:cubicBezTo>
                  <a:pt x="5941363" y="751677"/>
                  <a:pt x="6056391" y="832311"/>
                  <a:pt x="6188997" y="868233"/>
                </a:cubicBezTo>
                <a:cubicBezTo>
                  <a:pt x="6217279" y="875876"/>
                  <a:pt x="6251291" y="902627"/>
                  <a:pt x="6261225" y="928614"/>
                </a:cubicBezTo>
                <a:cubicBezTo>
                  <a:pt x="6293326" y="1012688"/>
                  <a:pt x="6934199" y="1248479"/>
                  <a:pt x="6858533" y="1323379"/>
                </a:cubicBezTo>
                <a:cubicBezTo>
                  <a:pt x="6827197" y="1354335"/>
                  <a:pt x="6786687" y="1376500"/>
                  <a:pt x="6744269" y="1407072"/>
                </a:cubicBezTo>
                <a:cubicBezTo>
                  <a:pt x="6808090" y="1464778"/>
                  <a:pt x="6879934" y="1490000"/>
                  <a:pt x="6956365" y="1507197"/>
                </a:cubicBezTo>
                <a:cubicBezTo>
                  <a:pt x="6979295" y="1512547"/>
                  <a:pt x="7001843" y="1523247"/>
                  <a:pt x="7004134" y="1549234"/>
                </a:cubicBezTo>
                <a:cubicBezTo>
                  <a:pt x="7006427" y="1576366"/>
                  <a:pt x="6983115" y="1587066"/>
                  <a:pt x="6963627" y="1599678"/>
                </a:cubicBezTo>
                <a:cubicBezTo>
                  <a:pt x="6936493" y="1617256"/>
                  <a:pt x="6910125" y="1632543"/>
                  <a:pt x="6875731" y="1634837"/>
                </a:cubicBezTo>
                <a:cubicBezTo>
                  <a:pt x="6819171" y="1638275"/>
                  <a:pt x="6792040" y="1687191"/>
                  <a:pt x="6759175" y="1723878"/>
                </a:cubicBezTo>
                <a:cubicBezTo>
                  <a:pt x="6740831" y="1744515"/>
                  <a:pt x="6731659" y="1786169"/>
                  <a:pt x="6763759" y="1793431"/>
                </a:cubicBezTo>
                <a:cubicBezTo>
                  <a:pt x="6840955" y="1811009"/>
                  <a:pt x="6834840" y="1861837"/>
                  <a:pt x="6832931" y="1919543"/>
                </a:cubicBezTo>
                <a:cubicBezTo>
                  <a:pt x="6830255" y="1991005"/>
                  <a:pt x="6784777" y="2023871"/>
                  <a:pt x="6728984" y="2051386"/>
                </a:cubicBezTo>
                <a:cubicBezTo>
                  <a:pt x="6709875" y="2060939"/>
                  <a:pt x="6682743" y="2060556"/>
                  <a:pt x="6675481" y="2090365"/>
                </a:cubicBezTo>
                <a:cubicBezTo>
                  <a:pt x="6706819" y="2118645"/>
                  <a:pt x="6745034" y="2095715"/>
                  <a:pt x="6778665" y="2103740"/>
                </a:cubicBezTo>
                <a:cubicBezTo>
                  <a:pt x="6806561" y="2110237"/>
                  <a:pt x="6852802" y="2106799"/>
                  <a:pt x="6814587" y="2158771"/>
                </a:cubicBezTo>
                <a:cubicBezTo>
                  <a:pt x="6803503" y="2173674"/>
                  <a:pt x="6816497" y="2185139"/>
                  <a:pt x="6830637" y="2186286"/>
                </a:cubicBezTo>
                <a:cubicBezTo>
                  <a:pt x="6943755" y="2198133"/>
                  <a:pt x="6891781" y="2303226"/>
                  <a:pt x="6928087" y="2358639"/>
                </a:cubicBezTo>
                <a:cubicBezTo>
                  <a:pt x="6938021" y="2373923"/>
                  <a:pt x="6927321" y="2400292"/>
                  <a:pt x="6911653" y="2406789"/>
                </a:cubicBezTo>
                <a:cubicBezTo>
                  <a:pt x="6811528" y="2449592"/>
                  <a:pt x="6797771" y="2551626"/>
                  <a:pt x="6749237" y="2639522"/>
                </a:cubicBezTo>
                <a:cubicBezTo>
                  <a:pt x="6801975" y="2674298"/>
                  <a:pt x="6865031" y="2681941"/>
                  <a:pt x="6921971" y="2704488"/>
                </a:cubicBezTo>
                <a:cubicBezTo>
                  <a:pt x="6981205" y="2728182"/>
                  <a:pt x="6981205" y="2745760"/>
                  <a:pt x="6932290" y="2814548"/>
                </a:cubicBezTo>
                <a:cubicBezTo>
                  <a:pt x="7059546" y="2829453"/>
                  <a:pt x="7059546" y="2829453"/>
                  <a:pt x="7020186" y="2937603"/>
                </a:cubicBezTo>
                <a:cubicBezTo>
                  <a:pt x="7126808" y="2947538"/>
                  <a:pt x="7197123" y="2998747"/>
                  <a:pt x="7213555" y="3110719"/>
                </a:cubicBezTo>
                <a:cubicBezTo>
                  <a:pt x="7221580" y="3164984"/>
                  <a:pt x="7269733" y="3190588"/>
                  <a:pt x="7323233" y="3226893"/>
                </a:cubicBezTo>
                <a:cubicBezTo>
                  <a:pt x="7256739" y="3262053"/>
                  <a:pt x="7211645" y="3335425"/>
                  <a:pt x="7134067" y="3257847"/>
                </a:cubicBezTo>
                <a:cubicBezTo>
                  <a:pt x="7105789" y="3229569"/>
                  <a:pt x="7108462" y="3265491"/>
                  <a:pt x="7104643" y="3275809"/>
                </a:cubicBezTo>
                <a:cubicBezTo>
                  <a:pt x="7095471" y="3301031"/>
                  <a:pt x="7114577" y="3317846"/>
                  <a:pt x="7127189" y="3336953"/>
                </a:cubicBezTo>
                <a:cubicBezTo>
                  <a:pt x="7139417" y="3356062"/>
                  <a:pt x="7153939" y="3376315"/>
                  <a:pt x="7157379" y="3397718"/>
                </a:cubicBezTo>
                <a:cubicBezTo>
                  <a:pt x="7159671" y="3412621"/>
                  <a:pt x="7148589" y="3434403"/>
                  <a:pt x="7136361" y="3445487"/>
                </a:cubicBezTo>
                <a:cubicBezTo>
                  <a:pt x="7072159" y="3503956"/>
                  <a:pt x="7110374" y="3635418"/>
                  <a:pt x="6988849" y="3652233"/>
                </a:cubicBezTo>
                <a:cubicBezTo>
                  <a:pt x="6934199" y="3659874"/>
                  <a:pt x="6907831" y="3708027"/>
                  <a:pt x="6867705" y="3734395"/>
                </a:cubicBezTo>
                <a:cubicBezTo>
                  <a:pt x="6728219" y="3826495"/>
                  <a:pt x="6634972" y="3944964"/>
                  <a:pt x="6591791" y="4107760"/>
                </a:cubicBezTo>
                <a:cubicBezTo>
                  <a:pt x="6579943" y="4152854"/>
                  <a:pt x="6534466" y="4189160"/>
                  <a:pt x="6505041" y="4228904"/>
                </a:cubicBezTo>
                <a:cubicBezTo>
                  <a:pt x="6519181" y="4257948"/>
                  <a:pt x="6596375" y="4195273"/>
                  <a:pt x="6569243" y="4271704"/>
                </a:cubicBezTo>
                <a:cubicBezTo>
                  <a:pt x="6548606" y="4329029"/>
                  <a:pt x="6495869" y="4364569"/>
                  <a:pt x="6446188" y="4398582"/>
                </a:cubicBezTo>
                <a:cubicBezTo>
                  <a:pt x="6389629" y="4437179"/>
                  <a:pt x="6326957" y="4468132"/>
                  <a:pt x="6301351" y="4539595"/>
                </a:cubicBezTo>
                <a:cubicBezTo>
                  <a:pt x="6296001" y="4554882"/>
                  <a:pt x="6278804" y="4570932"/>
                  <a:pt x="6263519" y="4577047"/>
                </a:cubicBezTo>
                <a:cubicBezTo>
                  <a:pt x="5466343" y="5834719"/>
                  <a:pt x="3503978" y="5843126"/>
                  <a:pt x="3277744" y="5834336"/>
                </a:cubicBezTo>
                <a:cubicBezTo>
                  <a:pt x="3003739" y="5823254"/>
                  <a:pt x="2744636" y="5745676"/>
                  <a:pt x="2490505" y="5648992"/>
                </a:cubicBezTo>
                <a:cubicBezTo>
                  <a:pt x="2383118" y="5608101"/>
                  <a:pt x="2283377" y="5550014"/>
                  <a:pt x="2179046" y="5504920"/>
                </a:cubicBezTo>
                <a:cubicBezTo>
                  <a:pt x="2034975" y="5442627"/>
                  <a:pt x="1923768" y="5323777"/>
                  <a:pt x="1780078" y="5273715"/>
                </a:cubicBezTo>
                <a:cubicBezTo>
                  <a:pt x="1632184" y="5222124"/>
                  <a:pt x="1505691" y="5127731"/>
                  <a:pt x="1353592" y="5087606"/>
                </a:cubicBezTo>
                <a:cubicBezTo>
                  <a:pt x="1273341" y="5066205"/>
                  <a:pt x="1195763" y="5027608"/>
                  <a:pt x="1208373" y="4917165"/>
                </a:cubicBezTo>
                <a:cubicBezTo>
                  <a:pt x="1211813" y="4885828"/>
                  <a:pt x="1190795" y="4860224"/>
                  <a:pt x="1157548" y="4869396"/>
                </a:cubicBezTo>
                <a:cubicBezTo>
                  <a:pt x="1094110" y="4886593"/>
                  <a:pt x="1065448" y="4841115"/>
                  <a:pt x="1030289" y="4807103"/>
                </a:cubicBezTo>
                <a:cubicBezTo>
                  <a:pt x="967617" y="4746725"/>
                  <a:pt x="908001" y="4682522"/>
                  <a:pt x="808258" y="4672585"/>
                </a:cubicBezTo>
                <a:cubicBezTo>
                  <a:pt x="827365" y="4625197"/>
                  <a:pt x="859849" y="4632078"/>
                  <a:pt x="889658" y="4642013"/>
                </a:cubicBezTo>
                <a:cubicBezTo>
                  <a:pt x="967998" y="4668000"/>
                  <a:pt x="1045576" y="4697425"/>
                  <a:pt x="1123917" y="4723412"/>
                </a:cubicBezTo>
                <a:cubicBezTo>
                  <a:pt x="1175126" y="4740228"/>
                  <a:pt x="1225954" y="4763921"/>
                  <a:pt x="1294360" y="4745194"/>
                </a:cubicBezTo>
                <a:cubicBezTo>
                  <a:pt x="1235507" y="4649656"/>
                  <a:pt x="1135383" y="4632459"/>
                  <a:pt x="1054367" y="4603034"/>
                </a:cubicBezTo>
                <a:cubicBezTo>
                  <a:pt x="953095" y="4565966"/>
                  <a:pt x="893480" y="4496029"/>
                  <a:pt x="822015" y="4418070"/>
                </a:cubicBezTo>
                <a:cubicBezTo>
                  <a:pt x="896536" y="4399344"/>
                  <a:pt x="942777" y="4456669"/>
                  <a:pt x="1001246" y="4453610"/>
                </a:cubicBezTo>
                <a:cubicBezTo>
                  <a:pt x="1004304" y="4443675"/>
                  <a:pt x="1009654" y="4429153"/>
                  <a:pt x="1008889" y="4428770"/>
                </a:cubicBezTo>
                <a:cubicBezTo>
                  <a:pt x="913351" y="4385969"/>
                  <a:pt x="868639" y="4305717"/>
                  <a:pt x="853733" y="4208648"/>
                </a:cubicBezTo>
                <a:cubicBezTo>
                  <a:pt x="846092" y="4158588"/>
                  <a:pt x="811315" y="4142920"/>
                  <a:pt x="776921" y="4119989"/>
                </a:cubicBezTo>
                <a:cubicBezTo>
                  <a:pt x="656924" y="4038591"/>
                  <a:pt x="530049" y="3964835"/>
                  <a:pt x="431453" y="3852864"/>
                </a:cubicBezTo>
                <a:cubicBezTo>
                  <a:pt x="545336" y="3867767"/>
                  <a:pt x="636671" y="3940758"/>
                  <a:pt x="759342" y="3972095"/>
                </a:cubicBezTo>
                <a:cubicBezTo>
                  <a:pt x="661893" y="3849042"/>
                  <a:pt x="535781" y="3786751"/>
                  <a:pt x="420753" y="3712230"/>
                </a:cubicBezTo>
                <a:cubicBezTo>
                  <a:pt x="368397" y="3678218"/>
                  <a:pt x="319865" y="3634652"/>
                  <a:pt x="256425" y="3616309"/>
                </a:cubicBezTo>
                <a:cubicBezTo>
                  <a:pt x="233878" y="3609812"/>
                  <a:pt x="196810" y="3596055"/>
                  <a:pt x="214772" y="3559749"/>
                </a:cubicBezTo>
                <a:cubicBezTo>
                  <a:pt x="230057" y="3529561"/>
                  <a:pt x="260247" y="3538731"/>
                  <a:pt x="287762" y="3547521"/>
                </a:cubicBezTo>
                <a:cubicBezTo>
                  <a:pt x="353875" y="3569305"/>
                  <a:pt x="422281" y="3569687"/>
                  <a:pt x="511706" y="3569305"/>
                </a:cubicBezTo>
                <a:cubicBezTo>
                  <a:pt x="436803" y="3469562"/>
                  <a:pt x="299609" y="3499371"/>
                  <a:pt x="235409" y="3394659"/>
                </a:cubicBezTo>
                <a:cubicBezTo>
                  <a:pt x="315659" y="3376315"/>
                  <a:pt x="377569" y="3414149"/>
                  <a:pt x="442537" y="3421409"/>
                </a:cubicBezTo>
                <a:cubicBezTo>
                  <a:pt x="501387" y="3427906"/>
                  <a:pt x="515909" y="3410328"/>
                  <a:pt x="502152" y="3352622"/>
                </a:cubicBezTo>
                <a:cubicBezTo>
                  <a:pt x="480752" y="3262815"/>
                  <a:pt x="512852" y="3216956"/>
                  <a:pt x="598455" y="3241415"/>
                </a:cubicBezTo>
                <a:cubicBezTo>
                  <a:pt x="677943" y="3264344"/>
                  <a:pt x="686349" y="3230715"/>
                  <a:pt x="664949" y="3179506"/>
                </a:cubicBezTo>
                <a:cubicBezTo>
                  <a:pt x="634377" y="3104987"/>
                  <a:pt x="669153" y="3047281"/>
                  <a:pt x="692846" y="2984607"/>
                </a:cubicBezTo>
                <a:cubicBezTo>
                  <a:pt x="729152" y="2889069"/>
                  <a:pt x="713865" y="2842445"/>
                  <a:pt x="635524" y="2771366"/>
                </a:cubicBezTo>
                <a:cubicBezTo>
                  <a:pt x="591577" y="2731620"/>
                  <a:pt x="544190" y="2697991"/>
                  <a:pt x="480368" y="2663598"/>
                </a:cubicBezTo>
                <a:cubicBezTo>
                  <a:pt x="627499" y="2644872"/>
                  <a:pt x="473109" y="2581817"/>
                  <a:pt x="525081" y="2542454"/>
                </a:cubicBezTo>
                <a:cubicBezTo>
                  <a:pt x="629027" y="2526404"/>
                  <a:pt x="713865" y="2651751"/>
                  <a:pt x="855264" y="2615829"/>
                </a:cubicBezTo>
                <a:cubicBezTo>
                  <a:pt x="680618" y="2507295"/>
                  <a:pt x="487630" y="2471755"/>
                  <a:pt x="361137" y="2327301"/>
                </a:cubicBezTo>
                <a:cubicBezTo>
                  <a:pt x="390181" y="2294436"/>
                  <a:pt x="419224" y="2325008"/>
                  <a:pt x="444065" y="2312780"/>
                </a:cubicBezTo>
                <a:cubicBezTo>
                  <a:pt x="443300" y="2305136"/>
                  <a:pt x="445212" y="2293671"/>
                  <a:pt x="440625" y="2290233"/>
                </a:cubicBezTo>
                <a:cubicBezTo>
                  <a:pt x="346234" y="2211508"/>
                  <a:pt x="344703" y="2209598"/>
                  <a:pt x="445975" y="2151509"/>
                </a:cubicBezTo>
                <a:cubicBezTo>
                  <a:pt x="481515" y="2131255"/>
                  <a:pt x="478459" y="2113293"/>
                  <a:pt x="459734" y="2087690"/>
                </a:cubicBezTo>
                <a:cubicBezTo>
                  <a:pt x="446356" y="2069728"/>
                  <a:pt x="430306" y="2053677"/>
                  <a:pt x="437950" y="2014315"/>
                </a:cubicBezTo>
                <a:cubicBezTo>
                  <a:pt x="493362" y="2064761"/>
                  <a:pt x="761252" y="2048327"/>
                  <a:pt x="808640" y="2042977"/>
                </a:cubicBezTo>
                <a:cubicBezTo>
                  <a:pt x="861758" y="2037246"/>
                  <a:pt x="914114" y="2012787"/>
                  <a:pt x="969908" y="2026162"/>
                </a:cubicBezTo>
                <a:cubicBezTo>
                  <a:pt x="1014621" y="2036864"/>
                  <a:pt x="1221748" y="2140427"/>
                  <a:pt x="1251176" y="2021577"/>
                </a:cubicBezTo>
                <a:cubicBezTo>
                  <a:pt x="1252704" y="2015846"/>
                  <a:pt x="1336395" y="2029221"/>
                  <a:pt x="1381491" y="2035718"/>
                </a:cubicBezTo>
                <a:cubicBezTo>
                  <a:pt x="1421235" y="2041068"/>
                  <a:pt x="1465947" y="2064761"/>
                  <a:pt x="1492697" y="2017374"/>
                </a:cubicBezTo>
                <a:cubicBezTo>
                  <a:pt x="1508366" y="1989477"/>
                  <a:pt x="1443782" y="1935593"/>
                  <a:pt x="1386076" y="1931006"/>
                </a:cubicBezTo>
                <a:cubicBezTo>
                  <a:pt x="1336013" y="1926802"/>
                  <a:pt x="1283658" y="1920687"/>
                  <a:pt x="1235889" y="1932153"/>
                </a:cubicBezTo>
                <a:cubicBezTo>
                  <a:pt x="1177038" y="1945911"/>
                  <a:pt x="1145320" y="1923746"/>
                  <a:pt x="1128886" y="1875977"/>
                </a:cubicBezTo>
                <a:cubicBezTo>
                  <a:pt x="1110542" y="1823240"/>
                  <a:pt x="1075383" y="1798781"/>
                  <a:pt x="1026851" y="1774322"/>
                </a:cubicBezTo>
                <a:cubicBezTo>
                  <a:pt x="909146" y="1715090"/>
                  <a:pt x="796030" y="1646684"/>
                  <a:pt x="666861" y="1612290"/>
                </a:cubicBezTo>
                <a:cubicBezTo>
                  <a:pt x="641255" y="1605409"/>
                  <a:pt x="612977" y="1596238"/>
                  <a:pt x="601130" y="1550762"/>
                </a:cubicBezTo>
                <a:cubicBezTo>
                  <a:pt x="950802" y="1618785"/>
                  <a:pt x="1269520" y="1796106"/>
                  <a:pt x="1630272" y="1785787"/>
                </a:cubicBezTo>
                <a:cubicBezTo>
                  <a:pt x="1531678" y="1729610"/>
                  <a:pt x="1417413" y="1726553"/>
                  <a:pt x="1312320" y="1687191"/>
                </a:cubicBezTo>
                <a:cubicBezTo>
                  <a:pt x="1386841" y="1657765"/>
                  <a:pt x="1456775" y="1688337"/>
                  <a:pt x="1527473" y="1705153"/>
                </a:cubicBezTo>
                <a:cubicBezTo>
                  <a:pt x="1586707" y="1718909"/>
                  <a:pt x="1640210" y="1721203"/>
                  <a:pt x="1646706" y="1639040"/>
                </a:cubicBezTo>
                <a:cubicBezTo>
                  <a:pt x="1644413" y="1633690"/>
                  <a:pt x="1644794" y="1626812"/>
                  <a:pt x="1645178" y="1620315"/>
                </a:cubicBezTo>
                <a:cubicBezTo>
                  <a:pt x="1625304" y="1586303"/>
                  <a:pt x="1594350" y="1568725"/>
                  <a:pt x="1557663" y="1558787"/>
                </a:cubicBezTo>
                <a:cubicBezTo>
                  <a:pt x="1535498" y="1552672"/>
                  <a:pt x="1506073" y="1543500"/>
                  <a:pt x="1506454" y="1519044"/>
                </a:cubicBezTo>
                <a:cubicBezTo>
                  <a:pt x="1507601" y="1428472"/>
                  <a:pt x="1436904" y="1402104"/>
                  <a:pt x="1366204" y="1375735"/>
                </a:cubicBezTo>
                <a:cubicBezTo>
                  <a:pt x="1405566" y="1330641"/>
                  <a:pt x="1436520" y="1363888"/>
                  <a:pt x="1466329" y="1360450"/>
                </a:cubicBezTo>
                <a:cubicBezTo>
                  <a:pt x="1485819" y="1358157"/>
                  <a:pt x="1503397" y="1353953"/>
                  <a:pt x="1503397" y="1330641"/>
                </a:cubicBezTo>
                <a:cubicBezTo>
                  <a:pt x="1503779" y="1311151"/>
                  <a:pt x="1494607" y="1288985"/>
                  <a:pt x="1475501" y="1288604"/>
                </a:cubicBezTo>
                <a:cubicBezTo>
                  <a:pt x="1355885" y="1285163"/>
                  <a:pt x="1289773" y="1159817"/>
                  <a:pt x="1165573" y="1159435"/>
                </a:cubicBezTo>
                <a:cubicBezTo>
                  <a:pt x="1091435" y="1159435"/>
                  <a:pt x="1204170" y="1088738"/>
                  <a:pt x="1141498" y="1059311"/>
                </a:cubicBezTo>
                <a:cubicBezTo>
                  <a:pt x="1127739" y="1052814"/>
                  <a:pt x="1177420" y="1042879"/>
                  <a:pt x="1199585" y="1044407"/>
                </a:cubicBezTo>
                <a:cubicBezTo>
                  <a:pt x="1221367" y="1045935"/>
                  <a:pt x="1240857" y="1064661"/>
                  <a:pt x="1267226" y="1051286"/>
                </a:cubicBezTo>
                <a:cubicBezTo>
                  <a:pt x="1281748" y="1003517"/>
                  <a:pt x="1244298" y="985938"/>
                  <a:pt x="1213342" y="972561"/>
                </a:cubicBezTo>
                <a:cubicBezTo>
                  <a:pt x="1141879" y="941607"/>
                  <a:pt x="1072327" y="904157"/>
                  <a:pt x="993986" y="893073"/>
                </a:cubicBezTo>
                <a:cubicBezTo>
                  <a:pt x="966089" y="889252"/>
                  <a:pt x="1034111" y="838042"/>
                  <a:pt x="1047486" y="820083"/>
                </a:cubicBezTo>
                <a:cubicBezTo>
                  <a:pt x="732209" y="631299"/>
                  <a:pt x="353112" y="640852"/>
                  <a:pt x="0" y="488371"/>
                </a:cubicBezTo>
                <a:cubicBezTo>
                  <a:pt x="77960" y="458564"/>
                  <a:pt x="135284" y="480346"/>
                  <a:pt x="188403" y="484933"/>
                </a:cubicBezTo>
                <a:cubicBezTo>
                  <a:pt x="321009" y="496396"/>
                  <a:pt x="452090" y="520090"/>
                  <a:pt x="584315" y="534230"/>
                </a:cubicBezTo>
                <a:cubicBezTo>
                  <a:pt x="649281" y="541108"/>
                  <a:pt x="709662" y="567096"/>
                  <a:pt x="782271" y="525824"/>
                </a:cubicBezTo>
                <a:cubicBezTo>
                  <a:pt x="830805" y="498308"/>
                  <a:pt x="908383" y="528115"/>
                  <a:pt x="967998" y="552574"/>
                </a:cubicBezTo>
                <a:cubicBezTo>
                  <a:pt x="1017296" y="572827"/>
                  <a:pt x="1064301" y="578177"/>
                  <a:pt x="1129651" y="552574"/>
                </a:cubicBezTo>
                <a:cubicBezTo>
                  <a:pt x="1070417" y="536905"/>
                  <a:pt x="1024939" y="523149"/>
                  <a:pt x="978317" y="513593"/>
                </a:cubicBezTo>
                <a:cubicBezTo>
                  <a:pt x="941248" y="505952"/>
                  <a:pt x="1029526" y="474996"/>
                  <a:pt x="1074620" y="478818"/>
                </a:cubicBezTo>
                <a:cubicBezTo>
                  <a:pt x="1137676" y="484168"/>
                  <a:pt x="1102136" y="464296"/>
                  <a:pt x="1091435" y="436781"/>
                </a:cubicBezTo>
                <a:cubicBezTo>
                  <a:pt x="1079970" y="407355"/>
                  <a:pt x="1113982" y="398184"/>
                  <a:pt x="1135383" y="404296"/>
                </a:cubicBezTo>
                <a:cubicBezTo>
                  <a:pt x="1217545" y="428374"/>
                  <a:pt x="1299326" y="385955"/>
                  <a:pt x="1384166" y="420349"/>
                </a:cubicBezTo>
                <a:cubicBezTo>
                  <a:pt x="1362764" y="335509"/>
                  <a:pt x="1316523" y="298440"/>
                  <a:pt x="1219839" y="286593"/>
                </a:cubicBezTo>
                <a:cubicBezTo>
                  <a:pt x="1183533" y="282009"/>
                  <a:pt x="1145701" y="288887"/>
                  <a:pt x="1114364" y="264428"/>
                </a:cubicBezTo>
                <a:cubicBezTo>
                  <a:pt x="1096402" y="250290"/>
                  <a:pt x="1076148" y="233474"/>
                  <a:pt x="1090289" y="207487"/>
                </a:cubicBezTo>
                <a:cubicBezTo>
                  <a:pt x="1100223" y="189144"/>
                  <a:pt x="1121626" y="189144"/>
                  <a:pt x="1139204" y="195259"/>
                </a:cubicBezTo>
                <a:cubicBezTo>
                  <a:pt x="1217929" y="222393"/>
                  <a:pt x="1300091" y="232328"/>
                  <a:pt x="1382254" y="242265"/>
                </a:cubicBezTo>
                <a:cubicBezTo>
                  <a:pt x="1394866" y="243793"/>
                  <a:pt x="1409004" y="248762"/>
                  <a:pt x="1423145" y="223537"/>
                </a:cubicBezTo>
                <a:cubicBezTo>
                  <a:pt x="1269520" y="182647"/>
                  <a:pt x="1123536" y="124559"/>
                  <a:pt x="965705" y="102013"/>
                </a:cubicBezTo>
                <a:cubicBezTo>
                  <a:pt x="967998" y="91312"/>
                  <a:pt x="970292" y="80612"/>
                  <a:pt x="972586" y="69912"/>
                </a:cubicBezTo>
                <a:cubicBezTo>
                  <a:pt x="1096020" y="85197"/>
                  <a:pt x="1219457" y="100484"/>
                  <a:pt x="1375376" y="119593"/>
                </a:cubicBezTo>
                <a:cubicBezTo>
                  <a:pt x="1279454" y="58828"/>
                  <a:pt x="1188885" y="79084"/>
                  <a:pt x="1117804" y="25200"/>
                </a:cubicBezTo>
                <a:cubicBezTo>
                  <a:pt x="1131179" y="4755"/>
                  <a:pt x="1147325" y="-405"/>
                  <a:pt x="1164045" y="25"/>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hasCustomPrompt="1"/>
          </p:nvPr>
        </p:nvSpPr>
        <p:spPr>
          <a:xfrm>
            <a:off x="1768928" y="2242457"/>
            <a:ext cx="3731849" cy="2373086"/>
          </a:xfrm>
        </p:spPr>
        <p:txBody>
          <a:bodyPr anchor="ctr">
            <a:normAutofit/>
          </a:bodyPr>
          <a:lstStyle>
            <a:lvl1pPr>
              <a:defRPr sz="4000">
                <a:solidFill>
                  <a:schemeClr val="bg1"/>
                </a:solidFill>
              </a:defRPr>
            </a:lvl1pPr>
          </a:lstStyle>
          <a:p>
            <a:r>
              <a:rPr lang="en-US" dirty="0"/>
              <a:t>Title</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15" name="Content Placeholder 13">
            <a:extLst>
              <a:ext uri="{FF2B5EF4-FFF2-40B4-BE49-F238E27FC236}">
                <a16:creationId xmlns:a16="http://schemas.microsoft.com/office/drawing/2014/main" id="{CCD14F82-32BC-4E61-83EA-CB71ED780A3F}"/>
              </a:ext>
            </a:extLst>
          </p:cNvPr>
          <p:cNvSpPr>
            <a:spLocks noGrp="1"/>
          </p:cNvSpPr>
          <p:nvPr>
            <p:ph sz="quarter" idx="13"/>
          </p:nvPr>
        </p:nvSpPr>
        <p:spPr>
          <a:xfrm>
            <a:off x="6735763" y="712788"/>
            <a:ext cx="4618037" cy="5432425"/>
          </a:xfrm>
        </p:spPr>
        <p:txBody>
          <a:bodyPr anchor="ctr"/>
          <a:lstStyle>
            <a:lvl1pPr marL="0" indent="0">
              <a:buNone/>
              <a:defRPr sz="1800"/>
            </a:lvl1pPr>
          </a:lstStyle>
          <a:p>
            <a:pPr lvl="0"/>
            <a:r>
              <a:rPr lang="en-US"/>
              <a:t>Click to edit Master text styles</a:t>
            </a:r>
          </a:p>
        </p:txBody>
      </p:sp>
    </p:spTree>
    <p:extLst>
      <p:ext uri="{BB962C8B-B14F-4D97-AF65-F5344CB8AC3E}">
        <p14:creationId xmlns:p14="http://schemas.microsoft.com/office/powerpoint/2010/main" val="3655466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2 pictures">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D52F74EF-6A19-4BD7-8279-F105381ACB13}"/>
              </a:ext>
            </a:extLst>
          </p:cNvPr>
          <p:cNvSpPr>
            <a:spLocks noGrp="1"/>
          </p:cNvSpPr>
          <p:nvPr>
            <p:ph type="pic" sz="quarter" idx="13"/>
          </p:nvPr>
        </p:nvSpPr>
        <p:spPr>
          <a:xfrm>
            <a:off x="-9153" y="0"/>
            <a:ext cx="6105136" cy="6240787"/>
          </a:xfrm>
          <a:custGeom>
            <a:avLst/>
            <a:gdLst>
              <a:gd name="connsiteX0" fmla="*/ 0 w 6105136"/>
              <a:gd name="connsiteY0" fmla="*/ 0 h 6240787"/>
              <a:gd name="connsiteX1" fmla="*/ 4523152 w 6105136"/>
              <a:gd name="connsiteY1" fmla="*/ 0 h 6240787"/>
              <a:gd name="connsiteX2" fmla="*/ 4608623 w 6105136"/>
              <a:gd name="connsiteY2" fmla="*/ 39946 h 6240787"/>
              <a:gd name="connsiteX3" fmla="*/ 4823827 w 6105136"/>
              <a:gd name="connsiteY3" fmla="*/ 132755 h 6240787"/>
              <a:gd name="connsiteX4" fmla="*/ 4905422 w 6105136"/>
              <a:gd name="connsiteY4" fmla="*/ 207003 h 6240787"/>
              <a:gd name="connsiteX5" fmla="*/ 5580181 w 6105136"/>
              <a:gd name="connsiteY5" fmla="*/ 692427 h 6240787"/>
              <a:gd name="connsiteX6" fmla="*/ 5451100 w 6105136"/>
              <a:gd name="connsiteY6" fmla="*/ 795341 h 6240787"/>
              <a:gd name="connsiteX7" fmla="*/ 5690699 w 6105136"/>
              <a:gd name="connsiteY7" fmla="*/ 918459 h 6240787"/>
              <a:gd name="connsiteX8" fmla="*/ 5744662 w 6105136"/>
              <a:gd name="connsiteY8" fmla="*/ 970151 h 6240787"/>
              <a:gd name="connsiteX9" fmla="*/ 5698902 w 6105136"/>
              <a:gd name="connsiteY9" fmla="*/ 1032179 h 6240787"/>
              <a:gd name="connsiteX10" fmla="*/ 5599609 w 6105136"/>
              <a:gd name="connsiteY10" fmla="*/ 1075412 h 6240787"/>
              <a:gd name="connsiteX11" fmla="*/ 5467939 w 6105136"/>
              <a:gd name="connsiteY11" fmla="*/ 1184902 h 6240787"/>
              <a:gd name="connsiteX12" fmla="*/ 5473118 w 6105136"/>
              <a:gd name="connsiteY12" fmla="*/ 1270428 h 6240787"/>
              <a:gd name="connsiteX13" fmla="*/ 5551259 w 6105136"/>
              <a:gd name="connsiteY13" fmla="*/ 1425502 h 6240787"/>
              <a:gd name="connsiteX14" fmla="*/ 5433832 w 6105136"/>
              <a:gd name="connsiteY14" fmla="*/ 1587625 h 6240787"/>
              <a:gd name="connsiteX15" fmla="*/ 5373392 w 6105136"/>
              <a:gd name="connsiteY15" fmla="*/ 1635554 h 6240787"/>
              <a:gd name="connsiteX16" fmla="*/ 5489956 w 6105136"/>
              <a:gd name="connsiteY16" fmla="*/ 1652001 h 6240787"/>
              <a:gd name="connsiteX17" fmla="*/ 5530536 w 6105136"/>
              <a:gd name="connsiteY17" fmla="*/ 1719670 h 6240787"/>
              <a:gd name="connsiteX18" fmla="*/ 5548668 w 6105136"/>
              <a:gd name="connsiteY18" fmla="*/ 1753506 h 6240787"/>
              <a:gd name="connsiteX19" fmla="*/ 5658753 w 6105136"/>
              <a:gd name="connsiteY19" fmla="*/ 1965440 h 6240787"/>
              <a:gd name="connsiteX20" fmla="*/ 5640189 w 6105136"/>
              <a:gd name="connsiteY20" fmla="*/ 2024647 h 6240787"/>
              <a:gd name="connsiteX21" fmla="*/ 5456712 w 6105136"/>
              <a:gd name="connsiteY21" fmla="*/ 2310829 h 6240787"/>
              <a:gd name="connsiteX22" fmla="*/ 5651844 w 6105136"/>
              <a:gd name="connsiteY22" fmla="*/ 2390715 h 6240787"/>
              <a:gd name="connsiteX23" fmla="*/ 5663501 w 6105136"/>
              <a:gd name="connsiteY23" fmla="*/ 2526050 h 6240787"/>
              <a:gd name="connsiteX24" fmla="*/ 5762794 w 6105136"/>
              <a:gd name="connsiteY24" fmla="*/ 2677365 h 6240787"/>
              <a:gd name="connsiteX25" fmla="*/ 5981237 w 6105136"/>
              <a:gd name="connsiteY25" fmla="*/ 2890238 h 6240787"/>
              <a:gd name="connsiteX26" fmla="*/ 6105136 w 6105136"/>
              <a:gd name="connsiteY26" fmla="*/ 3033093 h 6240787"/>
              <a:gd name="connsiteX27" fmla="*/ 5891443 w 6105136"/>
              <a:gd name="connsiteY27" fmla="*/ 3071156 h 6240787"/>
              <a:gd name="connsiteX28" fmla="*/ 5858202 w 6105136"/>
              <a:gd name="connsiteY28" fmla="*/ 3093243 h 6240787"/>
              <a:gd name="connsiteX29" fmla="*/ 5883673 w 6105136"/>
              <a:gd name="connsiteY29" fmla="*/ 3168428 h 6240787"/>
              <a:gd name="connsiteX30" fmla="*/ 5917778 w 6105136"/>
              <a:gd name="connsiteY30" fmla="*/ 3243149 h 6240787"/>
              <a:gd name="connsiteX31" fmla="*/ 5894034 w 6105136"/>
              <a:gd name="connsiteY31" fmla="*/ 3301887 h 6240787"/>
              <a:gd name="connsiteX32" fmla="*/ 5727393 w 6105136"/>
              <a:gd name="connsiteY32" fmla="*/ 3556115 h 6240787"/>
              <a:gd name="connsiteX33" fmla="*/ 5590543 w 6105136"/>
              <a:gd name="connsiteY33" fmla="*/ 3657145 h 6240787"/>
              <a:gd name="connsiteX34" fmla="*/ 5278850 w 6105136"/>
              <a:gd name="connsiteY34" fmla="*/ 4116255 h 6240787"/>
              <a:gd name="connsiteX35" fmla="*/ 5180851 w 6105136"/>
              <a:gd name="connsiteY35" fmla="*/ 4265220 h 6240787"/>
              <a:gd name="connsiteX36" fmla="*/ 5253380 w 6105136"/>
              <a:gd name="connsiteY36" fmla="*/ 4317849 h 6240787"/>
              <a:gd name="connsiteX37" fmla="*/ 5114368 w 6105136"/>
              <a:gd name="connsiteY37" fmla="*/ 4473866 h 6240787"/>
              <a:gd name="connsiteX38" fmla="*/ 4950749 w 6105136"/>
              <a:gd name="connsiteY38" fmla="*/ 4647262 h 6240787"/>
              <a:gd name="connsiteX39" fmla="*/ 4908013 w 6105136"/>
              <a:gd name="connsiteY39" fmla="*/ 4693317 h 6240787"/>
              <a:gd name="connsiteX40" fmla="*/ 1535079 w 6105136"/>
              <a:gd name="connsiteY40" fmla="*/ 6239347 h 6240787"/>
              <a:gd name="connsiteX41" fmla="*/ 645760 w 6105136"/>
              <a:gd name="connsiteY41" fmla="*/ 6011438 h 6240787"/>
              <a:gd name="connsiteX42" fmla="*/ 293915 w 6105136"/>
              <a:gd name="connsiteY42" fmla="*/ 5834280 h 6240787"/>
              <a:gd name="connsiteX43" fmla="*/ 68403 w 6105136"/>
              <a:gd name="connsiteY43" fmla="*/ 5686489 h 6240787"/>
              <a:gd name="connsiteX44" fmla="*/ 0 w 6105136"/>
              <a:gd name="connsiteY44" fmla="*/ 5638313 h 6240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6105136" h="6240787">
                <a:moveTo>
                  <a:pt x="0" y="0"/>
                </a:moveTo>
                <a:lnTo>
                  <a:pt x="4523152" y="0"/>
                </a:lnTo>
                <a:lnTo>
                  <a:pt x="4608623" y="39946"/>
                </a:lnTo>
                <a:cubicBezTo>
                  <a:pt x="4678991" y="74838"/>
                  <a:pt x="4748927" y="110669"/>
                  <a:pt x="4823827" y="132755"/>
                </a:cubicBezTo>
                <a:cubicBezTo>
                  <a:pt x="4855776" y="142154"/>
                  <a:pt x="4894198" y="175047"/>
                  <a:pt x="4905422" y="207003"/>
                </a:cubicBezTo>
                <a:cubicBezTo>
                  <a:pt x="4941685" y="310386"/>
                  <a:pt x="5665659" y="600325"/>
                  <a:pt x="5580181" y="692427"/>
                </a:cubicBezTo>
                <a:cubicBezTo>
                  <a:pt x="5544781" y="730492"/>
                  <a:pt x="5499020" y="757748"/>
                  <a:pt x="5451100" y="795341"/>
                </a:cubicBezTo>
                <a:cubicBezTo>
                  <a:pt x="5523197" y="866299"/>
                  <a:pt x="5604356" y="897314"/>
                  <a:pt x="5690699" y="918459"/>
                </a:cubicBezTo>
                <a:cubicBezTo>
                  <a:pt x="5716602" y="925039"/>
                  <a:pt x="5742073" y="938195"/>
                  <a:pt x="5744662" y="970151"/>
                </a:cubicBezTo>
                <a:cubicBezTo>
                  <a:pt x="5747252" y="1003514"/>
                  <a:pt x="5720917" y="1016670"/>
                  <a:pt x="5698902" y="1032179"/>
                </a:cubicBezTo>
                <a:cubicBezTo>
                  <a:pt x="5668250" y="1053794"/>
                  <a:pt x="5638462" y="1072593"/>
                  <a:pt x="5599609" y="1075412"/>
                </a:cubicBezTo>
                <a:cubicBezTo>
                  <a:pt x="5535715" y="1079641"/>
                  <a:pt x="5505065" y="1139790"/>
                  <a:pt x="5467939" y="1184902"/>
                </a:cubicBezTo>
                <a:cubicBezTo>
                  <a:pt x="5447216" y="1210280"/>
                  <a:pt x="5436855" y="1261499"/>
                  <a:pt x="5473118" y="1270428"/>
                </a:cubicBezTo>
                <a:cubicBezTo>
                  <a:pt x="5560323" y="1292044"/>
                  <a:pt x="5553415" y="1354544"/>
                  <a:pt x="5551259" y="1425502"/>
                </a:cubicBezTo>
                <a:cubicBezTo>
                  <a:pt x="5548236" y="1513377"/>
                  <a:pt x="5496862" y="1553789"/>
                  <a:pt x="5433832" y="1587625"/>
                </a:cubicBezTo>
                <a:cubicBezTo>
                  <a:pt x="5412247" y="1599371"/>
                  <a:pt x="5381597" y="1598900"/>
                  <a:pt x="5373392" y="1635554"/>
                </a:cubicBezTo>
                <a:cubicBezTo>
                  <a:pt x="5408793" y="1670331"/>
                  <a:pt x="5451964" y="1642134"/>
                  <a:pt x="5489956" y="1652001"/>
                </a:cubicBezTo>
                <a:cubicBezTo>
                  <a:pt x="5521470" y="1659991"/>
                  <a:pt x="5573707" y="1655762"/>
                  <a:pt x="5530536" y="1719670"/>
                </a:cubicBezTo>
                <a:cubicBezTo>
                  <a:pt x="5518014" y="1737997"/>
                  <a:pt x="5532692" y="1752096"/>
                  <a:pt x="5548668" y="1753506"/>
                </a:cubicBezTo>
                <a:cubicBezTo>
                  <a:pt x="5676454" y="1768073"/>
                  <a:pt x="5617741" y="1897301"/>
                  <a:pt x="5658753" y="1965440"/>
                </a:cubicBezTo>
                <a:cubicBezTo>
                  <a:pt x="5669976" y="1984234"/>
                  <a:pt x="5657889" y="2016659"/>
                  <a:pt x="5640189" y="2024647"/>
                </a:cubicBezTo>
                <a:cubicBezTo>
                  <a:pt x="5527080" y="2077279"/>
                  <a:pt x="5511540" y="2202748"/>
                  <a:pt x="5456712" y="2310829"/>
                </a:cubicBezTo>
                <a:cubicBezTo>
                  <a:pt x="5516289" y="2353591"/>
                  <a:pt x="5587520" y="2362989"/>
                  <a:pt x="5651844" y="2390715"/>
                </a:cubicBezTo>
                <a:cubicBezTo>
                  <a:pt x="5718760" y="2419850"/>
                  <a:pt x="5718760" y="2441466"/>
                  <a:pt x="5663501" y="2526050"/>
                </a:cubicBezTo>
                <a:cubicBezTo>
                  <a:pt x="5807259" y="2544380"/>
                  <a:pt x="5807259" y="2544380"/>
                  <a:pt x="5762794" y="2677365"/>
                </a:cubicBezTo>
                <a:cubicBezTo>
                  <a:pt x="5883243" y="2689583"/>
                  <a:pt x="5962676" y="2752552"/>
                  <a:pt x="5981237" y="2890238"/>
                </a:cubicBezTo>
                <a:cubicBezTo>
                  <a:pt x="5990305" y="2956967"/>
                  <a:pt x="6044700" y="2988450"/>
                  <a:pt x="6105136" y="3033093"/>
                </a:cubicBezTo>
                <a:cubicBezTo>
                  <a:pt x="6030022" y="3076327"/>
                  <a:pt x="5979081" y="3166550"/>
                  <a:pt x="5891443" y="3071156"/>
                </a:cubicBezTo>
                <a:cubicBezTo>
                  <a:pt x="5859498" y="3036383"/>
                  <a:pt x="5862517" y="3080554"/>
                  <a:pt x="5858202" y="3093243"/>
                </a:cubicBezTo>
                <a:cubicBezTo>
                  <a:pt x="5847842" y="3124256"/>
                  <a:pt x="5869424" y="3144934"/>
                  <a:pt x="5883673" y="3168428"/>
                </a:cubicBezTo>
                <a:cubicBezTo>
                  <a:pt x="5897486" y="3191926"/>
                  <a:pt x="5913893" y="3216830"/>
                  <a:pt x="5917778" y="3243149"/>
                </a:cubicBezTo>
                <a:cubicBezTo>
                  <a:pt x="5920365" y="3261475"/>
                  <a:pt x="5907848" y="3288257"/>
                  <a:pt x="5894034" y="3301887"/>
                </a:cubicBezTo>
                <a:cubicBezTo>
                  <a:pt x="5821506" y="3373784"/>
                  <a:pt x="5864677" y="3535437"/>
                  <a:pt x="5727393" y="3556115"/>
                </a:cubicBezTo>
                <a:cubicBezTo>
                  <a:pt x="5665659" y="3565510"/>
                  <a:pt x="5635872" y="3624721"/>
                  <a:pt x="5590543" y="3657145"/>
                </a:cubicBezTo>
                <a:cubicBezTo>
                  <a:pt x="5432970" y="3770396"/>
                  <a:pt x="5327632" y="3916071"/>
                  <a:pt x="5278850" y="4116255"/>
                </a:cubicBezTo>
                <a:cubicBezTo>
                  <a:pt x="5265468" y="4171705"/>
                  <a:pt x="5214092" y="4216350"/>
                  <a:pt x="5180851" y="4265220"/>
                </a:cubicBezTo>
                <a:cubicBezTo>
                  <a:pt x="5196826" y="4300933"/>
                  <a:pt x="5284029" y="4223867"/>
                  <a:pt x="5253380" y="4317849"/>
                </a:cubicBezTo>
                <a:cubicBezTo>
                  <a:pt x="5230067" y="4388339"/>
                  <a:pt x="5170490" y="4432042"/>
                  <a:pt x="5114368" y="4473866"/>
                </a:cubicBezTo>
                <a:cubicBezTo>
                  <a:pt x="5050475" y="4521325"/>
                  <a:pt x="4979676" y="4559388"/>
                  <a:pt x="4950749" y="4647262"/>
                </a:cubicBezTo>
                <a:cubicBezTo>
                  <a:pt x="4944706" y="4666061"/>
                  <a:pt x="4925279" y="4685796"/>
                  <a:pt x="4908013" y="4693317"/>
                </a:cubicBezTo>
                <a:cubicBezTo>
                  <a:pt x="4007468" y="6239820"/>
                  <a:pt x="1790648" y="6250156"/>
                  <a:pt x="1535079" y="6239347"/>
                </a:cubicBezTo>
                <a:cubicBezTo>
                  <a:pt x="1225543" y="6225721"/>
                  <a:pt x="932844" y="6130326"/>
                  <a:pt x="645760" y="6011438"/>
                </a:cubicBezTo>
                <a:cubicBezTo>
                  <a:pt x="524448" y="5961158"/>
                  <a:pt x="411775" y="5889730"/>
                  <a:pt x="293915" y="5834280"/>
                </a:cubicBezTo>
                <a:cubicBezTo>
                  <a:pt x="212539" y="5795981"/>
                  <a:pt x="140444" y="5740295"/>
                  <a:pt x="68403" y="5686489"/>
                </a:cubicBezTo>
                <a:lnTo>
                  <a:pt x="0" y="5638313"/>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409EFF82-B4B6-4B60-B389-A87BD677DE0A}"/>
              </a:ext>
            </a:extLst>
          </p:cNvPr>
          <p:cNvSpPr>
            <a:spLocks noGrp="1"/>
          </p:cNvSpPr>
          <p:nvPr>
            <p:ph type="pic" sz="quarter" idx="14"/>
          </p:nvPr>
        </p:nvSpPr>
        <p:spPr>
          <a:xfrm>
            <a:off x="6355502" y="211465"/>
            <a:ext cx="4941484" cy="3877363"/>
          </a:xfrm>
          <a:custGeom>
            <a:avLst/>
            <a:gdLst>
              <a:gd name="connsiteX0" fmla="*/ 4156023 w 4941484"/>
              <a:gd name="connsiteY0" fmla="*/ 17 h 3877363"/>
              <a:gd name="connsiteX1" fmla="*/ 4187225 w 4941484"/>
              <a:gd name="connsiteY1" fmla="*/ 16745 h 3877363"/>
              <a:gd name="connsiteX2" fmla="*/ 4013424 w 4941484"/>
              <a:gd name="connsiteY2" fmla="*/ 79463 h 3877363"/>
              <a:gd name="connsiteX3" fmla="*/ 4285215 w 4941484"/>
              <a:gd name="connsiteY3" fmla="*/ 46454 h 3877363"/>
              <a:gd name="connsiteX4" fmla="*/ 4289855 w 4941484"/>
              <a:gd name="connsiteY4" fmla="*/ 67782 h 3877363"/>
              <a:gd name="connsiteX5" fmla="*/ 3981190 w 4941484"/>
              <a:gd name="connsiteY5" fmla="*/ 148529 h 3877363"/>
              <a:gd name="connsiteX6" fmla="*/ 4008783 w 4941484"/>
              <a:gd name="connsiteY6" fmla="*/ 160972 h 3877363"/>
              <a:gd name="connsiteX7" fmla="*/ 4172785 w 4941484"/>
              <a:gd name="connsiteY7" fmla="*/ 129739 h 3877363"/>
              <a:gd name="connsiteX8" fmla="*/ 4205791 w 4941484"/>
              <a:gd name="connsiteY8" fmla="*/ 137864 h 3877363"/>
              <a:gd name="connsiteX9" fmla="*/ 4189547 w 4941484"/>
              <a:gd name="connsiteY9" fmla="*/ 175697 h 3877363"/>
              <a:gd name="connsiteX10" fmla="*/ 4118375 w 4941484"/>
              <a:gd name="connsiteY10" fmla="*/ 190425 h 3877363"/>
              <a:gd name="connsiteX11" fmla="*/ 4007492 w 4941484"/>
              <a:gd name="connsiteY11" fmla="*/ 279299 h 3877363"/>
              <a:gd name="connsiteX12" fmla="*/ 4175363 w 4941484"/>
              <a:gd name="connsiteY12" fmla="*/ 268633 h 3877363"/>
              <a:gd name="connsiteX13" fmla="*/ 4205019 w 4941484"/>
              <a:gd name="connsiteY13" fmla="*/ 290216 h 3877363"/>
              <a:gd name="connsiteX14" fmla="*/ 4216365 w 4941484"/>
              <a:gd name="connsiteY14" fmla="*/ 318148 h 3877363"/>
              <a:gd name="connsiteX15" fmla="*/ 4281347 w 4941484"/>
              <a:gd name="connsiteY15" fmla="*/ 341254 h 3877363"/>
              <a:gd name="connsiteX16" fmla="*/ 4179231 w 4941484"/>
              <a:gd name="connsiteY16" fmla="*/ 367154 h 3877363"/>
              <a:gd name="connsiteX17" fmla="*/ 4288309 w 4941484"/>
              <a:gd name="connsiteY17" fmla="*/ 367154 h 3877363"/>
              <a:gd name="connsiteX18" fmla="*/ 4413633 w 4941484"/>
              <a:gd name="connsiteY18" fmla="*/ 349381 h 3877363"/>
              <a:gd name="connsiteX19" fmla="*/ 4547207 w 4941484"/>
              <a:gd name="connsiteY19" fmla="*/ 354966 h 3877363"/>
              <a:gd name="connsiteX20" fmla="*/ 4814356 w 4941484"/>
              <a:gd name="connsiteY20" fmla="*/ 322211 h 3877363"/>
              <a:gd name="connsiteX21" fmla="*/ 4941484 w 4941484"/>
              <a:gd name="connsiteY21" fmla="*/ 324495 h 3877363"/>
              <a:gd name="connsiteX22" fmla="*/ 4234673 w 4941484"/>
              <a:gd name="connsiteY22" fmla="*/ 544899 h 3877363"/>
              <a:gd name="connsiteX23" fmla="*/ 4270775 w 4941484"/>
              <a:gd name="connsiteY23" fmla="*/ 593397 h 3877363"/>
              <a:gd name="connsiteX24" fmla="*/ 4122759 w 4941484"/>
              <a:gd name="connsiteY24" fmla="*/ 646212 h 3877363"/>
              <a:gd name="connsiteX25" fmla="*/ 4086400 w 4941484"/>
              <a:gd name="connsiteY25" fmla="*/ 698520 h 3877363"/>
              <a:gd name="connsiteX26" fmla="*/ 4132041 w 4941484"/>
              <a:gd name="connsiteY26" fmla="*/ 693950 h 3877363"/>
              <a:gd name="connsiteX27" fmla="*/ 4171237 w 4941484"/>
              <a:gd name="connsiteY27" fmla="*/ 703852 h 3877363"/>
              <a:gd name="connsiteX28" fmla="*/ 4154992 w 4941484"/>
              <a:gd name="connsiteY28" fmla="*/ 770380 h 3877363"/>
              <a:gd name="connsiteX29" fmla="*/ 3945863 w 4941484"/>
              <a:gd name="connsiteY29" fmla="*/ 856205 h 3877363"/>
              <a:gd name="connsiteX30" fmla="*/ 3927039 w 4941484"/>
              <a:gd name="connsiteY30" fmla="*/ 884136 h 3877363"/>
              <a:gd name="connsiteX31" fmla="*/ 3952052 w 4941484"/>
              <a:gd name="connsiteY31" fmla="*/ 903942 h 3877363"/>
              <a:gd name="connsiteX32" fmla="*/ 4019613 w 4941484"/>
              <a:gd name="connsiteY32" fmla="*/ 914098 h 3877363"/>
              <a:gd name="connsiteX33" fmla="*/ 3924977 w 4941484"/>
              <a:gd name="connsiteY33" fmla="*/ 1009319 h 3877363"/>
              <a:gd name="connsiteX34" fmla="*/ 3890421 w 4941484"/>
              <a:gd name="connsiteY34" fmla="*/ 1035726 h 3877363"/>
              <a:gd name="connsiteX35" fmla="*/ 3831370 w 4941484"/>
              <a:gd name="connsiteY35" fmla="*/ 1076608 h 3877363"/>
              <a:gd name="connsiteX36" fmla="*/ 3830339 w 4941484"/>
              <a:gd name="connsiteY36" fmla="*/ 1089050 h 3877363"/>
              <a:gd name="connsiteX37" fmla="*/ 3910793 w 4941484"/>
              <a:gd name="connsiteY37" fmla="*/ 1132978 h 3877363"/>
              <a:gd name="connsiteX38" fmla="*/ 4055971 w 4941484"/>
              <a:gd name="connsiteY38" fmla="*/ 1121043 h 3877363"/>
              <a:gd name="connsiteX39" fmla="*/ 3841428 w 4941484"/>
              <a:gd name="connsiteY39" fmla="*/ 1186555 h 3877363"/>
              <a:gd name="connsiteX40" fmla="*/ 4535860 w 4941484"/>
              <a:gd name="connsiteY40" fmla="*/ 1030395 h 3877363"/>
              <a:gd name="connsiteX41" fmla="*/ 4491508 w 4941484"/>
              <a:gd name="connsiteY41" fmla="*/ 1071275 h 3877363"/>
              <a:gd name="connsiteX42" fmla="*/ 4248597 w 4941484"/>
              <a:gd name="connsiteY42" fmla="*/ 1178936 h 3877363"/>
              <a:gd name="connsiteX43" fmla="*/ 4179749 w 4941484"/>
              <a:gd name="connsiteY43" fmla="*/ 1246481 h 3877363"/>
              <a:gd name="connsiteX44" fmla="*/ 4107545 w 4941484"/>
              <a:gd name="connsiteY44" fmla="*/ 1283806 h 3877363"/>
              <a:gd name="connsiteX45" fmla="*/ 4006204 w 4941484"/>
              <a:gd name="connsiteY45" fmla="*/ 1283045 h 3877363"/>
              <a:gd name="connsiteX46" fmla="*/ 3934259 w 4941484"/>
              <a:gd name="connsiteY46" fmla="*/ 1340431 h 3877363"/>
              <a:gd name="connsiteX47" fmla="*/ 4009298 w 4941484"/>
              <a:gd name="connsiteY47" fmla="*/ 1352619 h 3877363"/>
              <a:gd name="connsiteX48" fmla="*/ 4097230 w 4941484"/>
              <a:gd name="connsiteY48" fmla="*/ 1343224 h 3877363"/>
              <a:gd name="connsiteX49" fmla="*/ 4287021 w 4941484"/>
              <a:gd name="connsiteY49" fmla="*/ 1346270 h 3877363"/>
              <a:gd name="connsiteX50" fmla="*/ 4395839 w 4941484"/>
              <a:gd name="connsiteY50" fmla="*/ 1357443 h 3877363"/>
              <a:gd name="connsiteX51" fmla="*/ 4645969 w 4941484"/>
              <a:gd name="connsiteY51" fmla="*/ 1338398 h 3877363"/>
              <a:gd name="connsiteX52" fmla="*/ 4631270 w 4941484"/>
              <a:gd name="connsiteY52" fmla="*/ 1387152 h 3877363"/>
              <a:gd name="connsiteX53" fmla="*/ 4640555 w 4941484"/>
              <a:gd name="connsiteY53" fmla="*/ 1429556 h 3877363"/>
              <a:gd name="connsiteX54" fmla="*/ 4644165 w 4941484"/>
              <a:gd name="connsiteY54" fmla="*/ 1521730 h 3877363"/>
              <a:gd name="connsiteX55" fmla="*/ 4641844 w 4941484"/>
              <a:gd name="connsiteY55" fmla="*/ 1536712 h 3877363"/>
              <a:gd name="connsiteX56" fmla="*/ 4697799 w 4941484"/>
              <a:gd name="connsiteY56" fmla="*/ 1546361 h 3877363"/>
              <a:gd name="connsiteX57" fmla="*/ 4364379 w 4941484"/>
              <a:gd name="connsiteY57" fmla="*/ 1738070 h 3877363"/>
              <a:gd name="connsiteX58" fmla="*/ 4587175 w 4941484"/>
              <a:gd name="connsiteY58" fmla="*/ 1689317 h 3877363"/>
              <a:gd name="connsiteX59" fmla="*/ 4617346 w 4941484"/>
              <a:gd name="connsiteY59" fmla="*/ 1769810 h 3877363"/>
              <a:gd name="connsiteX60" fmla="*/ 4512653 w 4941484"/>
              <a:gd name="connsiteY60" fmla="*/ 1841415 h 3877363"/>
              <a:gd name="connsiteX61" fmla="*/ 4473973 w 4941484"/>
              <a:gd name="connsiteY61" fmla="*/ 1983103 h 3877363"/>
              <a:gd name="connsiteX62" fmla="*/ 4492798 w 4941484"/>
              <a:gd name="connsiteY62" fmla="*/ 2112602 h 3877363"/>
              <a:gd name="connsiteX63" fmla="*/ 4537665 w 4941484"/>
              <a:gd name="connsiteY63" fmla="*/ 2153737 h 3877363"/>
              <a:gd name="connsiteX64" fmla="*/ 4602648 w 4941484"/>
              <a:gd name="connsiteY64" fmla="*/ 2227627 h 3877363"/>
              <a:gd name="connsiteX65" fmla="*/ 4642875 w 4941484"/>
              <a:gd name="connsiteY65" fmla="*/ 2273333 h 3877363"/>
              <a:gd name="connsiteX66" fmla="*/ 4782639 w 4941484"/>
              <a:gd name="connsiteY66" fmla="*/ 2255559 h 3877363"/>
              <a:gd name="connsiteX67" fmla="*/ 4596201 w 4941484"/>
              <a:gd name="connsiteY67" fmla="*/ 2371602 h 3877363"/>
              <a:gd name="connsiteX68" fmla="*/ 4747311 w 4941484"/>
              <a:gd name="connsiteY68" fmla="*/ 2357127 h 3877363"/>
              <a:gd name="connsiteX69" fmla="*/ 4796563 w 4941484"/>
              <a:gd name="connsiteY69" fmla="*/ 2365252 h 3877363"/>
              <a:gd name="connsiteX70" fmla="*/ 4768455 w 4941484"/>
              <a:gd name="connsiteY70" fmla="*/ 2402832 h 3877363"/>
              <a:gd name="connsiteX71" fmla="*/ 4657573 w 4941484"/>
              <a:gd name="connsiteY71" fmla="*/ 2466566 h 3877363"/>
              <a:gd name="connsiteX72" fmla="*/ 4429103 w 4941484"/>
              <a:gd name="connsiteY72" fmla="*/ 2639233 h 3877363"/>
              <a:gd name="connsiteX73" fmla="*/ 4650355 w 4941484"/>
              <a:gd name="connsiteY73" fmla="*/ 2560010 h 3877363"/>
              <a:gd name="connsiteX74" fmla="*/ 4417243 w 4941484"/>
              <a:gd name="connsiteY74" fmla="*/ 2737500 h 3877363"/>
              <a:gd name="connsiteX75" fmla="*/ 4365411 w 4941484"/>
              <a:gd name="connsiteY75" fmla="*/ 2796409 h 3877363"/>
              <a:gd name="connsiteX76" fmla="*/ 4260717 w 4941484"/>
              <a:gd name="connsiteY76" fmla="*/ 2942666 h 3877363"/>
              <a:gd name="connsiteX77" fmla="*/ 4265875 w 4941484"/>
              <a:gd name="connsiteY77" fmla="*/ 2959171 h 3877363"/>
              <a:gd name="connsiteX78" fmla="*/ 4386814 w 4941484"/>
              <a:gd name="connsiteY78" fmla="*/ 2935557 h 3877363"/>
              <a:gd name="connsiteX79" fmla="*/ 4230031 w 4941484"/>
              <a:gd name="connsiteY79" fmla="*/ 3058455 h 3877363"/>
              <a:gd name="connsiteX80" fmla="*/ 4068091 w 4941484"/>
              <a:gd name="connsiteY80" fmla="*/ 3152912 h 3877363"/>
              <a:gd name="connsiteX81" fmla="*/ 4183101 w 4941484"/>
              <a:gd name="connsiteY81" fmla="*/ 3138440 h 3877363"/>
              <a:gd name="connsiteX82" fmla="*/ 4341172 w 4941484"/>
              <a:gd name="connsiteY82" fmla="*/ 3084354 h 3877363"/>
              <a:gd name="connsiteX83" fmla="*/ 4396097 w 4941484"/>
              <a:gd name="connsiteY83" fmla="*/ 3104668 h 3877363"/>
              <a:gd name="connsiteX84" fmla="*/ 4246278 w 4941484"/>
              <a:gd name="connsiteY84" fmla="*/ 3194048 h 3877363"/>
              <a:gd name="connsiteX85" fmla="*/ 4160408 w 4941484"/>
              <a:gd name="connsiteY85" fmla="*/ 3235438 h 3877363"/>
              <a:gd name="connsiteX86" fmla="*/ 4126113 w 4941484"/>
              <a:gd name="connsiteY86" fmla="*/ 3267177 h 3877363"/>
              <a:gd name="connsiteX87" fmla="*/ 4028123 w 4941484"/>
              <a:gd name="connsiteY87" fmla="*/ 3380425 h 3877363"/>
              <a:gd name="connsiteX88" fmla="*/ 3740344 w 4941484"/>
              <a:gd name="connsiteY88" fmla="*/ 3504084 h 3877363"/>
              <a:gd name="connsiteX89" fmla="*/ 3471133 w 4941484"/>
              <a:gd name="connsiteY89" fmla="*/ 3657707 h 3877363"/>
              <a:gd name="connsiteX90" fmla="*/ 3260969 w 4941484"/>
              <a:gd name="connsiteY90" fmla="*/ 3753434 h 3877363"/>
              <a:gd name="connsiteX91" fmla="*/ 2729767 w 4941484"/>
              <a:gd name="connsiteY91" fmla="*/ 3876585 h 3877363"/>
              <a:gd name="connsiteX92" fmla="*/ 715061 w 4941484"/>
              <a:gd name="connsiteY92" fmla="*/ 3041189 h 3877363"/>
              <a:gd name="connsiteX93" fmla="*/ 689533 w 4941484"/>
              <a:gd name="connsiteY93" fmla="*/ 3016303 h 3877363"/>
              <a:gd name="connsiteX94" fmla="*/ 591802 w 4941484"/>
              <a:gd name="connsiteY94" fmla="*/ 2922608 h 3877363"/>
              <a:gd name="connsiteX95" fmla="*/ 508767 w 4941484"/>
              <a:gd name="connsiteY95" fmla="*/ 2838305 h 3877363"/>
              <a:gd name="connsiteX96" fmla="*/ 552090 w 4941484"/>
              <a:gd name="connsiteY96" fmla="*/ 2809867 h 3877363"/>
              <a:gd name="connsiteX97" fmla="*/ 493553 w 4941484"/>
              <a:gd name="connsiteY97" fmla="*/ 2729374 h 3877363"/>
              <a:gd name="connsiteX98" fmla="*/ 307375 w 4941484"/>
              <a:gd name="connsiteY98" fmla="*/ 2481294 h 3877363"/>
              <a:gd name="connsiteX99" fmla="*/ 225632 w 4941484"/>
              <a:gd name="connsiteY99" fmla="*/ 2426702 h 3877363"/>
              <a:gd name="connsiteX100" fmla="*/ 126095 w 4941484"/>
              <a:gd name="connsiteY100" fmla="*/ 2289331 h 3877363"/>
              <a:gd name="connsiteX101" fmla="*/ 111912 w 4941484"/>
              <a:gd name="connsiteY101" fmla="*/ 2257592 h 3877363"/>
              <a:gd name="connsiteX102" fmla="*/ 132284 w 4941484"/>
              <a:gd name="connsiteY102" fmla="*/ 2217216 h 3877363"/>
              <a:gd name="connsiteX103" fmla="*/ 147498 w 4941484"/>
              <a:gd name="connsiteY103" fmla="*/ 2176590 h 3877363"/>
              <a:gd name="connsiteX104" fmla="*/ 127642 w 4941484"/>
              <a:gd name="connsiteY104" fmla="*/ 2164655 h 3877363"/>
              <a:gd name="connsiteX105" fmla="*/ 31511 w 4941484"/>
              <a:gd name="connsiteY105" fmla="*/ 2164406 h 3877363"/>
              <a:gd name="connsiteX106" fmla="*/ 0 w 4941484"/>
              <a:gd name="connsiteY106" fmla="*/ 2144089 h 3877363"/>
              <a:gd name="connsiteX107" fmla="*/ 0 w 4941484"/>
              <a:gd name="connsiteY107" fmla="*/ 2144087 h 3877363"/>
              <a:gd name="connsiteX108" fmla="*/ 48510 w 4941484"/>
              <a:gd name="connsiteY108" fmla="*/ 2109967 h 3877363"/>
              <a:gd name="connsiteX109" fmla="*/ 74006 w 4941484"/>
              <a:gd name="connsiteY109" fmla="*/ 2066897 h 3877363"/>
              <a:gd name="connsiteX110" fmla="*/ 204486 w 4941484"/>
              <a:gd name="connsiteY110" fmla="*/ 1951871 h 3877363"/>
              <a:gd name="connsiteX111" fmla="*/ 263796 w 4941484"/>
              <a:gd name="connsiteY111" fmla="*/ 1870107 h 3877363"/>
              <a:gd name="connsiteX112" fmla="*/ 270759 w 4941484"/>
              <a:gd name="connsiteY112" fmla="*/ 1796979 h 3877363"/>
              <a:gd name="connsiteX113" fmla="*/ 387314 w 4941484"/>
              <a:gd name="connsiteY113" fmla="*/ 1753813 h 3877363"/>
              <a:gd name="connsiteX114" fmla="*/ 277721 w 4941484"/>
              <a:gd name="connsiteY114" fmla="*/ 1599175 h 3877363"/>
              <a:gd name="connsiteX115" fmla="*/ 266631 w 4941484"/>
              <a:gd name="connsiteY115" fmla="*/ 1567182 h 3877363"/>
              <a:gd name="connsiteX116" fmla="*/ 332387 w 4941484"/>
              <a:gd name="connsiteY116" fmla="*/ 1452664 h 3877363"/>
              <a:gd name="connsiteX117" fmla="*/ 343218 w 4941484"/>
              <a:gd name="connsiteY117" fmla="*/ 1434381 h 3877363"/>
              <a:gd name="connsiteX118" fmla="*/ 367457 w 4941484"/>
              <a:gd name="connsiteY118" fmla="*/ 1397816 h 3877363"/>
              <a:gd name="connsiteX119" fmla="*/ 437082 w 4941484"/>
              <a:gd name="connsiteY119" fmla="*/ 1388929 h 3877363"/>
              <a:gd name="connsiteX120" fmla="*/ 400981 w 4941484"/>
              <a:gd name="connsiteY120" fmla="*/ 1363030 h 3877363"/>
              <a:gd name="connsiteX121" fmla="*/ 330840 w 4941484"/>
              <a:gd name="connsiteY121" fmla="*/ 1275427 h 3877363"/>
              <a:gd name="connsiteX122" fmla="*/ 377515 w 4941484"/>
              <a:gd name="connsiteY122" fmla="*/ 1191633 h 3877363"/>
              <a:gd name="connsiteX123" fmla="*/ 380607 w 4941484"/>
              <a:gd name="connsiteY123" fmla="*/ 1145419 h 3877363"/>
              <a:gd name="connsiteX124" fmla="*/ 301959 w 4941484"/>
              <a:gd name="connsiteY124" fmla="*/ 1086257 h 3877363"/>
              <a:gd name="connsiteX125" fmla="*/ 242650 w 4941484"/>
              <a:gd name="connsiteY125" fmla="*/ 1062896 h 3877363"/>
              <a:gd name="connsiteX126" fmla="*/ 215316 w 4941484"/>
              <a:gd name="connsiteY126" fmla="*/ 1029379 h 3877363"/>
              <a:gd name="connsiteX127" fmla="*/ 247550 w 4941484"/>
              <a:gd name="connsiteY127" fmla="*/ 1001447 h 3877363"/>
              <a:gd name="connsiteX128" fmla="*/ 390667 w 4941484"/>
              <a:gd name="connsiteY128" fmla="*/ 934920 h 3877363"/>
              <a:gd name="connsiteX129" fmla="*/ 313563 w 4941484"/>
              <a:gd name="connsiteY129" fmla="*/ 879311 h 3877363"/>
              <a:gd name="connsiteX130" fmla="*/ 716608 w 4941484"/>
              <a:gd name="connsiteY130" fmla="*/ 617012 h 3877363"/>
              <a:gd name="connsiteX131" fmla="*/ 765346 w 4941484"/>
              <a:gd name="connsiteY131" fmla="*/ 576892 h 3877363"/>
              <a:gd name="connsiteX132" fmla="*/ 1023984 w 4941484"/>
              <a:gd name="connsiteY132" fmla="*/ 479640 h 3877363"/>
              <a:gd name="connsiteX133" fmla="*/ 1290101 w 4941484"/>
              <a:gd name="connsiteY133" fmla="*/ 410829 h 3877363"/>
              <a:gd name="connsiteX134" fmla="*/ 1105212 w 4941484"/>
              <a:gd name="connsiteY134" fmla="*/ 265586 h 3877363"/>
              <a:gd name="connsiteX135" fmla="*/ 1387575 w 4941484"/>
              <a:gd name="connsiteY135" fmla="*/ 231814 h 3877363"/>
              <a:gd name="connsiteX136" fmla="*/ 1415166 w 4941484"/>
              <a:gd name="connsiteY136" fmla="*/ 232831 h 3877363"/>
              <a:gd name="connsiteX137" fmla="*/ 1969579 w 4941484"/>
              <a:gd name="connsiteY137" fmla="*/ 210485 h 3877363"/>
              <a:gd name="connsiteX138" fmla="*/ 2764321 w 4941484"/>
              <a:gd name="connsiteY138" fmla="*/ 136340 h 3877363"/>
              <a:gd name="connsiteX139" fmla="*/ 3422137 w 4941484"/>
              <a:gd name="connsiteY139" fmla="*/ 91905 h 3877363"/>
              <a:gd name="connsiteX140" fmla="*/ 4122502 w 4941484"/>
              <a:gd name="connsiteY140" fmla="*/ 5572 h 3877363"/>
              <a:gd name="connsiteX141" fmla="*/ 4156023 w 4941484"/>
              <a:gd name="connsiteY141" fmla="*/ 17 h 3877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4941484" h="3877363">
                <a:moveTo>
                  <a:pt x="4156023" y="17"/>
                </a:moveTo>
                <a:cubicBezTo>
                  <a:pt x="4167305" y="-269"/>
                  <a:pt x="4178200" y="3160"/>
                  <a:pt x="4187225" y="16745"/>
                </a:cubicBezTo>
                <a:cubicBezTo>
                  <a:pt x="4139263" y="52547"/>
                  <a:pt x="4078148" y="39089"/>
                  <a:pt x="4013424" y="79463"/>
                </a:cubicBezTo>
                <a:cubicBezTo>
                  <a:pt x="4118633" y="66766"/>
                  <a:pt x="4201925" y="56609"/>
                  <a:pt x="4285215" y="46454"/>
                </a:cubicBezTo>
                <a:cubicBezTo>
                  <a:pt x="4286763" y="53563"/>
                  <a:pt x="4288309" y="60673"/>
                  <a:pt x="4289855" y="67782"/>
                </a:cubicBezTo>
                <a:cubicBezTo>
                  <a:pt x="4183358" y="82763"/>
                  <a:pt x="4084852" y="121359"/>
                  <a:pt x="3981190" y="148529"/>
                </a:cubicBezTo>
                <a:cubicBezTo>
                  <a:pt x="3990733" y="165289"/>
                  <a:pt x="4000273" y="161987"/>
                  <a:pt x="4008783" y="160972"/>
                </a:cubicBezTo>
                <a:cubicBezTo>
                  <a:pt x="4064224" y="154369"/>
                  <a:pt x="4119665" y="147768"/>
                  <a:pt x="4172785" y="129739"/>
                </a:cubicBezTo>
                <a:cubicBezTo>
                  <a:pt x="4184646" y="125675"/>
                  <a:pt x="4199087" y="125675"/>
                  <a:pt x="4205791" y="137864"/>
                </a:cubicBezTo>
                <a:cubicBezTo>
                  <a:pt x="4215333" y="155131"/>
                  <a:pt x="4201667" y="166304"/>
                  <a:pt x="4189547" y="175697"/>
                </a:cubicBezTo>
                <a:cubicBezTo>
                  <a:pt x="4168401" y="191949"/>
                  <a:pt x="4142873" y="187379"/>
                  <a:pt x="4118375" y="190425"/>
                </a:cubicBezTo>
                <a:cubicBezTo>
                  <a:pt x="4053136" y="198297"/>
                  <a:pt x="4021933" y="222927"/>
                  <a:pt x="4007492" y="279299"/>
                </a:cubicBezTo>
                <a:cubicBezTo>
                  <a:pt x="4064739" y="256445"/>
                  <a:pt x="4119924" y="284631"/>
                  <a:pt x="4175363" y="268633"/>
                </a:cubicBezTo>
                <a:cubicBezTo>
                  <a:pt x="4189805" y="264571"/>
                  <a:pt x="4212753" y="270664"/>
                  <a:pt x="4205019" y="290216"/>
                </a:cubicBezTo>
                <a:cubicBezTo>
                  <a:pt x="4197797" y="308499"/>
                  <a:pt x="4173816" y="321702"/>
                  <a:pt x="4216365" y="318148"/>
                </a:cubicBezTo>
                <a:cubicBezTo>
                  <a:pt x="4246793" y="315608"/>
                  <a:pt x="4306360" y="336176"/>
                  <a:pt x="4281347" y="341254"/>
                </a:cubicBezTo>
                <a:cubicBezTo>
                  <a:pt x="4249887" y="347603"/>
                  <a:pt x="4219200" y="356744"/>
                  <a:pt x="4179231" y="367154"/>
                </a:cubicBezTo>
                <a:cubicBezTo>
                  <a:pt x="4223327" y="384166"/>
                  <a:pt x="4255045" y="380611"/>
                  <a:pt x="4288309" y="367154"/>
                </a:cubicBezTo>
                <a:cubicBezTo>
                  <a:pt x="4328536" y="350903"/>
                  <a:pt x="4380884" y="331098"/>
                  <a:pt x="4413633" y="349381"/>
                </a:cubicBezTo>
                <a:cubicBezTo>
                  <a:pt x="4462627" y="376803"/>
                  <a:pt x="4503369" y="359536"/>
                  <a:pt x="4547207" y="354966"/>
                </a:cubicBezTo>
                <a:cubicBezTo>
                  <a:pt x="4636428" y="345570"/>
                  <a:pt x="4724877" y="329827"/>
                  <a:pt x="4814356" y="322211"/>
                </a:cubicBezTo>
                <a:cubicBezTo>
                  <a:pt x="4850199" y="319164"/>
                  <a:pt x="4888879" y="304691"/>
                  <a:pt x="4941484" y="324495"/>
                </a:cubicBezTo>
                <a:cubicBezTo>
                  <a:pt x="4703215" y="425810"/>
                  <a:pt x="4447413" y="419463"/>
                  <a:pt x="4234673" y="544899"/>
                </a:cubicBezTo>
                <a:cubicBezTo>
                  <a:pt x="4243699" y="556833"/>
                  <a:pt x="4289597" y="590858"/>
                  <a:pt x="4270775" y="593397"/>
                </a:cubicBezTo>
                <a:cubicBezTo>
                  <a:pt x="4217912" y="600761"/>
                  <a:pt x="4170981" y="625645"/>
                  <a:pt x="4122759" y="646212"/>
                </a:cubicBezTo>
                <a:cubicBezTo>
                  <a:pt x="4101871" y="655100"/>
                  <a:pt x="4076601" y="666781"/>
                  <a:pt x="4086400" y="698520"/>
                </a:cubicBezTo>
                <a:cubicBezTo>
                  <a:pt x="4104193" y="707407"/>
                  <a:pt x="4117344" y="694965"/>
                  <a:pt x="4132041" y="693950"/>
                </a:cubicBezTo>
                <a:cubicBezTo>
                  <a:pt x="4146997" y="692935"/>
                  <a:pt x="4180522" y="699535"/>
                  <a:pt x="4171237" y="703852"/>
                </a:cubicBezTo>
                <a:cubicBezTo>
                  <a:pt x="4128947" y="723405"/>
                  <a:pt x="4205019" y="770380"/>
                  <a:pt x="4154992" y="770380"/>
                </a:cubicBezTo>
                <a:cubicBezTo>
                  <a:pt x="4071186" y="770633"/>
                  <a:pt x="4026575" y="853919"/>
                  <a:pt x="3945863" y="856205"/>
                </a:cubicBezTo>
                <a:cubicBezTo>
                  <a:pt x="3932971" y="856458"/>
                  <a:pt x="3926781" y="871185"/>
                  <a:pt x="3927039" y="884136"/>
                </a:cubicBezTo>
                <a:cubicBezTo>
                  <a:pt x="3927039" y="899626"/>
                  <a:pt x="3938901" y="902418"/>
                  <a:pt x="3952052" y="903942"/>
                </a:cubicBezTo>
                <a:cubicBezTo>
                  <a:pt x="3972166" y="906226"/>
                  <a:pt x="3993053" y="884136"/>
                  <a:pt x="4019613" y="914098"/>
                </a:cubicBezTo>
                <a:cubicBezTo>
                  <a:pt x="3971907" y="931618"/>
                  <a:pt x="3924203" y="949140"/>
                  <a:pt x="3924977" y="1009319"/>
                </a:cubicBezTo>
                <a:cubicBezTo>
                  <a:pt x="3925234" y="1025569"/>
                  <a:pt x="3905378" y="1031663"/>
                  <a:pt x="3890421" y="1035726"/>
                </a:cubicBezTo>
                <a:cubicBezTo>
                  <a:pt x="3865667" y="1042329"/>
                  <a:pt x="3844781" y="1054009"/>
                  <a:pt x="3831370" y="1076608"/>
                </a:cubicBezTo>
                <a:cubicBezTo>
                  <a:pt x="3831630" y="1080925"/>
                  <a:pt x="3831887" y="1085495"/>
                  <a:pt x="3830339" y="1089050"/>
                </a:cubicBezTo>
                <a:cubicBezTo>
                  <a:pt x="3834723" y="1143642"/>
                  <a:pt x="3870823" y="1142118"/>
                  <a:pt x="3910793" y="1132978"/>
                </a:cubicBezTo>
                <a:cubicBezTo>
                  <a:pt x="3958498" y="1121805"/>
                  <a:pt x="4005688" y="1101491"/>
                  <a:pt x="4055971" y="1121043"/>
                </a:cubicBezTo>
                <a:cubicBezTo>
                  <a:pt x="3985057" y="1147197"/>
                  <a:pt x="3907956" y="1149228"/>
                  <a:pt x="3841428" y="1186555"/>
                </a:cubicBezTo>
                <a:cubicBezTo>
                  <a:pt x="4084852" y="1193411"/>
                  <a:pt x="4299913" y="1075591"/>
                  <a:pt x="4535860" y="1030395"/>
                </a:cubicBezTo>
                <a:cubicBezTo>
                  <a:pt x="4527867" y="1060610"/>
                  <a:pt x="4508785" y="1066704"/>
                  <a:pt x="4491508" y="1071275"/>
                </a:cubicBezTo>
                <a:cubicBezTo>
                  <a:pt x="4404349" y="1094129"/>
                  <a:pt x="4328023" y="1139581"/>
                  <a:pt x="4248597" y="1178936"/>
                </a:cubicBezTo>
                <a:cubicBezTo>
                  <a:pt x="4215849" y="1195188"/>
                  <a:pt x="4192124" y="1211440"/>
                  <a:pt x="4179749" y="1246481"/>
                </a:cubicBezTo>
                <a:cubicBezTo>
                  <a:pt x="4168658" y="1278221"/>
                  <a:pt x="4147256" y="1292948"/>
                  <a:pt x="4107545" y="1283806"/>
                </a:cubicBezTo>
                <a:cubicBezTo>
                  <a:pt x="4075312" y="1276188"/>
                  <a:pt x="4039985" y="1280251"/>
                  <a:pt x="4006204" y="1283045"/>
                </a:cubicBezTo>
                <a:cubicBezTo>
                  <a:pt x="3967266" y="1286092"/>
                  <a:pt x="3923686" y="1321895"/>
                  <a:pt x="3934259" y="1340431"/>
                </a:cubicBezTo>
                <a:cubicBezTo>
                  <a:pt x="3952309" y="1371917"/>
                  <a:pt x="3982480" y="1356174"/>
                  <a:pt x="4009298" y="1352619"/>
                </a:cubicBezTo>
                <a:cubicBezTo>
                  <a:pt x="4039727" y="1348303"/>
                  <a:pt x="4096198" y="1339415"/>
                  <a:pt x="4097230" y="1343224"/>
                </a:cubicBezTo>
                <a:cubicBezTo>
                  <a:pt x="4117087" y="1422193"/>
                  <a:pt x="4256851" y="1353382"/>
                  <a:pt x="4287021" y="1346270"/>
                </a:cubicBezTo>
                <a:cubicBezTo>
                  <a:pt x="4324668" y="1337384"/>
                  <a:pt x="4359995" y="1353635"/>
                  <a:pt x="4395839" y="1357443"/>
                </a:cubicBezTo>
                <a:cubicBezTo>
                  <a:pt x="4427815" y="1360998"/>
                  <a:pt x="4608581" y="1371917"/>
                  <a:pt x="4645969" y="1338398"/>
                </a:cubicBezTo>
                <a:cubicBezTo>
                  <a:pt x="4651127" y="1364552"/>
                  <a:pt x="4640297" y="1375217"/>
                  <a:pt x="4631270" y="1387152"/>
                </a:cubicBezTo>
                <a:cubicBezTo>
                  <a:pt x="4618636" y="1404164"/>
                  <a:pt x="4616571" y="1416099"/>
                  <a:pt x="4640555" y="1429556"/>
                </a:cubicBezTo>
                <a:cubicBezTo>
                  <a:pt x="4708890" y="1468154"/>
                  <a:pt x="4707856" y="1469422"/>
                  <a:pt x="4644165" y="1521730"/>
                </a:cubicBezTo>
                <a:cubicBezTo>
                  <a:pt x="4641069" y="1524015"/>
                  <a:pt x="4642359" y="1531633"/>
                  <a:pt x="4641844" y="1536712"/>
                </a:cubicBezTo>
                <a:cubicBezTo>
                  <a:pt x="4658605" y="1544836"/>
                  <a:pt x="4678203" y="1524523"/>
                  <a:pt x="4697799" y="1546361"/>
                </a:cubicBezTo>
                <a:cubicBezTo>
                  <a:pt x="4612447" y="1642341"/>
                  <a:pt x="4482224" y="1665955"/>
                  <a:pt x="4364379" y="1738070"/>
                </a:cubicBezTo>
                <a:cubicBezTo>
                  <a:pt x="4459789" y="1761938"/>
                  <a:pt x="4517037" y="1678652"/>
                  <a:pt x="4587175" y="1689317"/>
                </a:cubicBezTo>
                <a:cubicBezTo>
                  <a:pt x="4622246" y="1715471"/>
                  <a:pt x="4518068" y="1757368"/>
                  <a:pt x="4617346" y="1769810"/>
                </a:cubicBezTo>
                <a:cubicBezTo>
                  <a:pt x="4574281" y="1792663"/>
                  <a:pt x="4542306" y="1815006"/>
                  <a:pt x="4512653" y="1841415"/>
                </a:cubicBezTo>
                <a:cubicBezTo>
                  <a:pt x="4459789" y="1888644"/>
                  <a:pt x="4449475" y="1919623"/>
                  <a:pt x="4473973" y="1983103"/>
                </a:cubicBezTo>
                <a:cubicBezTo>
                  <a:pt x="4489961" y="2024746"/>
                  <a:pt x="4513427" y="2063089"/>
                  <a:pt x="4492798" y="2112602"/>
                </a:cubicBezTo>
                <a:cubicBezTo>
                  <a:pt x="4478357" y="2146628"/>
                  <a:pt x="4484030" y="2168972"/>
                  <a:pt x="4537665" y="2153737"/>
                </a:cubicBezTo>
                <a:cubicBezTo>
                  <a:pt x="4595427" y="2137485"/>
                  <a:pt x="4617087" y="2167956"/>
                  <a:pt x="4602648" y="2227627"/>
                </a:cubicBezTo>
                <a:cubicBezTo>
                  <a:pt x="4593365" y="2265970"/>
                  <a:pt x="4603165" y="2277649"/>
                  <a:pt x="4642875" y="2273333"/>
                </a:cubicBezTo>
                <a:cubicBezTo>
                  <a:pt x="4686713" y="2268509"/>
                  <a:pt x="4728487" y="2243370"/>
                  <a:pt x="4782639" y="2255559"/>
                </a:cubicBezTo>
                <a:cubicBezTo>
                  <a:pt x="4739318" y="2325134"/>
                  <a:pt x="4646743" y="2305328"/>
                  <a:pt x="4596201" y="2371602"/>
                </a:cubicBezTo>
                <a:cubicBezTo>
                  <a:pt x="4656542" y="2371854"/>
                  <a:pt x="4702700" y="2371602"/>
                  <a:pt x="4747311" y="2357127"/>
                </a:cubicBezTo>
                <a:cubicBezTo>
                  <a:pt x="4765878" y="2351286"/>
                  <a:pt x="4786251" y="2345194"/>
                  <a:pt x="4796563" y="2365252"/>
                </a:cubicBezTo>
                <a:cubicBezTo>
                  <a:pt x="4808683" y="2389375"/>
                  <a:pt x="4783671" y="2398516"/>
                  <a:pt x="4768455" y="2402832"/>
                </a:cubicBezTo>
                <a:cubicBezTo>
                  <a:pt x="4725649" y="2415021"/>
                  <a:pt x="4692901" y="2443968"/>
                  <a:pt x="4657573" y="2466566"/>
                </a:cubicBezTo>
                <a:cubicBezTo>
                  <a:pt x="4579956" y="2516082"/>
                  <a:pt x="4494859" y="2557470"/>
                  <a:pt x="4429103" y="2639233"/>
                </a:cubicBezTo>
                <a:cubicBezTo>
                  <a:pt x="4511879" y="2618411"/>
                  <a:pt x="4573509" y="2569913"/>
                  <a:pt x="4650355" y="2560010"/>
                </a:cubicBezTo>
                <a:cubicBezTo>
                  <a:pt x="4583823" y="2634409"/>
                  <a:pt x="4498213" y="2683415"/>
                  <a:pt x="4417243" y="2737500"/>
                </a:cubicBezTo>
                <a:cubicBezTo>
                  <a:pt x="4394035" y="2752735"/>
                  <a:pt x="4370569" y="2763146"/>
                  <a:pt x="4365411" y="2796409"/>
                </a:cubicBezTo>
                <a:cubicBezTo>
                  <a:pt x="4355353" y="2860905"/>
                  <a:pt x="4325183" y="2914228"/>
                  <a:pt x="4260717" y="2942666"/>
                </a:cubicBezTo>
                <a:cubicBezTo>
                  <a:pt x="4260202" y="2942922"/>
                  <a:pt x="4263811" y="2952571"/>
                  <a:pt x="4265875" y="2959171"/>
                </a:cubicBezTo>
                <a:cubicBezTo>
                  <a:pt x="4305328" y="2961204"/>
                  <a:pt x="4336529" y="2923115"/>
                  <a:pt x="4386814" y="2935557"/>
                </a:cubicBezTo>
                <a:cubicBezTo>
                  <a:pt x="4338592" y="2987356"/>
                  <a:pt x="4298365" y="3033825"/>
                  <a:pt x="4230031" y="3058455"/>
                </a:cubicBezTo>
                <a:cubicBezTo>
                  <a:pt x="4175363" y="3078006"/>
                  <a:pt x="4107803" y="3089433"/>
                  <a:pt x="4068091" y="3152912"/>
                </a:cubicBezTo>
                <a:cubicBezTo>
                  <a:pt x="4114249" y="3165356"/>
                  <a:pt x="4148546" y="3149613"/>
                  <a:pt x="4183101" y="3138440"/>
                </a:cubicBezTo>
                <a:cubicBezTo>
                  <a:pt x="4235963" y="3121173"/>
                  <a:pt x="4288309" y="3101622"/>
                  <a:pt x="4341172" y="3084354"/>
                </a:cubicBezTo>
                <a:cubicBezTo>
                  <a:pt x="4361286" y="3077753"/>
                  <a:pt x="4383205" y="3073181"/>
                  <a:pt x="4396097" y="3104668"/>
                </a:cubicBezTo>
                <a:cubicBezTo>
                  <a:pt x="4328793" y="3111271"/>
                  <a:pt x="4288567" y="3153929"/>
                  <a:pt x="4246278" y="3194048"/>
                </a:cubicBezTo>
                <a:cubicBezTo>
                  <a:pt x="4222552" y="3216647"/>
                  <a:pt x="4203213" y="3246864"/>
                  <a:pt x="4160408" y="3235438"/>
                </a:cubicBezTo>
                <a:cubicBezTo>
                  <a:pt x="4137972" y="3229344"/>
                  <a:pt x="4123791" y="3246355"/>
                  <a:pt x="4126113" y="3267177"/>
                </a:cubicBezTo>
                <a:cubicBezTo>
                  <a:pt x="4134621" y="3340561"/>
                  <a:pt x="4082274" y="3366206"/>
                  <a:pt x="4028123" y="3380425"/>
                </a:cubicBezTo>
                <a:cubicBezTo>
                  <a:pt x="3925491" y="3407087"/>
                  <a:pt x="3840137" y="3469805"/>
                  <a:pt x="3740344" y="3504084"/>
                </a:cubicBezTo>
                <a:cubicBezTo>
                  <a:pt x="3643386" y="3537348"/>
                  <a:pt x="3568347" y="3616317"/>
                  <a:pt x="3471133" y="3657707"/>
                </a:cubicBezTo>
                <a:cubicBezTo>
                  <a:pt x="3400734" y="3687670"/>
                  <a:pt x="3333431" y="3726265"/>
                  <a:pt x="3260969" y="3753434"/>
                </a:cubicBezTo>
                <a:cubicBezTo>
                  <a:pt x="3089490" y="3817676"/>
                  <a:pt x="2914657" y="3869222"/>
                  <a:pt x="2729767" y="3876585"/>
                </a:cubicBezTo>
                <a:cubicBezTo>
                  <a:pt x="2577110" y="3882426"/>
                  <a:pt x="1252970" y="3876841"/>
                  <a:pt x="715061" y="3041189"/>
                </a:cubicBezTo>
                <a:cubicBezTo>
                  <a:pt x="704746" y="3037125"/>
                  <a:pt x="693143" y="3026461"/>
                  <a:pt x="689533" y="3016303"/>
                </a:cubicBezTo>
                <a:cubicBezTo>
                  <a:pt x="672255" y="2968820"/>
                  <a:pt x="629965" y="2948253"/>
                  <a:pt x="591802" y="2922608"/>
                </a:cubicBezTo>
                <a:cubicBezTo>
                  <a:pt x="558279" y="2900009"/>
                  <a:pt x="522692" y="2876394"/>
                  <a:pt x="508767" y="2838305"/>
                </a:cubicBezTo>
                <a:cubicBezTo>
                  <a:pt x="490459" y="2787522"/>
                  <a:pt x="542548" y="2829165"/>
                  <a:pt x="552090" y="2809867"/>
                </a:cubicBezTo>
                <a:cubicBezTo>
                  <a:pt x="532234" y="2783460"/>
                  <a:pt x="501547" y="2759336"/>
                  <a:pt x="493553" y="2729374"/>
                </a:cubicBezTo>
                <a:cubicBezTo>
                  <a:pt x="464416" y="2621204"/>
                  <a:pt x="401496" y="2542489"/>
                  <a:pt x="307375" y="2481294"/>
                </a:cubicBezTo>
                <a:cubicBezTo>
                  <a:pt x="280299" y="2463774"/>
                  <a:pt x="262507" y="2431779"/>
                  <a:pt x="225632" y="2426702"/>
                </a:cubicBezTo>
                <a:cubicBezTo>
                  <a:pt x="143631" y="2415529"/>
                  <a:pt x="169417" y="2328180"/>
                  <a:pt x="126095" y="2289331"/>
                </a:cubicBezTo>
                <a:cubicBezTo>
                  <a:pt x="117843" y="2281966"/>
                  <a:pt x="110366" y="2267494"/>
                  <a:pt x="111912" y="2257592"/>
                </a:cubicBezTo>
                <a:cubicBezTo>
                  <a:pt x="114232" y="2243370"/>
                  <a:pt x="124033" y="2229913"/>
                  <a:pt x="132284" y="2217216"/>
                </a:cubicBezTo>
                <a:cubicBezTo>
                  <a:pt x="140794" y="2204521"/>
                  <a:pt x="153685" y="2193348"/>
                  <a:pt x="147498" y="2176590"/>
                </a:cubicBezTo>
                <a:cubicBezTo>
                  <a:pt x="144921" y="2169734"/>
                  <a:pt x="146723" y="2145866"/>
                  <a:pt x="127642" y="2164655"/>
                </a:cubicBezTo>
                <a:cubicBezTo>
                  <a:pt x="88382" y="2203315"/>
                  <a:pt x="61451" y="2185557"/>
                  <a:pt x="31511" y="2164406"/>
                </a:cubicBezTo>
                <a:lnTo>
                  <a:pt x="0" y="2144089"/>
                </a:lnTo>
                <a:lnTo>
                  <a:pt x="0" y="2144087"/>
                </a:lnTo>
                <a:lnTo>
                  <a:pt x="48510" y="2109967"/>
                </a:lnTo>
                <a:cubicBezTo>
                  <a:pt x="61822" y="2098192"/>
                  <a:pt x="71299" y="2084925"/>
                  <a:pt x="74006" y="2066897"/>
                </a:cubicBezTo>
                <a:cubicBezTo>
                  <a:pt x="85094" y="1992498"/>
                  <a:pt x="132540" y="1958473"/>
                  <a:pt x="204486" y="1951871"/>
                </a:cubicBezTo>
                <a:cubicBezTo>
                  <a:pt x="177926" y="1880012"/>
                  <a:pt x="177926" y="1880012"/>
                  <a:pt x="263796" y="1870107"/>
                </a:cubicBezTo>
                <a:cubicBezTo>
                  <a:pt x="230788" y="1824403"/>
                  <a:pt x="230788" y="1812722"/>
                  <a:pt x="270759" y="1796979"/>
                </a:cubicBezTo>
                <a:cubicBezTo>
                  <a:pt x="309181" y="1781998"/>
                  <a:pt x="351727" y="1776919"/>
                  <a:pt x="387314" y="1753813"/>
                </a:cubicBezTo>
                <a:cubicBezTo>
                  <a:pt x="354564" y="1695412"/>
                  <a:pt x="345282" y="1627615"/>
                  <a:pt x="277721" y="1599175"/>
                </a:cubicBezTo>
                <a:cubicBezTo>
                  <a:pt x="267148" y="1594859"/>
                  <a:pt x="259929" y="1577338"/>
                  <a:pt x="266631" y="1567182"/>
                </a:cubicBezTo>
                <a:cubicBezTo>
                  <a:pt x="291129" y="1530364"/>
                  <a:pt x="256059" y="1460535"/>
                  <a:pt x="332387" y="1452664"/>
                </a:cubicBezTo>
                <a:cubicBezTo>
                  <a:pt x="341929" y="1451902"/>
                  <a:pt x="350697" y="1444284"/>
                  <a:pt x="343218" y="1434381"/>
                </a:cubicBezTo>
                <a:cubicBezTo>
                  <a:pt x="317430" y="1399848"/>
                  <a:pt x="348633" y="1402133"/>
                  <a:pt x="367457" y="1397816"/>
                </a:cubicBezTo>
                <a:cubicBezTo>
                  <a:pt x="390151" y="1392485"/>
                  <a:pt x="415936" y="1407720"/>
                  <a:pt x="437082" y="1388929"/>
                </a:cubicBezTo>
                <a:cubicBezTo>
                  <a:pt x="432181" y="1369123"/>
                  <a:pt x="413874" y="1369377"/>
                  <a:pt x="400981" y="1363030"/>
                </a:cubicBezTo>
                <a:cubicBezTo>
                  <a:pt x="363332" y="1344747"/>
                  <a:pt x="332645" y="1322911"/>
                  <a:pt x="330840" y="1275427"/>
                </a:cubicBezTo>
                <a:cubicBezTo>
                  <a:pt x="329552" y="1237085"/>
                  <a:pt x="325425" y="1203314"/>
                  <a:pt x="377515" y="1191633"/>
                </a:cubicBezTo>
                <a:cubicBezTo>
                  <a:pt x="399175" y="1186808"/>
                  <a:pt x="392985" y="1159132"/>
                  <a:pt x="380607" y="1145419"/>
                </a:cubicBezTo>
                <a:cubicBezTo>
                  <a:pt x="358431" y="1121043"/>
                  <a:pt x="340124" y="1088542"/>
                  <a:pt x="301959" y="1086257"/>
                </a:cubicBezTo>
                <a:cubicBezTo>
                  <a:pt x="278751" y="1084734"/>
                  <a:pt x="260958" y="1074575"/>
                  <a:pt x="242650" y="1062896"/>
                </a:cubicBezTo>
                <a:cubicBezTo>
                  <a:pt x="229500" y="1054515"/>
                  <a:pt x="213769" y="1047406"/>
                  <a:pt x="215316" y="1029379"/>
                </a:cubicBezTo>
                <a:cubicBezTo>
                  <a:pt x="216863" y="1012112"/>
                  <a:pt x="232076" y="1005002"/>
                  <a:pt x="247550" y="1001447"/>
                </a:cubicBezTo>
                <a:cubicBezTo>
                  <a:pt x="299124" y="990021"/>
                  <a:pt x="347601" y="973262"/>
                  <a:pt x="390667" y="934920"/>
                </a:cubicBezTo>
                <a:cubicBezTo>
                  <a:pt x="362042" y="914607"/>
                  <a:pt x="334709" y="899879"/>
                  <a:pt x="313563" y="879311"/>
                </a:cubicBezTo>
                <a:cubicBezTo>
                  <a:pt x="262507" y="829544"/>
                  <a:pt x="694948" y="672875"/>
                  <a:pt x="716608" y="617012"/>
                </a:cubicBezTo>
                <a:cubicBezTo>
                  <a:pt x="723312" y="599745"/>
                  <a:pt x="746262" y="581971"/>
                  <a:pt x="765346" y="576892"/>
                </a:cubicBezTo>
                <a:cubicBezTo>
                  <a:pt x="854824" y="553024"/>
                  <a:pt x="932441" y="499446"/>
                  <a:pt x="1023984" y="479640"/>
                </a:cubicBezTo>
                <a:cubicBezTo>
                  <a:pt x="1110369" y="460851"/>
                  <a:pt x="1195465" y="435712"/>
                  <a:pt x="1290101" y="410829"/>
                </a:cubicBezTo>
                <a:cubicBezTo>
                  <a:pt x="1232082" y="348364"/>
                  <a:pt x="1129193" y="355728"/>
                  <a:pt x="1105212" y="265586"/>
                </a:cubicBezTo>
                <a:cubicBezTo>
                  <a:pt x="1198817" y="242225"/>
                  <a:pt x="1297320" y="268888"/>
                  <a:pt x="1387575" y="231814"/>
                </a:cubicBezTo>
                <a:cubicBezTo>
                  <a:pt x="1395311" y="228514"/>
                  <a:pt x="1405884" y="231814"/>
                  <a:pt x="1415166" y="232831"/>
                </a:cubicBezTo>
                <a:cubicBezTo>
                  <a:pt x="1601088" y="252636"/>
                  <a:pt x="1786236" y="235371"/>
                  <a:pt x="1969579" y="210485"/>
                </a:cubicBezTo>
                <a:cubicBezTo>
                  <a:pt x="2233634" y="174938"/>
                  <a:pt x="2498720" y="152338"/>
                  <a:pt x="2764321" y="136340"/>
                </a:cubicBezTo>
                <a:cubicBezTo>
                  <a:pt x="2983766" y="123136"/>
                  <a:pt x="3203724" y="117297"/>
                  <a:pt x="3422137" y="91905"/>
                </a:cubicBezTo>
                <a:cubicBezTo>
                  <a:pt x="3655763" y="64736"/>
                  <a:pt x="3889131" y="34011"/>
                  <a:pt x="4122502" y="5572"/>
                </a:cubicBezTo>
                <a:cubicBezTo>
                  <a:pt x="4133074" y="4301"/>
                  <a:pt x="4144742" y="302"/>
                  <a:pt x="4156023" y="17"/>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hasCustomPrompt="1"/>
          </p:nvPr>
        </p:nvSpPr>
        <p:spPr>
          <a:xfrm>
            <a:off x="5248656" y="4224528"/>
            <a:ext cx="6108192" cy="1463040"/>
          </a:xfrm>
        </p:spPr>
        <p:txBody>
          <a:bodyPr anchor="b">
            <a:normAutofit/>
          </a:bodyPr>
          <a:lstStyle>
            <a:lvl1pPr algn="r">
              <a:defRPr sz="4800"/>
            </a:lvl1pPr>
          </a:lstStyle>
          <a:p>
            <a:r>
              <a:rPr lang="en-US" dirty="0"/>
              <a:t>Title here</a:t>
            </a:r>
          </a:p>
        </p:txBody>
      </p:sp>
      <p:sp>
        <p:nvSpPr>
          <p:cNvPr id="18" name="Subtitle 2">
            <a:extLst>
              <a:ext uri="{FF2B5EF4-FFF2-40B4-BE49-F238E27FC236}">
                <a16:creationId xmlns:a16="http://schemas.microsoft.com/office/drawing/2014/main" id="{54E3CDD9-A6EF-4C93-B9CA-1472D152EE62}"/>
              </a:ext>
            </a:extLst>
          </p:cNvPr>
          <p:cNvSpPr>
            <a:spLocks noGrp="1"/>
          </p:cNvSpPr>
          <p:nvPr>
            <p:ph type="subTitle" idx="1" hasCustomPrompt="1"/>
          </p:nvPr>
        </p:nvSpPr>
        <p:spPr>
          <a:xfrm>
            <a:off x="5065776" y="5724144"/>
            <a:ext cx="6291072" cy="649224"/>
          </a:xfrm>
        </p:spPr>
        <p:txBody>
          <a:bodyPr/>
          <a:lstStyle>
            <a:lvl1pPr marL="0" indent="0" algn="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Tree>
    <p:extLst>
      <p:ext uri="{BB962C8B-B14F-4D97-AF65-F5344CB8AC3E}">
        <p14:creationId xmlns:p14="http://schemas.microsoft.com/office/powerpoint/2010/main" val="449278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5642769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3328416" y="2002536"/>
            <a:ext cx="5541264" cy="2148840"/>
          </a:xfrm>
        </p:spPr>
        <p:txBody>
          <a:bodyPr anchor="b">
            <a:normAutofit/>
          </a:bodyPr>
          <a:lstStyle>
            <a:lvl1pPr algn="ctr">
              <a:defRPr sz="3600">
                <a:solidFill>
                  <a:schemeClr val="bg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r>
              <a:rPr lang="en-US" dirty="0"/>
              <a:t>9/3/20XX</a:t>
            </a:r>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8" name="Text Placeholder 7">
            <a:extLst>
              <a:ext uri="{FF2B5EF4-FFF2-40B4-BE49-F238E27FC236}">
                <a16:creationId xmlns:a16="http://schemas.microsoft.com/office/drawing/2014/main" id="{DB993D08-8A5D-4511-89F2-22508AFAC62D}"/>
              </a:ext>
            </a:extLst>
          </p:cNvPr>
          <p:cNvSpPr>
            <a:spLocks noGrp="1"/>
          </p:cNvSpPr>
          <p:nvPr>
            <p:ph type="body" sz="quarter" idx="13"/>
          </p:nvPr>
        </p:nvSpPr>
        <p:spPr>
          <a:xfrm>
            <a:off x="3877056" y="4297680"/>
            <a:ext cx="4434840" cy="1188720"/>
          </a:xfrm>
        </p:spPr>
        <p:txBody>
          <a:bodyPr/>
          <a:lstStyle>
            <a:lvl1pPr marL="0" indent="0" algn="ctr">
              <a:buNone/>
              <a:defRPr sz="2400">
                <a:solidFill>
                  <a:schemeClr val="bg1"/>
                </a:solidFill>
                <a:latin typeface="+mj-lt"/>
              </a:defRPr>
            </a:lvl1pPr>
          </a:lstStyle>
          <a:p>
            <a:pPr lvl="0"/>
            <a:r>
              <a:rPr lang="en-US"/>
              <a:t>Click to edit Master text styles</a:t>
            </a:r>
          </a:p>
        </p:txBody>
      </p:sp>
    </p:spTree>
    <p:extLst>
      <p:ext uri="{BB962C8B-B14F-4D97-AF65-F5344CB8AC3E}">
        <p14:creationId xmlns:p14="http://schemas.microsoft.com/office/powerpoint/2010/main" val="549253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31" name="Picture Placeholder 30">
            <a:extLst>
              <a:ext uri="{FF2B5EF4-FFF2-40B4-BE49-F238E27FC236}">
                <a16:creationId xmlns:a16="http://schemas.microsoft.com/office/drawing/2014/main" id="{740F3399-4083-4642-9BB0-A990D21E7031}"/>
              </a:ext>
            </a:extLst>
          </p:cNvPr>
          <p:cNvSpPr>
            <a:spLocks noGrp="1"/>
          </p:cNvSpPr>
          <p:nvPr>
            <p:ph type="pic" sz="quarter" idx="13"/>
          </p:nvPr>
        </p:nvSpPr>
        <p:spPr>
          <a:xfrm>
            <a:off x="328398" y="2204789"/>
            <a:ext cx="2053232" cy="1662194"/>
          </a:xfrm>
          <a:custGeom>
            <a:avLst/>
            <a:gdLst>
              <a:gd name="connsiteX0" fmla="*/ 1747 w 2053232"/>
              <a:gd name="connsiteY0" fmla="*/ 969110 h 1662194"/>
              <a:gd name="connsiteX1" fmla="*/ 2600 w 2053232"/>
              <a:gd name="connsiteY1" fmla="*/ 973994 h 1662194"/>
              <a:gd name="connsiteX2" fmla="*/ 5336 w 2053232"/>
              <a:gd name="connsiteY2" fmla="*/ 988563 h 1662194"/>
              <a:gd name="connsiteX3" fmla="*/ 6783 w 2053232"/>
              <a:gd name="connsiteY3" fmla="*/ 995844 h 1662194"/>
              <a:gd name="connsiteX4" fmla="*/ 6162 w 2053232"/>
              <a:gd name="connsiteY4" fmla="*/ 996145 h 1662194"/>
              <a:gd name="connsiteX5" fmla="*/ 1451 w 2053232"/>
              <a:gd name="connsiteY5" fmla="*/ 973537 h 1662194"/>
              <a:gd name="connsiteX6" fmla="*/ 1 w 2053232"/>
              <a:gd name="connsiteY6" fmla="*/ 957986 h 1662194"/>
              <a:gd name="connsiteX7" fmla="*/ 655 w 2053232"/>
              <a:gd name="connsiteY7" fmla="*/ 958871 h 1662194"/>
              <a:gd name="connsiteX8" fmla="*/ 2083 w 2053232"/>
              <a:gd name="connsiteY8" fmla="*/ 964112 h 1662194"/>
              <a:gd name="connsiteX9" fmla="*/ 1747 w 2053232"/>
              <a:gd name="connsiteY9" fmla="*/ 969110 h 1662194"/>
              <a:gd name="connsiteX10" fmla="*/ 711 w 2053232"/>
              <a:gd name="connsiteY10" fmla="*/ 963168 h 1662194"/>
              <a:gd name="connsiteX11" fmla="*/ 1 w 2053232"/>
              <a:gd name="connsiteY11" fmla="*/ 957986 h 1662194"/>
              <a:gd name="connsiteX12" fmla="*/ 1709192 w 2053232"/>
              <a:gd name="connsiteY12" fmla="*/ 427290 h 1662194"/>
              <a:gd name="connsiteX13" fmla="*/ 1697211 w 2053232"/>
              <a:gd name="connsiteY13" fmla="*/ 437869 h 1662194"/>
              <a:gd name="connsiteX14" fmla="*/ 1704734 w 2053232"/>
              <a:gd name="connsiteY14" fmla="*/ 435072 h 1662194"/>
              <a:gd name="connsiteX15" fmla="*/ 1710506 w 2053232"/>
              <a:gd name="connsiteY15" fmla="*/ 428699 h 1662194"/>
              <a:gd name="connsiteX16" fmla="*/ 1709192 w 2053232"/>
              <a:gd name="connsiteY16" fmla="*/ 427290 h 1662194"/>
              <a:gd name="connsiteX17" fmla="*/ 1602978 w 2053232"/>
              <a:gd name="connsiteY17" fmla="*/ 260909 h 1662194"/>
              <a:gd name="connsiteX18" fmla="*/ 1531109 w 2053232"/>
              <a:gd name="connsiteY18" fmla="*/ 324503 h 1662194"/>
              <a:gd name="connsiteX19" fmla="*/ 1532534 w 2053232"/>
              <a:gd name="connsiteY19" fmla="*/ 325909 h 1662194"/>
              <a:gd name="connsiteX20" fmla="*/ 1602978 w 2053232"/>
              <a:gd name="connsiteY20" fmla="*/ 260909 h 1662194"/>
              <a:gd name="connsiteX21" fmla="*/ 1738586 w 2053232"/>
              <a:gd name="connsiteY21" fmla="*/ 93 h 1662194"/>
              <a:gd name="connsiteX22" fmla="*/ 1741678 w 2053232"/>
              <a:gd name="connsiteY22" fmla="*/ 1125 h 1662194"/>
              <a:gd name="connsiteX23" fmla="*/ 1741688 w 2053232"/>
              <a:gd name="connsiteY23" fmla="*/ 7060 h 1662194"/>
              <a:gd name="connsiteX24" fmla="*/ 1738619 w 2053232"/>
              <a:gd name="connsiteY24" fmla="*/ 16733 h 1662194"/>
              <a:gd name="connsiteX25" fmla="*/ 1740091 w 2053232"/>
              <a:gd name="connsiteY25" fmla="*/ 23588 h 1662194"/>
              <a:gd name="connsiteX26" fmla="*/ 1738677 w 2053232"/>
              <a:gd name="connsiteY26" fmla="*/ 39142 h 1662194"/>
              <a:gd name="connsiteX27" fmla="*/ 1733427 w 2053232"/>
              <a:gd name="connsiteY27" fmla="*/ 62940 h 1662194"/>
              <a:gd name="connsiteX28" fmla="*/ 1730087 w 2053232"/>
              <a:gd name="connsiteY28" fmla="*/ 69352 h 1662194"/>
              <a:gd name="connsiteX29" fmla="*/ 1727650 w 2053232"/>
              <a:gd name="connsiteY29" fmla="*/ 72220 h 1662194"/>
              <a:gd name="connsiteX30" fmla="*/ 1683217 w 2053232"/>
              <a:gd name="connsiteY30" fmla="*/ 165659 h 1662194"/>
              <a:gd name="connsiteX31" fmla="*/ 1629846 w 2053232"/>
              <a:gd name="connsiteY31" fmla="*/ 229721 h 1662194"/>
              <a:gd name="connsiteX32" fmla="*/ 1628579 w 2053232"/>
              <a:gd name="connsiteY32" fmla="*/ 232307 h 1662194"/>
              <a:gd name="connsiteX33" fmla="*/ 1654744 w 2053232"/>
              <a:gd name="connsiteY33" fmla="*/ 218464 h 1662194"/>
              <a:gd name="connsiteX34" fmla="*/ 1708998 w 2053232"/>
              <a:gd name="connsiteY34" fmla="*/ 163943 h 1662194"/>
              <a:gd name="connsiteX35" fmla="*/ 1741523 w 2053232"/>
              <a:gd name="connsiteY35" fmla="*/ 130021 h 1662194"/>
              <a:gd name="connsiteX36" fmla="*/ 1745887 w 2053232"/>
              <a:gd name="connsiteY36" fmla="*/ 123817 h 1662194"/>
              <a:gd name="connsiteX37" fmla="*/ 1749348 w 2053232"/>
              <a:gd name="connsiteY37" fmla="*/ 121883 h 1662194"/>
              <a:gd name="connsiteX38" fmla="*/ 1752617 w 2053232"/>
              <a:gd name="connsiteY38" fmla="*/ 126013 h 1662194"/>
              <a:gd name="connsiteX39" fmla="*/ 1751495 w 2053232"/>
              <a:gd name="connsiteY39" fmla="*/ 142041 h 1662194"/>
              <a:gd name="connsiteX40" fmla="*/ 1727717 w 2053232"/>
              <a:gd name="connsiteY40" fmla="*/ 174701 h 1662194"/>
              <a:gd name="connsiteX41" fmla="*/ 1693354 w 2053232"/>
              <a:gd name="connsiteY41" fmla="*/ 214015 h 1662194"/>
              <a:gd name="connsiteX42" fmla="*/ 1692030 w 2053232"/>
              <a:gd name="connsiteY42" fmla="*/ 218421 h 1662194"/>
              <a:gd name="connsiteX43" fmla="*/ 1711837 w 2053232"/>
              <a:gd name="connsiteY43" fmla="*/ 198978 h 1662194"/>
              <a:gd name="connsiteX44" fmla="*/ 1731313 w 2053232"/>
              <a:gd name="connsiteY44" fmla="*/ 180273 h 1662194"/>
              <a:gd name="connsiteX45" fmla="*/ 1737207 w 2053232"/>
              <a:gd name="connsiteY45" fmla="*/ 178378 h 1662194"/>
              <a:gd name="connsiteX46" fmla="*/ 1739940 w 2053232"/>
              <a:gd name="connsiteY46" fmla="*/ 185555 h 1662194"/>
              <a:gd name="connsiteX47" fmla="*/ 1732246 w 2053232"/>
              <a:gd name="connsiteY47" fmla="*/ 204832 h 1662194"/>
              <a:gd name="connsiteX48" fmla="*/ 1686812 w 2053232"/>
              <a:gd name="connsiteY48" fmla="*/ 257845 h 1662194"/>
              <a:gd name="connsiteX49" fmla="*/ 1664556 w 2053232"/>
              <a:gd name="connsiteY49" fmla="*/ 288152 h 1662194"/>
              <a:gd name="connsiteX50" fmla="*/ 1664418 w 2053232"/>
              <a:gd name="connsiteY50" fmla="*/ 295304 h 1662194"/>
              <a:gd name="connsiteX51" fmla="*/ 1654080 w 2053232"/>
              <a:gd name="connsiteY51" fmla="*/ 308008 h 1662194"/>
              <a:gd name="connsiteX52" fmla="*/ 1646666 w 2053232"/>
              <a:gd name="connsiteY52" fmla="*/ 310801 h 1662194"/>
              <a:gd name="connsiteX53" fmla="*/ 1571164 w 2053232"/>
              <a:gd name="connsiteY53" fmla="*/ 394989 h 1662194"/>
              <a:gd name="connsiteX54" fmla="*/ 1534274 w 2053232"/>
              <a:gd name="connsiteY54" fmla="*/ 423366 h 1662194"/>
              <a:gd name="connsiteX55" fmla="*/ 1534563 w 2053232"/>
              <a:gd name="connsiteY55" fmla="*/ 425295 h 1662194"/>
              <a:gd name="connsiteX56" fmla="*/ 1535201 w 2053232"/>
              <a:gd name="connsiteY56" fmla="*/ 427332 h 1662194"/>
              <a:gd name="connsiteX57" fmla="*/ 1587187 w 2053232"/>
              <a:gd name="connsiteY57" fmla="*/ 384880 h 1662194"/>
              <a:gd name="connsiteX58" fmla="*/ 1719887 w 2053232"/>
              <a:gd name="connsiteY58" fmla="*/ 260608 h 1662194"/>
              <a:gd name="connsiteX59" fmla="*/ 1758213 w 2053232"/>
              <a:gd name="connsiteY59" fmla="*/ 213165 h 1662194"/>
              <a:gd name="connsiteX60" fmla="*/ 1785353 w 2053232"/>
              <a:gd name="connsiteY60" fmla="*/ 183058 h 1662194"/>
              <a:gd name="connsiteX61" fmla="*/ 1800878 w 2053232"/>
              <a:gd name="connsiteY61" fmla="*/ 176962 h 1662194"/>
              <a:gd name="connsiteX62" fmla="*/ 1807769 w 2053232"/>
              <a:gd name="connsiteY62" fmla="*/ 180970 h 1662194"/>
              <a:gd name="connsiteX63" fmla="*/ 1805034 w 2053232"/>
              <a:gd name="connsiteY63" fmla="*/ 186998 h 1662194"/>
              <a:gd name="connsiteX64" fmla="*/ 1803514 w 2053232"/>
              <a:gd name="connsiteY64" fmla="*/ 187897 h 1662194"/>
              <a:gd name="connsiteX65" fmla="*/ 1788211 w 2053232"/>
              <a:gd name="connsiteY65" fmla="*/ 205008 h 1662194"/>
              <a:gd name="connsiteX66" fmla="*/ 1789190 w 2053232"/>
              <a:gd name="connsiteY66" fmla="*/ 211516 h 1662194"/>
              <a:gd name="connsiteX67" fmla="*/ 1787239 w 2053232"/>
              <a:gd name="connsiteY67" fmla="*/ 219092 h 1662194"/>
              <a:gd name="connsiteX68" fmla="*/ 1775377 w 2053232"/>
              <a:gd name="connsiteY68" fmla="*/ 223853 h 1662194"/>
              <a:gd name="connsiteX69" fmla="*/ 1790824 w 2053232"/>
              <a:gd name="connsiteY69" fmla="*/ 220183 h 1662194"/>
              <a:gd name="connsiteX70" fmla="*/ 1809141 w 2053232"/>
              <a:gd name="connsiteY70" fmla="*/ 193038 h 1662194"/>
              <a:gd name="connsiteX71" fmla="*/ 1812132 w 2053232"/>
              <a:gd name="connsiteY71" fmla="*/ 187244 h 1662194"/>
              <a:gd name="connsiteX72" fmla="*/ 1822286 w 2053232"/>
              <a:gd name="connsiteY72" fmla="*/ 187265 h 1662194"/>
              <a:gd name="connsiteX73" fmla="*/ 1830358 w 2053232"/>
              <a:gd name="connsiteY73" fmla="*/ 185176 h 1662194"/>
              <a:gd name="connsiteX74" fmla="*/ 1843211 w 2053232"/>
              <a:gd name="connsiteY74" fmla="*/ 166452 h 1662194"/>
              <a:gd name="connsiteX75" fmla="*/ 1848681 w 2053232"/>
              <a:gd name="connsiteY75" fmla="*/ 166146 h 1662194"/>
              <a:gd name="connsiteX76" fmla="*/ 1849368 w 2053232"/>
              <a:gd name="connsiteY76" fmla="*/ 171453 h 1662194"/>
              <a:gd name="connsiteX77" fmla="*/ 1847180 w 2053232"/>
              <a:gd name="connsiteY77" fmla="*/ 179643 h 1662194"/>
              <a:gd name="connsiteX78" fmla="*/ 1850416 w 2053232"/>
              <a:gd name="connsiteY78" fmla="*/ 193102 h 1662194"/>
              <a:gd name="connsiteX79" fmla="*/ 1850533 w 2053232"/>
              <a:gd name="connsiteY79" fmla="*/ 200487 h 1662194"/>
              <a:gd name="connsiteX80" fmla="*/ 1841762 w 2053232"/>
              <a:gd name="connsiteY80" fmla="*/ 230219 h 1662194"/>
              <a:gd name="connsiteX81" fmla="*/ 1840128 w 2053232"/>
              <a:gd name="connsiteY81" fmla="*/ 234029 h 1662194"/>
              <a:gd name="connsiteX82" fmla="*/ 1834337 w 2053232"/>
              <a:gd name="connsiteY82" fmla="*/ 240281 h 1662194"/>
              <a:gd name="connsiteX83" fmla="*/ 1794161 w 2053232"/>
              <a:gd name="connsiteY83" fmla="*/ 326066 h 1662194"/>
              <a:gd name="connsiteX84" fmla="*/ 1734264 w 2053232"/>
              <a:gd name="connsiteY84" fmla="*/ 398100 h 1662194"/>
              <a:gd name="connsiteX85" fmla="*/ 1757954 w 2053232"/>
              <a:gd name="connsiteY85" fmla="*/ 386885 h 1662194"/>
              <a:gd name="connsiteX86" fmla="*/ 1812738 w 2053232"/>
              <a:gd name="connsiteY86" fmla="*/ 333679 h 1662194"/>
              <a:gd name="connsiteX87" fmla="*/ 1849624 w 2053232"/>
              <a:gd name="connsiteY87" fmla="*/ 295005 h 1662194"/>
              <a:gd name="connsiteX88" fmla="*/ 1852870 w 2053232"/>
              <a:gd name="connsiteY88" fmla="*/ 290172 h 1662194"/>
              <a:gd name="connsiteX89" fmla="*/ 1856990 w 2053232"/>
              <a:gd name="connsiteY89" fmla="*/ 287489 h 1662194"/>
              <a:gd name="connsiteX90" fmla="*/ 1860257 w 2053232"/>
              <a:gd name="connsiteY90" fmla="*/ 292345 h 1662194"/>
              <a:gd name="connsiteX91" fmla="*/ 1856935 w 2053232"/>
              <a:gd name="connsiteY91" fmla="*/ 312082 h 1662194"/>
              <a:gd name="connsiteX92" fmla="*/ 1832410 w 2053232"/>
              <a:gd name="connsiteY92" fmla="*/ 342707 h 1662194"/>
              <a:gd name="connsiteX93" fmla="*/ 1798281 w 2053232"/>
              <a:gd name="connsiteY93" fmla="*/ 385043 h 1662194"/>
              <a:gd name="connsiteX94" fmla="*/ 1821404 w 2053232"/>
              <a:gd name="connsiteY94" fmla="*/ 361975 h 1662194"/>
              <a:gd name="connsiteX95" fmla="*/ 1839377 w 2053232"/>
              <a:gd name="connsiteY95" fmla="*/ 345017 h 1662194"/>
              <a:gd name="connsiteX96" fmla="*/ 1844941 w 2053232"/>
              <a:gd name="connsiteY96" fmla="*/ 343860 h 1662194"/>
              <a:gd name="connsiteX97" fmla="*/ 1847164 w 2053232"/>
              <a:gd name="connsiteY97" fmla="*/ 349842 h 1662194"/>
              <a:gd name="connsiteX98" fmla="*/ 1838441 w 2053232"/>
              <a:gd name="connsiteY98" fmla="*/ 371820 h 1662194"/>
              <a:gd name="connsiteX99" fmla="*/ 1820021 w 2053232"/>
              <a:gd name="connsiteY99" fmla="*/ 393881 h 1662194"/>
              <a:gd name="connsiteX100" fmla="*/ 1843248 w 2053232"/>
              <a:gd name="connsiteY100" fmla="*/ 387648 h 1662194"/>
              <a:gd name="connsiteX101" fmla="*/ 1826441 w 2053232"/>
              <a:gd name="connsiteY101" fmla="*/ 407232 h 1662194"/>
              <a:gd name="connsiteX102" fmla="*/ 1798340 w 2053232"/>
              <a:gd name="connsiteY102" fmla="*/ 418475 h 1662194"/>
              <a:gd name="connsiteX103" fmla="*/ 1788058 w 2053232"/>
              <a:gd name="connsiteY103" fmla="*/ 430814 h 1662194"/>
              <a:gd name="connsiteX104" fmla="*/ 1778251 w 2053232"/>
              <a:gd name="connsiteY104" fmla="*/ 444105 h 1662194"/>
              <a:gd name="connsiteX105" fmla="*/ 1777136 w 2053232"/>
              <a:gd name="connsiteY105" fmla="*/ 455772 h 1662194"/>
              <a:gd name="connsiteX106" fmla="*/ 1768840 w 2053232"/>
              <a:gd name="connsiteY106" fmla="*/ 473253 h 1662194"/>
              <a:gd name="connsiteX107" fmla="*/ 1767669 w 2053232"/>
              <a:gd name="connsiteY107" fmla="*/ 473535 h 1662194"/>
              <a:gd name="connsiteX108" fmla="*/ 1761087 w 2053232"/>
              <a:gd name="connsiteY108" fmla="*/ 482599 h 1662194"/>
              <a:gd name="connsiteX109" fmla="*/ 1754725 w 2053232"/>
              <a:gd name="connsiteY109" fmla="*/ 491656 h 1662194"/>
              <a:gd name="connsiteX110" fmla="*/ 1753278 w 2053232"/>
              <a:gd name="connsiteY110" fmla="*/ 493037 h 1662194"/>
              <a:gd name="connsiteX111" fmla="*/ 1720463 w 2053232"/>
              <a:gd name="connsiteY111" fmla="*/ 549260 h 1662194"/>
              <a:gd name="connsiteX112" fmla="*/ 1718209 w 2053232"/>
              <a:gd name="connsiteY112" fmla="*/ 551879 h 1662194"/>
              <a:gd name="connsiteX113" fmla="*/ 1803757 w 2053232"/>
              <a:gd name="connsiteY113" fmla="*/ 541126 h 1662194"/>
              <a:gd name="connsiteX114" fmla="*/ 1908472 w 2053232"/>
              <a:gd name="connsiteY114" fmla="*/ 497141 h 1662194"/>
              <a:gd name="connsiteX115" fmla="*/ 1905273 w 2053232"/>
              <a:gd name="connsiteY115" fmla="*/ 519902 h 1662194"/>
              <a:gd name="connsiteX116" fmla="*/ 1912288 w 2053232"/>
              <a:gd name="connsiteY116" fmla="*/ 539411 h 1662194"/>
              <a:gd name="connsiteX117" fmla="*/ 1920238 w 2053232"/>
              <a:gd name="connsiteY117" fmla="*/ 582026 h 1662194"/>
              <a:gd name="connsiteX118" fmla="*/ 1920301 w 2053232"/>
              <a:gd name="connsiteY118" fmla="*/ 589050 h 1662194"/>
              <a:gd name="connsiteX119" fmla="*/ 1945762 w 2053232"/>
              <a:gd name="connsiteY119" fmla="*/ 592554 h 1662194"/>
              <a:gd name="connsiteX120" fmla="*/ 1816063 w 2053232"/>
              <a:gd name="connsiteY120" fmla="*/ 717694 h 1662194"/>
              <a:gd name="connsiteX121" fmla="*/ 1911348 w 2053232"/>
              <a:gd name="connsiteY121" fmla="*/ 691712 h 1662194"/>
              <a:gd name="connsiteX122" fmla="*/ 1930339 w 2053232"/>
              <a:gd name="connsiteY122" fmla="*/ 728505 h 1662194"/>
              <a:gd name="connsiteX123" fmla="*/ 1888884 w 2053232"/>
              <a:gd name="connsiteY123" fmla="*/ 763212 h 1662194"/>
              <a:gd name="connsiteX124" fmla="*/ 1881504 w 2053232"/>
              <a:gd name="connsiteY124" fmla="*/ 829360 h 1662194"/>
              <a:gd name="connsiteX125" fmla="*/ 1898869 w 2053232"/>
              <a:gd name="connsiteY125" fmla="*/ 889102 h 1662194"/>
              <a:gd name="connsiteX126" fmla="*/ 1921601 w 2053232"/>
              <a:gd name="connsiteY126" fmla="*/ 907477 h 1662194"/>
              <a:gd name="connsiteX127" fmla="*/ 1955508 w 2053232"/>
              <a:gd name="connsiteY127" fmla="*/ 940738 h 1662194"/>
              <a:gd name="connsiteX128" fmla="*/ 1976481 w 2053232"/>
              <a:gd name="connsiteY128" fmla="*/ 961353 h 1662194"/>
              <a:gd name="connsiteX129" fmla="*/ 2037146 w 2053232"/>
              <a:gd name="connsiteY129" fmla="*/ 950953 h 1662194"/>
              <a:gd name="connsiteX130" fmla="*/ 1962580 w 2053232"/>
              <a:gd name="connsiteY130" fmla="*/ 1007610 h 1662194"/>
              <a:gd name="connsiteX131" fmla="*/ 2028421 w 2053232"/>
              <a:gd name="connsiteY131" fmla="*/ 998611 h 1662194"/>
              <a:gd name="connsiteX132" fmla="*/ 2050829 w 2053232"/>
              <a:gd name="connsiteY132" fmla="*/ 1001611 h 1662194"/>
              <a:gd name="connsiteX133" fmla="*/ 2041050 w 2053232"/>
              <a:gd name="connsiteY133" fmla="*/ 1019506 h 1662194"/>
              <a:gd name="connsiteX134" fmla="*/ 1996418 w 2053232"/>
              <a:gd name="connsiteY134" fmla="*/ 1050687 h 1662194"/>
              <a:gd name="connsiteX135" fmla="*/ 1907231 w 2053232"/>
              <a:gd name="connsiteY135" fmla="*/ 1134124 h 1662194"/>
              <a:gd name="connsiteX136" fmla="*/ 1999628 w 2053232"/>
              <a:gd name="connsiteY136" fmla="*/ 1094067 h 1662194"/>
              <a:gd name="connsiteX137" fmla="*/ 1908700 w 2053232"/>
              <a:gd name="connsiteY137" fmla="*/ 1179865 h 1662194"/>
              <a:gd name="connsiteX138" fmla="*/ 1889869 w 2053232"/>
              <a:gd name="connsiteY138" fmla="*/ 1207997 h 1662194"/>
              <a:gd name="connsiteX139" fmla="*/ 1853632 w 2053232"/>
              <a:gd name="connsiteY139" fmla="*/ 1277417 h 1662194"/>
              <a:gd name="connsiteX140" fmla="*/ 1857097 w 2053232"/>
              <a:gd name="connsiteY140" fmla="*/ 1285053 h 1662194"/>
              <a:gd name="connsiteX141" fmla="*/ 1909020 w 2053232"/>
              <a:gd name="connsiteY141" fmla="*/ 1272282 h 1662194"/>
              <a:gd name="connsiteX142" fmla="*/ 1848099 w 2053232"/>
              <a:gd name="connsiteY142" fmla="*/ 1331631 h 1662194"/>
              <a:gd name="connsiteX143" fmla="*/ 1782898 w 2053232"/>
              <a:gd name="connsiteY143" fmla="*/ 1377919 h 1662194"/>
              <a:gd name="connsiteX144" fmla="*/ 1832839 w 2053232"/>
              <a:gd name="connsiteY144" fmla="*/ 1369576 h 1662194"/>
              <a:gd name="connsiteX145" fmla="*/ 1899110 w 2053232"/>
              <a:gd name="connsiteY145" fmla="*/ 1342149 h 1662194"/>
              <a:gd name="connsiteX146" fmla="*/ 1924893 w 2053232"/>
              <a:gd name="connsiteY146" fmla="*/ 1350730 h 1662194"/>
              <a:gd name="connsiteX147" fmla="*/ 1864819 w 2053232"/>
              <a:gd name="connsiteY147" fmla="*/ 1394423 h 1662194"/>
              <a:gd name="connsiteX148" fmla="*/ 1829716 w 2053232"/>
              <a:gd name="connsiteY148" fmla="*/ 1414866 h 1662194"/>
              <a:gd name="connsiteX149" fmla="*/ 1816667 w 2053232"/>
              <a:gd name="connsiteY149" fmla="*/ 1430084 h 1662194"/>
              <a:gd name="connsiteX150" fmla="*/ 1781075 w 2053232"/>
              <a:gd name="connsiteY150" fmla="*/ 1483976 h 1662194"/>
              <a:gd name="connsiteX151" fmla="*/ 1662135 w 2053232"/>
              <a:gd name="connsiteY151" fmla="*/ 1545641 h 1662194"/>
              <a:gd name="connsiteX152" fmla="*/ 1228496 w 2053232"/>
              <a:gd name="connsiteY152" fmla="*/ 1654846 h 1662194"/>
              <a:gd name="connsiteX153" fmla="*/ 320644 w 2053232"/>
              <a:gd name="connsiteY153" fmla="*/ 1379412 h 1662194"/>
              <a:gd name="connsiteX154" fmla="*/ 270759 w 2053232"/>
              <a:gd name="connsiteY154" fmla="*/ 1337481 h 1662194"/>
              <a:gd name="connsiteX155" fmla="*/ 228113 w 2053232"/>
              <a:gd name="connsiteY155" fmla="*/ 1299667 h 1662194"/>
              <a:gd name="connsiteX156" fmla="*/ 245333 w 2053232"/>
              <a:gd name="connsiteY156" fmla="*/ 1285763 h 1662194"/>
              <a:gd name="connsiteX157" fmla="*/ 213717 w 2053232"/>
              <a:gd name="connsiteY157" fmla="*/ 1249396 h 1662194"/>
              <a:gd name="connsiteX158" fmla="*/ 113881 w 2053232"/>
              <a:gd name="connsiteY158" fmla="*/ 1137192 h 1662194"/>
              <a:gd name="connsiteX159" fmla="*/ 73849 w 2053232"/>
              <a:gd name="connsiteY159" fmla="*/ 1113100 h 1662194"/>
              <a:gd name="connsiteX160" fmla="*/ 20263 w 2053232"/>
              <a:gd name="connsiteY160" fmla="*/ 1050943 h 1662194"/>
              <a:gd name="connsiteX161" fmla="*/ 8595 w 2053232"/>
              <a:gd name="connsiteY161" fmla="*/ 1004970 h 1662194"/>
              <a:gd name="connsiteX162" fmla="*/ 6783 w 2053232"/>
              <a:gd name="connsiteY162" fmla="*/ 995844 h 1662194"/>
              <a:gd name="connsiteX163" fmla="*/ 9724 w 2053232"/>
              <a:gd name="connsiteY163" fmla="*/ 994413 h 1662194"/>
              <a:gd name="connsiteX164" fmla="*/ 11037 w 2053232"/>
              <a:gd name="connsiteY164" fmla="*/ 999486 h 1662194"/>
              <a:gd name="connsiteX165" fmla="*/ 17989 w 2053232"/>
              <a:gd name="connsiteY165" fmla="*/ 1017464 h 1662194"/>
              <a:gd name="connsiteX166" fmla="*/ 21860 w 2053232"/>
              <a:gd name="connsiteY166" fmla="*/ 998437 h 1662194"/>
              <a:gd name="connsiteX167" fmla="*/ 16531 w 2053232"/>
              <a:gd name="connsiteY167" fmla="*/ 989724 h 1662194"/>
              <a:gd name="connsiteX168" fmla="*/ 12243 w 2053232"/>
              <a:gd name="connsiteY168" fmla="*/ 993188 h 1662194"/>
              <a:gd name="connsiteX169" fmla="*/ 9724 w 2053232"/>
              <a:gd name="connsiteY169" fmla="*/ 994413 h 1662194"/>
              <a:gd name="connsiteX170" fmla="*/ 7918 w 2053232"/>
              <a:gd name="connsiteY170" fmla="*/ 987443 h 1662194"/>
              <a:gd name="connsiteX171" fmla="*/ 2406 w 2053232"/>
              <a:gd name="connsiteY171" fmla="*/ 965300 h 1662194"/>
              <a:gd name="connsiteX172" fmla="*/ 2083 w 2053232"/>
              <a:gd name="connsiteY172" fmla="*/ 964112 h 1662194"/>
              <a:gd name="connsiteX173" fmla="*/ 2754 w 2053232"/>
              <a:gd name="connsiteY173" fmla="*/ 954092 h 1662194"/>
              <a:gd name="connsiteX174" fmla="*/ 31566 w 2053232"/>
              <a:gd name="connsiteY174" fmla="*/ 893447 h 1662194"/>
              <a:gd name="connsiteX175" fmla="*/ 52207 w 2053232"/>
              <a:gd name="connsiteY175" fmla="*/ 854594 h 1662194"/>
              <a:gd name="connsiteX176" fmla="*/ 50190 w 2053232"/>
              <a:gd name="connsiteY176" fmla="*/ 820622 h 1662194"/>
              <a:gd name="connsiteX177" fmla="*/ 98778 w 2053232"/>
              <a:gd name="connsiteY177" fmla="*/ 798878 h 1662194"/>
              <a:gd name="connsiteX178" fmla="*/ 39477 w 2053232"/>
              <a:gd name="connsiteY178" fmla="*/ 728797 h 1662194"/>
              <a:gd name="connsiteX179" fmla="*/ 32418 w 2053232"/>
              <a:gd name="connsiteY179" fmla="*/ 714135 h 1662194"/>
              <a:gd name="connsiteX180" fmla="*/ 53539 w 2053232"/>
              <a:gd name="connsiteY180" fmla="*/ 660124 h 1662194"/>
              <a:gd name="connsiteX181" fmla="*/ 56973 w 2053232"/>
              <a:gd name="connsiteY181" fmla="*/ 651407 h 1662194"/>
              <a:gd name="connsiteX182" fmla="*/ 65177 w 2053232"/>
              <a:gd name="connsiteY182" fmla="*/ 634051 h 1662194"/>
              <a:gd name="connsiteX183" fmla="*/ 95409 w 2053232"/>
              <a:gd name="connsiteY183" fmla="*/ 628914 h 1662194"/>
              <a:gd name="connsiteX184" fmla="*/ 77587 w 2053232"/>
              <a:gd name="connsiteY184" fmla="*/ 617521 h 1662194"/>
              <a:gd name="connsiteX185" fmla="*/ 40415 w 2053232"/>
              <a:gd name="connsiteY185" fmla="*/ 577949 h 1662194"/>
              <a:gd name="connsiteX186" fmla="*/ 55220 w 2053232"/>
              <a:gd name="connsiteY186" fmla="*/ 538444 h 1662194"/>
              <a:gd name="connsiteX187" fmla="*/ 60444 w 2053232"/>
              <a:gd name="connsiteY187" fmla="*/ 532091 h 1662194"/>
              <a:gd name="connsiteX188" fmla="*/ 50997 w 2053232"/>
              <a:gd name="connsiteY188" fmla="*/ 524292 h 1662194"/>
              <a:gd name="connsiteX189" fmla="*/ 29798 w 2053232"/>
              <a:gd name="connsiteY189" fmla="*/ 496296 h 1662194"/>
              <a:gd name="connsiteX190" fmla="*/ 18025 w 2053232"/>
              <a:gd name="connsiteY190" fmla="*/ 476705 h 1662194"/>
              <a:gd name="connsiteX191" fmla="*/ 6383 w 2053232"/>
              <a:gd name="connsiteY191" fmla="*/ 468980 h 1662194"/>
              <a:gd name="connsiteX192" fmla="*/ 3045 w 2053232"/>
              <a:gd name="connsiteY192" fmla="*/ 462188 h 1662194"/>
              <a:gd name="connsiteX193" fmla="*/ 3242 w 2053232"/>
              <a:gd name="connsiteY193" fmla="*/ 428263 h 1662194"/>
              <a:gd name="connsiteX194" fmla="*/ 4902 w 2053232"/>
              <a:gd name="connsiteY194" fmla="*/ 419485 h 1662194"/>
              <a:gd name="connsiteX195" fmla="*/ 23741 w 2053232"/>
              <a:gd name="connsiteY195" fmla="*/ 386265 h 1662194"/>
              <a:gd name="connsiteX196" fmla="*/ 38036 w 2053232"/>
              <a:gd name="connsiteY196" fmla="*/ 332362 h 1662194"/>
              <a:gd name="connsiteX197" fmla="*/ 37374 w 2053232"/>
              <a:gd name="connsiteY197" fmla="*/ 297860 h 1662194"/>
              <a:gd name="connsiteX198" fmla="*/ 38063 w 2053232"/>
              <a:gd name="connsiteY198" fmla="*/ 289963 h 1662194"/>
              <a:gd name="connsiteX199" fmla="*/ 33975 w 2053232"/>
              <a:gd name="connsiteY199" fmla="*/ 258363 h 1662194"/>
              <a:gd name="connsiteX200" fmla="*/ 37609 w 2053232"/>
              <a:gd name="connsiteY200" fmla="*/ 250972 h 1662194"/>
              <a:gd name="connsiteX201" fmla="*/ 81248 w 2053232"/>
              <a:gd name="connsiteY201" fmla="*/ 248413 h 1662194"/>
              <a:gd name="connsiteX202" fmla="*/ 87027 w 2053232"/>
              <a:gd name="connsiteY202" fmla="*/ 225202 h 1662194"/>
              <a:gd name="connsiteX203" fmla="*/ 79230 w 2053232"/>
              <a:gd name="connsiteY203" fmla="*/ 214441 h 1662194"/>
              <a:gd name="connsiteX204" fmla="*/ 80687 w 2053232"/>
              <a:gd name="connsiteY204" fmla="*/ 207245 h 1662194"/>
              <a:gd name="connsiteX205" fmla="*/ 87562 w 2053232"/>
              <a:gd name="connsiteY205" fmla="*/ 209678 h 1662194"/>
              <a:gd name="connsiteX206" fmla="*/ 124300 w 2053232"/>
              <a:gd name="connsiteY206" fmla="*/ 233881 h 1662194"/>
              <a:gd name="connsiteX207" fmla="*/ 177765 w 2053232"/>
              <a:gd name="connsiteY207" fmla="*/ 267332 h 1662194"/>
              <a:gd name="connsiteX208" fmla="*/ 187213 w 2053232"/>
              <a:gd name="connsiteY208" fmla="*/ 261926 h 1662194"/>
              <a:gd name="connsiteX209" fmla="*/ 194337 w 2053232"/>
              <a:gd name="connsiteY209" fmla="*/ 257205 h 1662194"/>
              <a:gd name="connsiteX210" fmla="*/ 210833 w 2053232"/>
              <a:gd name="connsiteY210" fmla="*/ 261979 h 1662194"/>
              <a:gd name="connsiteX211" fmla="*/ 220951 w 2053232"/>
              <a:gd name="connsiteY211" fmla="*/ 273511 h 1662194"/>
              <a:gd name="connsiteX212" fmla="*/ 221308 w 2053232"/>
              <a:gd name="connsiteY212" fmla="*/ 276617 h 1662194"/>
              <a:gd name="connsiteX213" fmla="*/ 220390 w 2053232"/>
              <a:gd name="connsiteY213" fmla="*/ 277794 h 1662194"/>
              <a:gd name="connsiteX214" fmla="*/ 219184 w 2053232"/>
              <a:gd name="connsiteY214" fmla="*/ 278292 h 1662194"/>
              <a:gd name="connsiteX215" fmla="*/ 219828 w 2053232"/>
              <a:gd name="connsiteY215" fmla="*/ 278515 h 1662194"/>
              <a:gd name="connsiteX216" fmla="*/ 220390 w 2053232"/>
              <a:gd name="connsiteY216" fmla="*/ 277794 h 1662194"/>
              <a:gd name="connsiteX217" fmla="*/ 225602 w 2053232"/>
              <a:gd name="connsiteY217" fmla="*/ 275640 h 1662194"/>
              <a:gd name="connsiteX218" fmla="*/ 238725 w 2053232"/>
              <a:gd name="connsiteY218" fmla="*/ 267703 h 1662194"/>
              <a:gd name="connsiteX219" fmla="*/ 327695 w 2053232"/>
              <a:gd name="connsiteY219" fmla="*/ 292934 h 1662194"/>
              <a:gd name="connsiteX220" fmla="*/ 931840 w 2053232"/>
              <a:gd name="connsiteY220" fmla="*/ 361634 h 1662194"/>
              <a:gd name="connsiteX221" fmla="*/ 966002 w 2053232"/>
              <a:gd name="connsiteY221" fmla="*/ 358425 h 1662194"/>
              <a:gd name="connsiteX222" fmla="*/ 1205961 w 2053232"/>
              <a:gd name="connsiteY222" fmla="*/ 337022 h 1662194"/>
              <a:gd name="connsiteX223" fmla="*/ 1443310 w 2053232"/>
              <a:gd name="connsiteY223" fmla="*/ 250536 h 1662194"/>
              <a:gd name="connsiteX224" fmla="*/ 1571239 w 2053232"/>
              <a:gd name="connsiteY224" fmla="*/ 134904 h 1662194"/>
              <a:gd name="connsiteX225" fmla="*/ 1624247 w 2053232"/>
              <a:gd name="connsiteY225" fmla="*/ 82363 h 1662194"/>
              <a:gd name="connsiteX226" fmla="*/ 1671755 w 2053232"/>
              <a:gd name="connsiteY226" fmla="*/ 24072 h 1662194"/>
              <a:gd name="connsiteX227" fmla="*/ 1689813 w 2053232"/>
              <a:gd name="connsiteY227" fmla="*/ 12077 h 1662194"/>
              <a:gd name="connsiteX228" fmla="*/ 1695539 w 2053232"/>
              <a:gd name="connsiteY228" fmla="*/ 12005 h 1662194"/>
              <a:gd name="connsiteX229" fmla="*/ 1700566 w 2053232"/>
              <a:gd name="connsiteY229" fmla="*/ 15349 h 1662194"/>
              <a:gd name="connsiteX230" fmla="*/ 1699205 w 2053232"/>
              <a:gd name="connsiteY230" fmla="*/ 20240 h 1662194"/>
              <a:gd name="connsiteX231" fmla="*/ 1695944 w 2053232"/>
              <a:gd name="connsiteY231" fmla="*/ 22773 h 1662194"/>
              <a:gd name="connsiteX232" fmla="*/ 1681449 w 2053232"/>
              <a:gd name="connsiteY232" fmla="*/ 38645 h 1662194"/>
              <a:gd name="connsiteX233" fmla="*/ 1682350 w 2053232"/>
              <a:gd name="connsiteY233" fmla="*/ 47579 h 1662194"/>
              <a:gd name="connsiteX234" fmla="*/ 1680109 w 2053232"/>
              <a:gd name="connsiteY234" fmla="*/ 53954 h 1662194"/>
              <a:gd name="connsiteX235" fmla="*/ 1666763 w 2053232"/>
              <a:gd name="connsiteY235" fmla="*/ 59855 h 1662194"/>
              <a:gd name="connsiteX236" fmla="*/ 1697533 w 2053232"/>
              <a:gd name="connsiteY236" fmla="*/ 37014 h 1662194"/>
              <a:gd name="connsiteX237" fmla="*/ 1703407 w 2053232"/>
              <a:gd name="connsiteY237" fmla="*/ 23976 h 1662194"/>
              <a:gd name="connsiteX238" fmla="*/ 1715247 w 2053232"/>
              <a:gd name="connsiteY238" fmla="*/ 22729 h 1662194"/>
              <a:gd name="connsiteX239" fmla="*/ 1722750 w 2053232"/>
              <a:gd name="connsiteY239" fmla="*/ 20538 h 1662194"/>
              <a:gd name="connsiteX240" fmla="*/ 1735751 w 2053232"/>
              <a:gd name="connsiteY240" fmla="*/ 1324 h 1662194"/>
              <a:gd name="connsiteX241" fmla="*/ 1738586 w 2053232"/>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2" h="1662194">
                <a:moveTo>
                  <a:pt x="1747" y="969110"/>
                </a:moveTo>
                <a:lnTo>
                  <a:pt x="2600" y="973994"/>
                </a:lnTo>
                <a:cubicBezTo>
                  <a:pt x="3388" y="978333"/>
                  <a:pt x="4319" y="983294"/>
                  <a:pt x="5336" y="988563"/>
                </a:cubicBezTo>
                <a:lnTo>
                  <a:pt x="6783" y="995844"/>
                </a:lnTo>
                <a:lnTo>
                  <a:pt x="6162" y="996145"/>
                </a:lnTo>
                <a:cubicBezTo>
                  <a:pt x="2943" y="994268"/>
                  <a:pt x="1387" y="985372"/>
                  <a:pt x="1451" y="973537"/>
                </a:cubicBezTo>
                <a:close/>
                <a:moveTo>
                  <a:pt x="1" y="957986"/>
                </a:moveTo>
                <a:cubicBezTo>
                  <a:pt x="0" y="957153"/>
                  <a:pt x="236" y="957550"/>
                  <a:pt x="655" y="958871"/>
                </a:cubicBezTo>
                <a:lnTo>
                  <a:pt x="2083" y="964112"/>
                </a:lnTo>
                <a:lnTo>
                  <a:pt x="1747" y="969110"/>
                </a:lnTo>
                <a:lnTo>
                  <a:pt x="711" y="963168"/>
                </a:lnTo>
                <a:cubicBezTo>
                  <a:pt x="260" y="960394"/>
                  <a:pt x="6" y="958561"/>
                  <a:pt x="1" y="957986"/>
                </a:cubicBezTo>
                <a:close/>
                <a:moveTo>
                  <a:pt x="1709192" y="427290"/>
                </a:moveTo>
                <a:cubicBezTo>
                  <a:pt x="1705198" y="430816"/>
                  <a:pt x="1701204" y="434343"/>
                  <a:pt x="1697211" y="437869"/>
                </a:cubicBezTo>
                <a:cubicBezTo>
                  <a:pt x="1699608" y="436940"/>
                  <a:pt x="1702226" y="436004"/>
                  <a:pt x="1704734" y="435072"/>
                </a:cubicBezTo>
                <a:cubicBezTo>
                  <a:pt x="1706622" y="432949"/>
                  <a:pt x="1708638" y="430943"/>
                  <a:pt x="1710506" y="428699"/>
                </a:cubicBezTo>
                <a:cubicBezTo>
                  <a:pt x="1710105" y="428228"/>
                  <a:pt x="1709594" y="427761"/>
                  <a:pt x="1709192" y="427290"/>
                </a:cubicBezTo>
                <a:close/>
                <a:moveTo>
                  <a:pt x="1602978" y="260909"/>
                </a:moveTo>
                <a:cubicBezTo>
                  <a:pt x="1579015" y="282067"/>
                  <a:pt x="1555072" y="303345"/>
                  <a:pt x="1531109" y="324503"/>
                </a:cubicBezTo>
                <a:cubicBezTo>
                  <a:pt x="1531621" y="324970"/>
                  <a:pt x="1532023" y="325441"/>
                  <a:pt x="1532534" y="325909"/>
                </a:cubicBezTo>
                <a:cubicBezTo>
                  <a:pt x="1559602" y="307796"/>
                  <a:pt x="1584734" y="287810"/>
                  <a:pt x="1602978" y="260909"/>
                </a:cubicBezTo>
                <a:close/>
                <a:moveTo>
                  <a:pt x="1738586" y="93"/>
                </a:moveTo>
                <a:cubicBezTo>
                  <a:pt x="1739586" y="-137"/>
                  <a:pt x="1740628" y="9"/>
                  <a:pt x="1741678" y="1125"/>
                </a:cubicBezTo>
                <a:cubicBezTo>
                  <a:pt x="1743505" y="3001"/>
                  <a:pt x="1742532" y="5336"/>
                  <a:pt x="1741688" y="7060"/>
                </a:cubicBezTo>
                <a:cubicBezTo>
                  <a:pt x="1740165" y="10140"/>
                  <a:pt x="1738843" y="13091"/>
                  <a:pt x="1738619" y="16733"/>
                </a:cubicBezTo>
                <a:cubicBezTo>
                  <a:pt x="1738432" y="19162"/>
                  <a:pt x="1738281" y="21833"/>
                  <a:pt x="1740091" y="23588"/>
                </a:cubicBezTo>
                <a:cubicBezTo>
                  <a:pt x="1747617" y="31088"/>
                  <a:pt x="1743550" y="34859"/>
                  <a:pt x="1738677" y="39142"/>
                </a:cubicBezTo>
                <a:cubicBezTo>
                  <a:pt x="1731935" y="44942"/>
                  <a:pt x="1730203" y="53237"/>
                  <a:pt x="1733427" y="62940"/>
                </a:cubicBezTo>
                <a:cubicBezTo>
                  <a:pt x="1734683" y="66896"/>
                  <a:pt x="1734606" y="69321"/>
                  <a:pt x="1730087" y="69352"/>
                </a:cubicBezTo>
                <a:cubicBezTo>
                  <a:pt x="1728331" y="69411"/>
                  <a:pt x="1728091" y="70752"/>
                  <a:pt x="1727650" y="72220"/>
                </a:cubicBezTo>
                <a:cubicBezTo>
                  <a:pt x="1718726" y="106803"/>
                  <a:pt x="1702909" y="137377"/>
                  <a:pt x="1683217" y="165659"/>
                </a:cubicBezTo>
                <a:cubicBezTo>
                  <a:pt x="1667247" y="188608"/>
                  <a:pt x="1648976" y="209452"/>
                  <a:pt x="1629846" y="229721"/>
                </a:cubicBezTo>
                <a:cubicBezTo>
                  <a:pt x="1629277" y="230345"/>
                  <a:pt x="1628727" y="231090"/>
                  <a:pt x="1628579" y="232307"/>
                </a:cubicBezTo>
                <a:cubicBezTo>
                  <a:pt x="1638645" y="229546"/>
                  <a:pt x="1646905" y="224301"/>
                  <a:pt x="1654744" y="218464"/>
                </a:cubicBezTo>
                <a:cubicBezTo>
                  <a:pt x="1675587" y="202985"/>
                  <a:pt x="1692156" y="183287"/>
                  <a:pt x="1708998" y="163943"/>
                </a:cubicBezTo>
                <a:cubicBezTo>
                  <a:pt x="1719244" y="152090"/>
                  <a:pt x="1729871" y="140588"/>
                  <a:pt x="1741523" y="130021"/>
                </a:cubicBezTo>
                <a:cubicBezTo>
                  <a:pt x="1743465" y="128259"/>
                  <a:pt x="1744676" y="126038"/>
                  <a:pt x="1745887" y="123817"/>
                </a:cubicBezTo>
                <a:cubicBezTo>
                  <a:pt x="1746584" y="122582"/>
                  <a:pt x="1747519" y="121460"/>
                  <a:pt x="1749348" y="121883"/>
                </a:cubicBezTo>
                <a:cubicBezTo>
                  <a:pt x="1751634" y="122412"/>
                  <a:pt x="1752125" y="124213"/>
                  <a:pt x="1752617" y="126013"/>
                </a:cubicBezTo>
                <a:cubicBezTo>
                  <a:pt x="1754144" y="131776"/>
                  <a:pt x="1753496" y="137007"/>
                  <a:pt x="1751495" y="142041"/>
                </a:cubicBezTo>
                <a:cubicBezTo>
                  <a:pt x="1746261" y="154936"/>
                  <a:pt x="1737190" y="165054"/>
                  <a:pt x="1727717" y="174701"/>
                </a:cubicBezTo>
                <a:cubicBezTo>
                  <a:pt x="1715459" y="187106"/>
                  <a:pt x="1703712" y="199978"/>
                  <a:pt x="1693354" y="214015"/>
                </a:cubicBezTo>
                <a:cubicBezTo>
                  <a:pt x="1692621" y="215009"/>
                  <a:pt x="1691065" y="215668"/>
                  <a:pt x="1692030" y="218421"/>
                </a:cubicBezTo>
                <a:cubicBezTo>
                  <a:pt x="1698864" y="211771"/>
                  <a:pt x="1705278" y="205255"/>
                  <a:pt x="1711837" y="198978"/>
                </a:cubicBezTo>
                <a:cubicBezTo>
                  <a:pt x="1718286" y="192704"/>
                  <a:pt x="1724845" y="186426"/>
                  <a:pt x="1731313" y="180273"/>
                </a:cubicBezTo>
                <a:cubicBezTo>
                  <a:pt x="1732852" y="178767"/>
                  <a:pt x="1734410" y="176656"/>
                  <a:pt x="1737207" y="178378"/>
                </a:cubicBezTo>
                <a:cubicBezTo>
                  <a:pt x="1740113" y="180098"/>
                  <a:pt x="1740237" y="183122"/>
                  <a:pt x="1739940" y="185555"/>
                </a:cubicBezTo>
                <a:cubicBezTo>
                  <a:pt x="1738923" y="192736"/>
                  <a:pt x="1736242" y="199125"/>
                  <a:pt x="1732246" y="204832"/>
                </a:cubicBezTo>
                <a:cubicBezTo>
                  <a:pt x="1718533" y="223707"/>
                  <a:pt x="1701914" y="240135"/>
                  <a:pt x="1686812" y="257845"/>
                </a:cubicBezTo>
                <a:cubicBezTo>
                  <a:pt x="1678657" y="267448"/>
                  <a:pt x="1671360" y="277626"/>
                  <a:pt x="1664556" y="288152"/>
                </a:cubicBezTo>
                <a:cubicBezTo>
                  <a:pt x="1663034" y="290505"/>
                  <a:pt x="1663470" y="292670"/>
                  <a:pt x="1664418" y="295304"/>
                </a:cubicBezTo>
                <a:cubicBezTo>
                  <a:pt x="1668225" y="305957"/>
                  <a:pt x="1665366" y="309688"/>
                  <a:pt x="1654080" y="308008"/>
                </a:cubicBezTo>
                <a:cubicBezTo>
                  <a:pt x="1650586" y="307520"/>
                  <a:pt x="1648372" y="308200"/>
                  <a:pt x="1646666" y="310801"/>
                </a:cubicBezTo>
                <a:cubicBezTo>
                  <a:pt x="1626127" y="342988"/>
                  <a:pt x="1600235" y="370389"/>
                  <a:pt x="1571164" y="394989"/>
                </a:cubicBezTo>
                <a:cubicBezTo>
                  <a:pt x="1559311" y="404958"/>
                  <a:pt x="1546947" y="414460"/>
                  <a:pt x="1534274" y="423366"/>
                </a:cubicBezTo>
                <a:cubicBezTo>
                  <a:pt x="1534365" y="423968"/>
                  <a:pt x="1534473" y="424692"/>
                  <a:pt x="1534563" y="425295"/>
                </a:cubicBezTo>
                <a:cubicBezTo>
                  <a:pt x="1534801" y="426134"/>
                  <a:pt x="1534983" y="426613"/>
                  <a:pt x="1535201" y="427332"/>
                </a:cubicBezTo>
                <a:cubicBezTo>
                  <a:pt x="1552895" y="413654"/>
                  <a:pt x="1570315" y="399621"/>
                  <a:pt x="1587187" y="384880"/>
                </a:cubicBezTo>
                <a:cubicBezTo>
                  <a:pt x="1632930" y="344940"/>
                  <a:pt x="1675952" y="302305"/>
                  <a:pt x="1719887" y="260608"/>
                </a:cubicBezTo>
                <a:cubicBezTo>
                  <a:pt x="1734653" y="246544"/>
                  <a:pt x="1745346" y="228861"/>
                  <a:pt x="1758213" y="213165"/>
                </a:cubicBezTo>
                <a:cubicBezTo>
                  <a:pt x="1766791" y="202700"/>
                  <a:pt x="1774858" y="191769"/>
                  <a:pt x="1785353" y="183058"/>
                </a:cubicBezTo>
                <a:cubicBezTo>
                  <a:pt x="1789677" y="179520"/>
                  <a:pt x="1794273" y="176336"/>
                  <a:pt x="1800878" y="176962"/>
                </a:cubicBezTo>
                <a:cubicBezTo>
                  <a:pt x="1803457" y="177238"/>
                  <a:pt x="1806420" y="177866"/>
                  <a:pt x="1807769" y="180970"/>
                </a:cubicBezTo>
                <a:cubicBezTo>
                  <a:pt x="1809009" y="184077"/>
                  <a:pt x="1806921" y="185602"/>
                  <a:pt x="1805034" y="186998"/>
                </a:cubicBezTo>
                <a:cubicBezTo>
                  <a:pt x="1804539" y="187378"/>
                  <a:pt x="1804063" y="187878"/>
                  <a:pt x="1803514" y="187897"/>
                </a:cubicBezTo>
                <a:cubicBezTo>
                  <a:pt x="1793193" y="188971"/>
                  <a:pt x="1792156" y="198213"/>
                  <a:pt x="1788211" y="205008"/>
                </a:cubicBezTo>
                <a:cubicBezTo>
                  <a:pt x="1786982" y="207109"/>
                  <a:pt x="1787182" y="209161"/>
                  <a:pt x="1789190" y="211516"/>
                </a:cubicBezTo>
                <a:cubicBezTo>
                  <a:pt x="1792806" y="215755"/>
                  <a:pt x="1791010" y="217754"/>
                  <a:pt x="1787239" y="219092"/>
                </a:cubicBezTo>
                <a:cubicBezTo>
                  <a:pt x="1783469" y="220431"/>
                  <a:pt x="1779242" y="220936"/>
                  <a:pt x="1775377" y="223853"/>
                </a:cubicBezTo>
                <a:cubicBezTo>
                  <a:pt x="1782527" y="225913"/>
                  <a:pt x="1786886" y="223344"/>
                  <a:pt x="1790824" y="220183"/>
                </a:cubicBezTo>
                <a:cubicBezTo>
                  <a:pt x="1799707" y="213222"/>
                  <a:pt x="1804607" y="203244"/>
                  <a:pt x="1809141" y="193038"/>
                </a:cubicBezTo>
                <a:cubicBezTo>
                  <a:pt x="1810059" y="191068"/>
                  <a:pt x="1810721" y="188866"/>
                  <a:pt x="1812132" y="187244"/>
                </a:cubicBezTo>
                <a:cubicBezTo>
                  <a:pt x="1814735" y="184006"/>
                  <a:pt x="1817974" y="183534"/>
                  <a:pt x="1822286" y="187265"/>
                </a:cubicBezTo>
                <a:cubicBezTo>
                  <a:pt x="1827987" y="192161"/>
                  <a:pt x="1829689" y="191740"/>
                  <a:pt x="1830358" y="185176"/>
                </a:cubicBezTo>
                <a:cubicBezTo>
                  <a:pt x="1831231" y="176304"/>
                  <a:pt x="1835247" y="169991"/>
                  <a:pt x="1843211" y="166452"/>
                </a:cubicBezTo>
                <a:cubicBezTo>
                  <a:pt x="1844858" y="165669"/>
                  <a:pt x="1846580" y="164642"/>
                  <a:pt x="1848681" y="166146"/>
                </a:cubicBezTo>
                <a:cubicBezTo>
                  <a:pt x="1850929" y="167888"/>
                  <a:pt x="1849883" y="169740"/>
                  <a:pt x="1849368" y="171453"/>
                </a:cubicBezTo>
                <a:cubicBezTo>
                  <a:pt x="1848670" y="174142"/>
                  <a:pt x="1847751" y="176838"/>
                  <a:pt x="1847180" y="179643"/>
                </a:cubicBezTo>
                <a:cubicBezTo>
                  <a:pt x="1846093" y="184162"/>
                  <a:pt x="1846470" y="188874"/>
                  <a:pt x="1850416" y="193102"/>
                </a:cubicBezTo>
                <a:cubicBezTo>
                  <a:pt x="1853303" y="196154"/>
                  <a:pt x="1853391" y="198210"/>
                  <a:pt x="1850533" y="200487"/>
                </a:cubicBezTo>
                <a:cubicBezTo>
                  <a:pt x="1841338" y="207580"/>
                  <a:pt x="1836183" y="216597"/>
                  <a:pt x="1841762" y="230219"/>
                </a:cubicBezTo>
                <a:cubicBezTo>
                  <a:pt x="1842601" y="232129"/>
                  <a:pt x="1842232" y="234080"/>
                  <a:pt x="1840128" y="234029"/>
                </a:cubicBezTo>
                <a:cubicBezTo>
                  <a:pt x="1835463" y="233823"/>
                  <a:pt x="1835166" y="236983"/>
                  <a:pt x="1834337" y="240281"/>
                </a:cubicBezTo>
                <a:cubicBezTo>
                  <a:pt x="1826186" y="271930"/>
                  <a:pt x="1811727" y="299794"/>
                  <a:pt x="1794161" y="326066"/>
                </a:cubicBezTo>
                <a:cubicBezTo>
                  <a:pt x="1776777" y="352090"/>
                  <a:pt x="1756361" y="375551"/>
                  <a:pt x="1734264" y="398100"/>
                </a:cubicBezTo>
                <a:cubicBezTo>
                  <a:pt x="1741291" y="397137"/>
                  <a:pt x="1749842" y="392367"/>
                  <a:pt x="1757954" y="386885"/>
                </a:cubicBezTo>
                <a:cubicBezTo>
                  <a:pt x="1779364" y="372233"/>
                  <a:pt x="1795859" y="352780"/>
                  <a:pt x="1812738" y="333679"/>
                </a:cubicBezTo>
                <a:cubicBezTo>
                  <a:pt x="1824521" y="320320"/>
                  <a:pt x="1835922" y="306611"/>
                  <a:pt x="1849624" y="295005"/>
                </a:cubicBezTo>
                <a:cubicBezTo>
                  <a:pt x="1851199" y="293741"/>
                  <a:pt x="1852171" y="292134"/>
                  <a:pt x="1852870" y="290172"/>
                </a:cubicBezTo>
                <a:cubicBezTo>
                  <a:pt x="1853494" y="288455"/>
                  <a:pt x="1854576" y="286843"/>
                  <a:pt x="1856990" y="287489"/>
                </a:cubicBezTo>
                <a:cubicBezTo>
                  <a:pt x="1859422" y="288255"/>
                  <a:pt x="1859968" y="290417"/>
                  <a:pt x="1860257" y="292345"/>
                </a:cubicBezTo>
                <a:cubicBezTo>
                  <a:pt x="1861015" y="299589"/>
                  <a:pt x="1860127" y="306160"/>
                  <a:pt x="1856935" y="312082"/>
                </a:cubicBezTo>
                <a:cubicBezTo>
                  <a:pt x="1850770" y="323919"/>
                  <a:pt x="1841590" y="333313"/>
                  <a:pt x="1832410" y="342707"/>
                </a:cubicBezTo>
                <a:cubicBezTo>
                  <a:pt x="1819675" y="355613"/>
                  <a:pt x="1808202" y="369566"/>
                  <a:pt x="1798281" y="385043"/>
                </a:cubicBezTo>
                <a:cubicBezTo>
                  <a:pt x="1805958" y="377395"/>
                  <a:pt x="1813617" y="369627"/>
                  <a:pt x="1821404" y="361975"/>
                </a:cubicBezTo>
                <a:cubicBezTo>
                  <a:pt x="1827267" y="356205"/>
                  <a:pt x="1833386" y="350669"/>
                  <a:pt x="1839377" y="345017"/>
                </a:cubicBezTo>
                <a:cubicBezTo>
                  <a:pt x="1840825" y="343635"/>
                  <a:pt x="1842364" y="342130"/>
                  <a:pt x="1844941" y="343860"/>
                </a:cubicBezTo>
                <a:cubicBezTo>
                  <a:pt x="1847262" y="345357"/>
                  <a:pt x="1847277" y="347658"/>
                  <a:pt x="1847164" y="349842"/>
                </a:cubicBezTo>
                <a:cubicBezTo>
                  <a:pt x="1846804" y="358455"/>
                  <a:pt x="1843225" y="365480"/>
                  <a:pt x="1838441" y="371820"/>
                </a:cubicBezTo>
                <a:cubicBezTo>
                  <a:pt x="1832630" y="379404"/>
                  <a:pt x="1826435" y="386639"/>
                  <a:pt x="1820021" y="393881"/>
                </a:cubicBezTo>
                <a:cubicBezTo>
                  <a:pt x="1827745" y="391683"/>
                  <a:pt x="1835469" y="389484"/>
                  <a:pt x="1843248" y="387648"/>
                </a:cubicBezTo>
                <a:cubicBezTo>
                  <a:pt x="1841726" y="401751"/>
                  <a:pt x="1833689" y="404808"/>
                  <a:pt x="1826441" y="407232"/>
                </a:cubicBezTo>
                <a:cubicBezTo>
                  <a:pt x="1816649" y="410348"/>
                  <a:pt x="1807403" y="414172"/>
                  <a:pt x="1798340" y="418475"/>
                </a:cubicBezTo>
                <a:cubicBezTo>
                  <a:pt x="1794877" y="422589"/>
                  <a:pt x="1791395" y="426583"/>
                  <a:pt x="1788058" y="430814"/>
                </a:cubicBezTo>
                <a:cubicBezTo>
                  <a:pt x="1784630" y="435169"/>
                  <a:pt x="1781423" y="439516"/>
                  <a:pt x="1778251" y="444105"/>
                </a:cubicBezTo>
                <a:cubicBezTo>
                  <a:pt x="1775995" y="447452"/>
                  <a:pt x="1773119" y="450334"/>
                  <a:pt x="1777136" y="455772"/>
                </a:cubicBezTo>
                <a:cubicBezTo>
                  <a:pt x="1778943" y="458255"/>
                  <a:pt x="1771677" y="472309"/>
                  <a:pt x="1768840" y="473253"/>
                </a:cubicBezTo>
                <a:cubicBezTo>
                  <a:pt x="1768419" y="473388"/>
                  <a:pt x="1767998" y="473524"/>
                  <a:pt x="1767669" y="473535"/>
                </a:cubicBezTo>
                <a:cubicBezTo>
                  <a:pt x="1761228" y="473267"/>
                  <a:pt x="1760418" y="477413"/>
                  <a:pt x="1761087" y="482599"/>
                </a:cubicBezTo>
                <a:cubicBezTo>
                  <a:pt x="1761738" y="487665"/>
                  <a:pt x="1763778" y="493895"/>
                  <a:pt x="1754725" y="491656"/>
                </a:cubicBezTo>
                <a:cubicBezTo>
                  <a:pt x="1753701" y="491449"/>
                  <a:pt x="1753589" y="492179"/>
                  <a:pt x="1753278" y="493037"/>
                </a:cubicBezTo>
                <a:cubicBezTo>
                  <a:pt x="1747079" y="514930"/>
                  <a:pt x="1733661" y="532098"/>
                  <a:pt x="1720463" y="549260"/>
                </a:cubicBezTo>
                <a:cubicBezTo>
                  <a:pt x="1719712" y="550133"/>
                  <a:pt x="1718960" y="551006"/>
                  <a:pt x="1718209" y="551879"/>
                </a:cubicBezTo>
                <a:cubicBezTo>
                  <a:pt x="1734041" y="547106"/>
                  <a:pt x="1787567" y="539854"/>
                  <a:pt x="1803757" y="541126"/>
                </a:cubicBezTo>
                <a:cubicBezTo>
                  <a:pt x="1818153" y="542216"/>
                  <a:pt x="1894232" y="513247"/>
                  <a:pt x="1908472" y="497141"/>
                </a:cubicBezTo>
                <a:cubicBezTo>
                  <a:pt x="1912608" y="509237"/>
                  <a:pt x="1908392" y="514224"/>
                  <a:pt x="1905273" y="519902"/>
                </a:cubicBezTo>
                <a:cubicBezTo>
                  <a:pt x="1900853" y="527925"/>
                  <a:pt x="1900807" y="533498"/>
                  <a:pt x="1912288" y="539411"/>
                </a:cubicBezTo>
                <a:cubicBezTo>
                  <a:pt x="1945159" y="556233"/>
                  <a:pt x="1944920" y="556847"/>
                  <a:pt x="1920238" y="582026"/>
                </a:cubicBezTo>
                <a:cubicBezTo>
                  <a:pt x="1919084" y="583155"/>
                  <a:pt x="1920268" y="586628"/>
                  <a:pt x="1920301" y="589050"/>
                </a:cubicBezTo>
                <a:cubicBezTo>
                  <a:pt x="1928199" y="592418"/>
                  <a:pt x="1935459" y="582725"/>
                  <a:pt x="1945762" y="592554"/>
                </a:cubicBezTo>
                <a:cubicBezTo>
                  <a:pt x="1914574" y="638303"/>
                  <a:pt x="1863299" y="682549"/>
                  <a:pt x="1816063" y="717694"/>
                </a:cubicBezTo>
                <a:cubicBezTo>
                  <a:pt x="1859976" y="727239"/>
                  <a:pt x="1879538" y="687817"/>
                  <a:pt x="1911348" y="691712"/>
                </a:cubicBezTo>
                <a:cubicBezTo>
                  <a:pt x="1928638" y="703244"/>
                  <a:pt x="1885466" y="724322"/>
                  <a:pt x="1930339" y="728505"/>
                </a:cubicBezTo>
                <a:cubicBezTo>
                  <a:pt x="1912832" y="739754"/>
                  <a:pt x="1900228" y="750596"/>
                  <a:pt x="1888884" y="763212"/>
                </a:cubicBezTo>
                <a:cubicBezTo>
                  <a:pt x="1868780" y="785816"/>
                  <a:pt x="1866344" y="800434"/>
                  <a:pt x="1881504" y="829360"/>
                </a:cubicBezTo>
                <a:cubicBezTo>
                  <a:pt x="1891538" y="848405"/>
                  <a:pt x="1904520" y="865775"/>
                  <a:pt x="1898869" y="889102"/>
                </a:cubicBezTo>
                <a:cubicBezTo>
                  <a:pt x="1894985" y="905102"/>
                  <a:pt x="1898958" y="915386"/>
                  <a:pt x="1921601" y="907477"/>
                </a:cubicBezTo>
                <a:cubicBezTo>
                  <a:pt x="1946039" y="899023"/>
                  <a:pt x="1957837" y="912919"/>
                  <a:pt x="1955508" y="940738"/>
                </a:cubicBezTo>
                <a:cubicBezTo>
                  <a:pt x="1954000" y="958597"/>
                  <a:pt x="1959224" y="963993"/>
                  <a:pt x="1976481" y="961353"/>
                </a:cubicBezTo>
                <a:cubicBezTo>
                  <a:pt x="1995567" y="958409"/>
                  <a:pt x="2012271" y="946217"/>
                  <a:pt x="2037146" y="950953"/>
                </a:cubicBezTo>
                <a:cubicBezTo>
                  <a:pt x="2022791" y="983900"/>
                  <a:pt x="1980356" y="976122"/>
                  <a:pt x="1962580" y="1007610"/>
                </a:cubicBezTo>
                <a:cubicBezTo>
                  <a:pt x="1989275" y="1006833"/>
                  <a:pt x="2009676" y="1006025"/>
                  <a:pt x="2028421" y="998611"/>
                </a:cubicBezTo>
                <a:cubicBezTo>
                  <a:pt x="2036238" y="995562"/>
                  <a:pt x="2044823" y="992486"/>
                  <a:pt x="2050829" y="1001611"/>
                </a:cubicBezTo>
                <a:cubicBezTo>
                  <a:pt x="2058003" y="1012636"/>
                  <a:pt x="2047439" y="1017232"/>
                  <a:pt x="2041050" y="1019506"/>
                </a:cubicBezTo>
                <a:cubicBezTo>
                  <a:pt x="2023020" y="1025806"/>
                  <a:pt x="2010541" y="1039673"/>
                  <a:pt x="1996418" y="1050687"/>
                </a:cubicBezTo>
                <a:cubicBezTo>
                  <a:pt x="1965518" y="1074864"/>
                  <a:pt x="1930634" y="1095299"/>
                  <a:pt x="1907231" y="1134124"/>
                </a:cubicBezTo>
                <a:cubicBezTo>
                  <a:pt x="1942339" y="1123252"/>
                  <a:pt x="1966286" y="1099793"/>
                  <a:pt x="1999628" y="1094067"/>
                </a:cubicBezTo>
                <a:cubicBezTo>
                  <a:pt x="1975297" y="1129653"/>
                  <a:pt x="1940812" y="1153466"/>
                  <a:pt x="1908700" y="1179865"/>
                </a:cubicBezTo>
                <a:cubicBezTo>
                  <a:pt x="1899560" y="1187320"/>
                  <a:pt x="1889855" y="1192492"/>
                  <a:pt x="1889869" y="1207997"/>
                </a:cubicBezTo>
                <a:cubicBezTo>
                  <a:pt x="1889860" y="1238039"/>
                  <a:pt x="1880309" y="1263315"/>
                  <a:pt x="1853632" y="1277417"/>
                </a:cubicBezTo>
                <a:cubicBezTo>
                  <a:pt x="1853430" y="1277545"/>
                  <a:pt x="1855638" y="1281953"/>
                  <a:pt x="1857097" y="1285053"/>
                </a:cubicBezTo>
                <a:cubicBezTo>
                  <a:pt x="1874696" y="1285430"/>
                  <a:pt x="1885755" y="1267251"/>
                  <a:pt x="1909020" y="1272282"/>
                </a:cubicBezTo>
                <a:cubicBezTo>
                  <a:pt x="1891328" y="1296984"/>
                  <a:pt x="1876677" y="1319161"/>
                  <a:pt x="1848099" y="1331631"/>
                </a:cubicBezTo>
                <a:cubicBezTo>
                  <a:pt x="1825215" y="1341608"/>
                  <a:pt x="1796024" y="1347799"/>
                  <a:pt x="1782898" y="1377919"/>
                </a:cubicBezTo>
                <a:cubicBezTo>
                  <a:pt x="1804186" y="1383017"/>
                  <a:pt x="1818358" y="1375272"/>
                  <a:pt x="1832839" y="1369576"/>
                </a:cubicBezTo>
                <a:cubicBezTo>
                  <a:pt x="1855136" y="1360830"/>
                  <a:pt x="1876830" y="1351015"/>
                  <a:pt x="1899110" y="1342149"/>
                </a:cubicBezTo>
                <a:cubicBezTo>
                  <a:pt x="1907548" y="1338836"/>
                  <a:pt x="1916975" y="1336217"/>
                  <a:pt x="1924893" y="1350730"/>
                </a:cubicBezTo>
                <a:cubicBezTo>
                  <a:pt x="1895614" y="1354864"/>
                  <a:pt x="1880691" y="1375233"/>
                  <a:pt x="1864819" y="1394423"/>
                </a:cubicBezTo>
                <a:cubicBezTo>
                  <a:pt x="1855856" y="1405264"/>
                  <a:pt x="1849395" y="1419533"/>
                  <a:pt x="1829716" y="1414866"/>
                </a:cubicBezTo>
                <a:cubicBezTo>
                  <a:pt x="1819310" y="1412429"/>
                  <a:pt x="1814120" y="1420479"/>
                  <a:pt x="1816667" y="1430084"/>
                </a:cubicBezTo>
                <a:cubicBezTo>
                  <a:pt x="1825508" y="1463947"/>
                  <a:pt x="1804138" y="1476658"/>
                  <a:pt x="1781075" y="1483976"/>
                </a:cubicBezTo>
                <a:cubicBezTo>
                  <a:pt x="1737493" y="1497921"/>
                  <a:pt x="1703985" y="1528243"/>
                  <a:pt x="1662135" y="1545641"/>
                </a:cubicBezTo>
                <a:cubicBezTo>
                  <a:pt x="1621422" y="1562518"/>
                  <a:pt x="1309213" y="1644982"/>
                  <a:pt x="1228496" y="1654846"/>
                </a:cubicBezTo>
                <a:cubicBezTo>
                  <a:pt x="734556" y="1715203"/>
                  <a:pt x="322997" y="1384057"/>
                  <a:pt x="320644" y="1379412"/>
                </a:cubicBezTo>
                <a:cubicBezTo>
                  <a:pt x="309754" y="1357610"/>
                  <a:pt x="289551" y="1348720"/>
                  <a:pt x="270759" y="1337481"/>
                </a:cubicBezTo>
                <a:cubicBezTo>
                  <a:pt x="254381" y="1327615"/>
                  <a:pt x="236924" y="1317178"/>
                  <a:pt x="228113" y="1299667"/>
                </a:cubicBezTo>
                <a:cubicBezTo>
                  <a:pt x="216458" y="1276439"/>
                  <a:pt x="242410" y="1294947"/>
                  <a:pt x="245333" y="1285763"/>
                </a:cubicBezTo>
                <a:cubicBezTo>
                  <a:pt x="234720" y="1273886"/>
                  <a:pt x="219423" y="1263135"/>
                  <a:pt x="213717" y="1249396"/>
                </a:cubicBezTo>
                <a:cubicBezTo>
                  <a:pt x="193226" y="1199693"/>
                  <a:pt x="159854" y="1164111"/>
                  <a:pt x="113881" y="1137192"/>
                </a:cubicBezTo>
                <a:cubicBezTo>
                  <a:pt x="100683" y="1129398"/>
                  <a:pt x="90569" y="1114960"/>
                  <a:pt x="73849" y="1113100"/>
                </a:cubicBezTo>
                <a:cubicBezTo>
                  <a:pt x="36733" y="1109140"/>
                  <a:pt x="42173" y="1068255"/>
                  <a:pt x="20263" y="1050943"/>
                </a:cubicBezTo>
                <a:cubicBezTo>
                  <a:pt x="18198" y="1049317"/>
                  <a:pt x="13140" y="1027228"/>
                  <a:pt x="8595" y="1004970"/>
                </a:cubicBezTo>
                <a:lnTo>
                  <a:pt x="6783" y="995844"/>
                </a:lnTo>
                <a:lnTo>
                  <a:pt x="9724" y="994413"/>
                </a:lnTo>
                <a:lnTo>
                  <a:pt x="11037" y="999486"/>
                </a:lnTo>
                <a:cubicBezTo>
                  <a:pt x="14116" y="1010934"/>
                  <a:pt x="16916" y="1019681"/>
                  <a:pt x="17989" y="1017464"/>
                </a:cubicBezTo>
                <a:cubicBezTo>
                  <a:pt x="20834" y="1011433"/>
                  <a:pt x="25764" y="1006058"/>
                  <a:pt x="21860" y="998437"/>
                </a:cubicBezTo>
                <a:cubicBezTo>
                  <a:pt x="20669" y="996024"/>
                  <a:pt x="19867" y="989169"/>
                  <a:pt x="16531" y="989724"/>
                </a:cubicBezTo>
                <a:cubicBezTo>
                  <a:pt x="15419" y="989909"/>
                  <a:pt x="14027" y="990917"/>
                  <a:pt x="12243" y="993188"/>
                </a:cubicBezTo>
                <a:lnTo>
                  <a:pt x="9724" y="994413"/>
                </a:lnTo>
                <a:lnTo>
                  <a:pt x="7918" y="987443"/>
                </a:lnTo>
                <a:cubicBezTo>
                  <a:pt x="5848" y="979222"/>
                  <a:pt x="3868" y="971026"/>
                  <a:pt x="2406" y="965300"/>
                </a:cubicBezTo>
                <a:lnTo>
                  <a:pt x="2083" y="964112"/>
                </a:lnTo>
                <a:lnTo>
                  <a:pt x="2754" y="954092"/>
                </a:lnTo>
                <a:cubicBezTo>
                  <a:pt x="6095" y="926587"/>
                  <a:pt x="15820" y="895491"/>
                  <a:pt x="31566" y="893447"/>
                </a:cubicBezTo>
                <a:cubicBezTo>
                  <a:pt x="14911" y="860452"/>
                  <a:pt x="14911" y="860452"/>
                  <a:pt x="52207" y="854594"/>
                </a:cubicBezTo>
                <a:cubicBezTo>
                  <a:pt x="34418" y="833873"/>
                  <a:pt x="33602" y="828449"/>
                  <a:pt x="50190" y="820622"/>
                </a:cubicBezTo>
                <a:cubicBezTo>
                  <a:pt x="66155" y="813059"/>
                  <a:pt x="84692" y="810133"/>
                  <a:pt x="98778" y="798878"/>
                </a:cubicBezTo>
                <a:cubicBezTo>
                  <a:pt x="80211" y="772247"/>
                  <a:pt x="71440" y="741046"/>
                  <a:pt x="39477" y="728797"/>
                </a:cubicBezTo>
                <a:cubicBezTo>
                  <a:pt x="34449" y="726907"/>
                  <a:pt x="30033" y="718818"/>
                  <a:pt x="32418" y="714135"/>
                </a:cubicBezTo>
                <a:cubicBezTo>
                  <a:pt x="40732" y="696774"/>
                  <a:pt x="20252" y="664756"/>
                  <a:pt x="53539" y="660124"/>
                </a:cubicBezTo>
                <a:cubicBezTo>
                  <a:pt x="57638" y="659501"/>
                  <a:pt x="60973" y="655997"/>
                  <a:pt x="56973" y="651407"/>
                </a:cubicBezTo>
                <a:cubicBezTo>
                  <a:pt x="43256" y="635757"/>
                  <a:pt x="57141" y="636380"/>
                  <a:pt x="65177" y="634051"/>
                </a:cubicBezTo>
                <a:cubicBezTo>
                  <a:pt x="74914" y="631300"/>
                  <a:pt x="87382" y="637906"/>
                  <a:pt x="95409" y="628914"/>
                </a:cubicBezTo>
                <a:cubicBezTo>
                  <a:pt x="91836" y="619828"/>
                  <a:pt x="83731" y="620221"/>
                  <a:pt x="77587" y="617521"/>
                </a:cubicBezTo>
                <a:cubicBezTo>
                  <a:pt x="59615" y="609525"/>
                  <a:pt x="44481" y="599859"/>
                  <a:pt x="40415" y="577949"/>
                </a:cubicBezTo>
                <a:cubicBezTo>
                  <a:pt x="37094" y="560253"/>
                  <a:pt x="32982" y="544644"/>
                  <a:pt x="55220" y="538444"/>
                </a:cubicBezTo>
                <a:cubicBezTo>
                  <a:pt x="58716" y="537479"/>
                  <a:pt x="60238" y="535126"/>
                  <a:pt x="60444" y="532091"/>
                </a:cubicBezTo>
                <a:cubicBezTo>
                  <a:pt x="57375" y="529287"/>
                  <a:pt x="54397" y="526359"/>
                  <a:pt x="50997" y="524292"/>
                </a:cubicBezTo>
                <a:cubicBezTo>
                  <a:pt x="39609" y="517528"/>
                  <a:pt x="34519" y="507161"/>
                  <a:pt x="29798" y="496296"/>
                </a:cubicBezTo>
                <a:cubicBezTo>
                  <a:pt x="26771" y="489372"/>
                  <a:pt x="23432" y="482580"/>
                  <a:pt x="18025" y="476705"/>
                </a:cubicBezTo>
                <a:cubicBezTo>
                  <a:pt x="14719" y="473061"/>
                  <a:pt x="10900" y="470404"/>
                  <a:pt x="6383" y="468980"/>
                </a:cubicBezTo>
                <a:cubicBezTo>
                  <a:pt x="2433" y="467660"/>
                  <a:pt x="1046" y="465768"/>
                  <a:pt x="3045" y="462188"/>
                </a:cubicBezTo>
                <a:cubicBezTo>
                  <a:pt x="8677" y="451944"/>
                  <a:pt x="9882" y="440880"/>
                  <a:pt x="3242" y="428263"/>
                </a:cubicBezTo>
                <a:cubicBezTo>
                  <a:pt x="1235" y="424454"/>
                  <a:pt x="1716" y="421046"/>
                  <a:pt x="4902" y="419485"/>
                </a:cubicBezTo>
                <a:cubicBezTo>
                  <a:pt x="18139" y="412862"/>
                  <a:pt x="19514" y="398521"/>
                  <a:pt x="23741" y="386265"/>
                </a:cubicBezTo>
                <a:cubicBezTo>
                  <a:pt x="29731" y="368862"/>
                  <a:pt x="34898" y="351123"/>
                  <a:pt x="38036" y="332362"/>
                </a:cubicBezTo>
                <a:cubicBezTo>
                  <a:pt x="39883" y="321155"/>
                  <a:pt x="41637" y="310073"/>
                  <a:pt x="37374" y="297860"/>
                </a:cubicBezTo>
                <a:cubicBezTo>
                  <a:pt x="36372" y="294866"/>
                  <a:pt x="36980" y="292301"/>
                  <a:pt x="38063" y="289963"/>
                </a:cubicBezTo>
                <a:cubicBezTo>
                  <a:pt x="42597" y="279756"/>
                  <a:pt x="40234" y="269176"/>
                  <a:pt x="33975" y="258363"/>
                </a:cubicBezTo>
                <a:cubicBezTo>
                  <a:pt x="30125" y="251830"/>
                  <a:pt x="30328" y="250975"/>
                  <a:pt x="37609" y="250972"/>
                </a:cubicBezTo>
                <a:cubicBezTo>
                  <a:pt x="52373" y="250838"/>
                  <a:pt x="67065" y="250950"/>
                  <a:pt x="81248" y="248413"/>
                </a:cubicBezTo>
                <a:cubicBezTo>
                  <a:pt x="97150" y="245576"/>
                  <a:pt x="101623" y="240095"/>
                  <a:pt x="87027" y="225202"/>
                </a:cubicBezTo>
                <a:cubicBezTo>
                  <a:pt x="83903" y="222037"/>
                  <a:pt x="81054" y="218498"/>
                  <a:pt x="79230" y="214441"/>
                </a:cubicBezTo>
                <a:cubicBezTo>
                  <a:pt x="77863" y="211216"/>
                  <a:pt x="78288" y="208901"/>
                  <a:pt x="80687" y="207245"/>
                </a:cubicBezTo>
                <a:cubicBezTo>
                  <a:pt x="83471" y="205213"/>
                  <a:pt x="85516" y="207809"/>
                  <a:pt x="87562" y="209678"/>
                </a:cubicBezTo>
                <a:cubicBezTo>
                  <a:pt x="98671" y="219722"/>
                  <a:pt x="111706" y="226431"/>
                  <a:pt x="124300" y="233881"/>
                </a:cubicBezTo>
                <a:cubicBezTo>
                  <a:pt x="142360" y="244660"/>
                  <a:pt x="161099" y="254083"/>
                  <a:pt x="177765" y="267332"/>
                </a:cubicBezTo>
                <a:cubicBezTo>
                  <a:pt x="182023" y="270702"/>
                  <a:pt x="187661" y="267847"/>
                  <a:pt x="187213" y="261926"/>
                </a:cubicBezTo>
                <a:cubicBezTo>
                  <a:pt x="186765" y="256006"/>
                  <a:pt x="189729" y="255906"/>
                  <a:pt x="194337" y="257205"/>
                </a:cubicBezTo>
                <a:cubicBezTo>
                  <a:pt x="199861" y="258714"/>
                  <a:pt x="205383" y="260225"/>
                  <a:pt x="210833" y="261979"/>
                </a:cubicBezTo>
                <a:cubicBezTo>
                  <a:pt x="216520" y="263847"/>
                  <a:pt x="219587" y="268105"/>
                  <a:pt x="220951" y="273511"/>
                </a:cubicBezTo>
                <a:cubicBezTo>
                  <a:pt x="221215" y="274531"/>
                  <a:pt x="221415" y="275675"/>
                  <a:pt x="221308" y="276617"/>
                </a:cubicBezTo>
                <a:lnTo>
                  <a:pt x="220390" y="277794"/>
                </a:lnTo>
                <a:lnTo>
                  <a:pt x="219184" y="278292"/>
                </a:lnTo>
                <a:cubicBezTo>
                  <a:pt x="217932" y="278836"/>
                  <a:pt x="217856" y="278975"/>
                  <a:pt x="219828" y="278515"/>
                </a:cubicBezTo>
                <a:lnTo>
                  <a:pt x="220390" y="277794"/>
                </a:lnTo>
                <a:lnTo>
                  <a:pt x="225602" y="275640"/>
                </a:lnTo>
                <a:cubicBezTo>
                  <a:pt x="231073" y="273321"/>
                  <a:pt x="237770" y="270158"/>
                  <a:pt x="238725" y="267703"/>
                </a:cubicBezTo>
                <a:cubicBezTo>
                  <a:pt x="238799" y="267458"/>
                  <a:pt x="306286" y="282631"/>
                  <a:pt x="327695" y="292934"/>
                </a:cubicBezTo>
                <a:cubicBezTo>
                  <a:pt x="341023" y="299390"/>
                  <a:pt x="599974" y="399939"/>
                  <a:pt x="931840" y="361634"/>
                </a:cubicBezTo>
                <a:cubicBezTo>
                  <a:pt x="943551" y="360271"/>
                  <a:pt x="954657" y="359291"/>
                  <a:pt x="966002" y="358425"/>
                </a:cubicBezTo>
                <a:cubicBezTo>
                  <a:pt x="1066255" y="350083"/>
                  <a:pt x="1165023" y="344336"/>
                  <a:pt x="1205961" y="337022"/>
                </a:cubicBezTo>
                <a:cubicBezTo>
                  <a:pt x="1237968" y="331220"/>
                  <a:pt x="1399293" y="285815"/>
                  <a:pt x="1443310" y="250536"/>
                </a:cubicBezTo>
                <a:cubicBezTo>
                  <a:pt x="1488297" y="214376"/>
                  <a:pt x="1529887" y="174697"/>
                  <a:pt x="1571239" y="134904"/>
                </a:cubicBezTo>
                <a:cubicBezTo>
                  <a:pt x="1589176" y="117705"/>
                  <a:pt x="1608648" y="101907"/>
                  <a:pt x="1624247" y="82363"/>
                </a:cubicBezTo>
                <a:cubicBezTo>
                  <a:pt x="1639827" y="62699"/>
                  <a:pt x="1654420" y="42341"/>
                  <a:pt x="1671755" y="24072"/>
                </a:cubicBezTo>
                <a:cubicBezTo>
                  <a:pt x="1676703" y="18818"/>
                  <a:pt x="1681596" y="13202"/>
                  <a:pt x="1689813" y="12077"/>
                </a:cubicBezTo>
                <a:cubicBezTo>
                  <a:pt x="1691643" y="11773"/>
                  <a:pt x="1693637" y="11827"/>
                  <a:pt x="1695539" y="12005"/>
                </a:cubicBezTo>
                <a:cubicBezTo>
                  <a:pt x="1697661" y="12176"/>
                  <a:pt x="1699489" y="13326"/>
                  <a:pt x="1700566" y="15349"/>
                </a:cubicBezTo>
                <a:cubicBezTo>
                  <a:pt x="1701679" y="17614"/>
                  <a:pt x="1700560" y="18984"/>
                  <a:pt x="1699205" y="20240"/>
                </a:cubicBezTo>
                <a:cubicBezTo>
                  <a:pt x="1698234" y="21121"/>
                  <a:pt x="1697335" y="22484"/>
                  <a:pt x="1695944" y="22773"/>
                </a:cubicBezTo>
                <a:cubicBezTo>
                  <a:pt x="1687050" y="24526"/>
                  <a:pt x="1684752" y="31993"/>
                  <a:pt x="1681449" y="38645"/>
                </a:cubicBezTo>
                <a:cubicBezTo>
                  <a:pt x="1680000" y="41481"/>
                  <a:pt x="1678349" y="43716"/>
                  <a:pt x="1682350" y="47579"/>
                </a:cubicBezTo>
                <a:cubicBezTo>
                  <a:pt x="1685839" y="50975"/>
                  <a:pt x="1683037" y="52886"/>
                  <a:pt x="1680109" y="53954"/>
                </a:cubicBezTo>
                <a:cubicBezTo>
                  <a:pt x="1676027" y="55424"/>
                  <a:pt x="1670940" y="55353"/>
                  <a:pt x="1666763" y="59855"/>
                </a:cubicBezTo>
                <a:cubicBezTo>
                  <a:pt x="1684930" y="59606"/>
                  <a:pt x="1690894" y="47897"/>
                  <a:pt x="1697533" y="37014"/>
                </a:cubicBezTo>
                <a:cubicBezTo>
                  <a:pt x="1700027" y="33053"/>
                  <a:pt x="1701425" y="28403"/>
                  <a:pt x="1703407" y="23976"/>
                </a:cubicBezTo>
                <a:cubicBezTo>
                  <a:pt x="1705903" y="18562"/>
                  <a:pt x="1709709" y="18191"/>
                  <a:pt x="1715247" y="22729"/>
                </a:cubicBezTo>
                <a:cubicBezTo>
                  <a:pt x="1720161" y="26803"/>
                  <a:pt x="1722193" y="26372"/>
                  <a:pt x="1722750" y="20538"/>
                </a:cubicBezTo>
                <a:cubicBezTo>
                  <a:pt x="1723587" y="11425"/>
                  <a:pt x="1727677" y="4867"/>
                  <a:pt x="1735751" y="1324"/>
                </a:cubicBezTo>
                <a:cubicBezTo>
                  <a:pt x="1736630" y="931"/>
                  <a:pt x="1737586" y="324"/>
                  <a:pt x="1738586"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2" name="Picture Placeholder 31">
            <a:extLst>
              <a:ext uri="{FF2B5EF4-FFF2-40B4-BE49-F238E27FC236}">
                <a16:creationId xmlns:a16="http://schemas.microsoft.com/office/drawing/2014/main" id="{0DFA7AC8-DA1D-4AC7-ACF4-7BE16BA870B6}"/>
              </a:ext>
            </a:extLst>
          </p:cNvPr>
          <p:cNvSpPr>
            <a:spLocks noGrp="1"/>
          </p:cNvSpPr>
          <p:nvPr>
            <p:ph type="pic" sz="quarter" idx="14"/>
          </p:nvPr>
        </p:nvSpPr>
        <p:spPr>
          <a:xfrm>
            <a:off x="2698894" y="2211836"/>
            <a:ext cx="2053231" cy="1662194"/>
          </a:xfrm>
          <a:custGeom>
            <a:avLst/>
            <a:gdLst>
              <a:gd name="connsiteX0" fmla="*/ 520698 w 2053231"/>
              <a:gd name="connsiteY0" fmla="*/ 1336286 h 1662194"/>
              <a:gd name="connsiteX1" fmla="*/ 450255 w 2053231"/>
              <a:gd name="connsiteY1" fmla="*/ 1401286 h 1662194"/>
              <a:gd name="connsiteX2" fmla="*/ 522124 w 2053231"/>
              <a:gd name="connsiteY2" fmla="*/ 1337692 h 1662194"/>
              <a:gd name="connsiteX3" fmla="*/ 520698 w 2053231"/>
              <a:gd name="connsiteY3" fmla="*/ 1336286 h 1662194"/>
              <a:gd name="connsiteX4" fmla="*/ 356022 w 2053231"/>
              <a:gd name="connsiteY4" fmla="*/ 1224326 h 1662194"/>
              <a:gd name="connsiteX5" fmla="*/ 348499 w 2053231"/>
              <a:gd name="connsiteY5" fmla="*/ 1227123 h 1662194"/>
              <a:gd name="connsiteX6" fmla="*/ 342726 w 2053231"/>
              <a:gd name="connsiteY6" fmla="*/ 1233496 h 1662194"/>
              <a:gd name="connsiteX7" fmla="*/ 344041 w 2053231"/>
              <a:gd name="connsiteY7" fmla="*/ 1234905 h 1662194"/>
              <a:gd name="connsiteX8" fmla="*/ 356022 w 2053231"/>
              <a:gd name="connsiteY8" fmla="*/ 1224326 h 1662194"/>
              <a:gd name="connsiteX9" fmla="*/ 2051486 w 2053231"/>
              <a:gd name="connsiteY9" fmla="*/ 693085 h 1662194"/>
              <a:gd name="connsiteX10" fmla="*/ 2052521 w 2053231"/>
              <a:gd name="connsiteY10" fmla="*/ 699027 h 1662194"/>
              <a:gd name="connsiteX11" fmla="*/ 2053231 w 2053231"/>
              <a:gd name="connsiteY11" fmla="*/ 704209 h 1662194"/>
              <a:gd name="connsiteX12" fmla="*/ 2052578 w 2053231"/>
              <a:gd name="connsiteY12" fmla="*/ 703324 h 1662194"/>
              <a:gd name="connsiteX13" fmla="*/ 2051150 w 2053231"/>
              <a:gd name="connsiteY13" fmla="*/ 698083 h 1662194"/>
              <a:gd name="connsiteX14" fmla="*/ 2047071 w 2053231"/>
              <a:gd name="connsiteY14" fmla="*/ 666050 h 1662194"/>
              <a:gd name="connsiteX15" fmla="*/ 2051782 w 2053231"/>
              <a:gd name="connsiteY15" fmla="*/ 688658 h 1662194"/>
              <a:gd name="connsiteX16" fmla="*/ 2051486 w 2053231"/>
              <a:gd name="connsiteY16" fmla="*/ 693085 h 1662194"/>
              <a:gd name="connsiteX17" fmla="*/ 2050633 w 2053231"/>
              <a:gd name="connsiteY17" fmla="*/ 688201 h 1662194"/>
              <a:gd name="connsiteX18" fmla="*/ 2047896 w 2053231"/>
              <a:gd name="connsiteY18" fmla="*/ 673632 h 1662194"/>
              <a:gd name="connsiteX19" fmla="*/ 2046450 w 2053231"/>
              <a:gd name="connsiteY19" fmla="*/ 666352 h 1662194"/>
              <a:gd name="connsiteX20" fmla="*/ 916305 w 2053231"/>
              <a:gd name="connsiteY20" fmla="*/ 445 h 1662194"/>
              <a:gd name="connsiteX21" fmla="*/ 1732589 w 2053231"/>
              <a:gd name="connsiteY21" fmla="*/ 282783 h 1662194"/>
              <a:gd name="connsiteX22" fmla="*/ 1782474 w 2053231"/>
              <a:gd name="connsiteY22" fmla="*/ 324713 h 1662194"/>
              <a:gd name="connsiteX23" fmla="*/ 1825119 w 2053231"/>
              <a:gd name="connsiteY23" fmla="*/ 362527 h 1662194"/>
              <a:gd name="connsiteX24" fmla="*/ 1807900 w 2053231"/>
              <a:gd name="connsiteY24" fmla="*/ 376431 h 1662194"/>
              <a:gd name="connsiteX25" fmla="*/ 1839516 w 2053231"/>
              <a:gd name="connsiteY25" fmla="*/ 412799 h 1662194"/>
              <a:gd name="connsiteX26" fmla="*/ 1939352 w 2053231"/>
              <a:gd name="connsiteY26" fmla="*/ 525003 h 1662194"/>
              <a:gd name="connsiteX27" fmla="*/ 1979384 w 2053231"/>
              <a:gd name="connsiteY27" fmla="*/ 549095 h 1662194"/>
              <a:gd name="connsiteX28" fmla="*/ 2032970 w 2053231"/>
              <a:gd name="connsiteY28" fmla="*/ 611252 h 1662194"/>
              <a:gd name="connsiteX29" fmla="*/ 2044637 w 2053231"/>
              <a:gd name="connsiteY29" fmla="*/ 657225 h 1662194"/>
              <a:gd name="connsiteX30" fmla="*/ 2046450 w 2053231"/>
              <a:gd name="connsiteY30" fmla="*/ 666352 h 1662194"/>
              <a:gd name="connsiteX31" fmla="*/ 2043509 w 2053231"/>
              <a:gd name="connsiteY31" fmla="*/ 667781 h 1662194"/>
              <a:gd name="connsiteX32" fmla="*/ 2042196 w 2053231"/>
              <a:gd name="connsiteY32" fmla="*/ 662709 h 1662194"/>
              <a:gd name="connsiteX33" fmla="*/ 2035244 w 2053231"/>
              <a:gd name="connsiteY33" fmla="*/ 644730 h 1662194"/>
              <a:gd name="connsiteX34" fmla="*/ 2031373 w 2053231"/>
              <a:gd name="connsiteY34" fmla="*/ 663758 h 1662194"/>
              <a:gd name="connsiteX35" fmla="*/ 2036702 w 2053231"/>
              <a:gd name="connsiteY35" fmla="*/ 672471 h 1662194"/>
              <a:gd name="connsiteX36" fmla="*/ 2040989 w 2053231"/>
              <a:gd name="connsiteY36" fmla="*/ 669007 h 1662194"/>
              <a:gd name="connsiteX37" fmla="*/ 2043509 w 2053231"/>
              <a:gd name="connsiteY37" fmla="*/ 667781 h 1662194"/>
              <a:gd name="connsiteX38" fmla="*/ 2045314 w 2053231"/>
              <a:gd name="connsiteY38" fmla="*/ 674752 h 1662194"/>
              <a:gd name="connsiteX39" fmla="*/ 2050827 w 2053231"/>
              <a:gd name="connsiteY39" fmla="*/ 696895 h 1662194"/>
              <a:gd name="connsiteX40" fmla="*/ 2051150 w 2053231"/>
              <a:gd name="connsiteY40" fmla="*/ 698083 h 1662194"/>
              <a:gd name="connsiteX41" fmla="*/ 2050479 w 2053231"/>
              <a:gd name="connsiteY41" fmla="*/ 708103 h 1662194"/>
              <a:gd name="connsiteX42" fmla="*/ 2021667 w 2053231"/>
              <a:gd name="connsiteY42" fmla="*/ 768748 h 1662194"/>
              <a:gd name="connsiteX43" fmla="*/ 2001026 w 2053231"/>
              <a:gd name="connsiteY43" fmla="*/ 807600 h 1662194"/>
              <a:gd name="connsiteX44" fmla="*/ 2003043 w 2053231"/>
              <a:gd name="connsiteY44" fmla="*/ 841573 h 1662194"/>
              <a:gd name="connsiteX45" fmla="*/ 1954455 w 2053231"/>
              <a:gd name="connsiteY45" fmla="*/ 863318 h 1662194"/>
              <a:gd name="connsiteX46" fmla="*/ 2013756 w 2053231"/>
              <a:gd name="connsiteY46" fmla="*/ 933398 h 1662194"/>
              <a:gd name="connsiteX47" fmla="*/ 2020814 w 2053231"/>
              <a:gd name="connsiteY47" fmla="*/ 948060 h 1662194"/>
              <a:gd name="connsiteX48" fmla="*/ 1999694 w 2053231"/>
              <a:gd name="connsiteY48" fmla="*/ 1002071 h 1662194"/>
              <a:gd name="connsiteX49" fmla="*/ 1996260 w 2053231"/>
              <a:gd name="connsiteY49" fmla="*/ 1010788 h 1662194"/>
              <a:gd name="connsiteX50" fmla="*/ 1988056 w 2053231"/>
              <a:gd name="connsiteY50" fmla="*/ 1028144 h 1662194"/>
              <a:gd name="connsiteX51" fmla="*/ 1957824 w 2053231"/>
              <a:gd name="connsiteY51" fmla="*/ 1033281 h 1662194"/>
              <a:gd name="connsiteX52" fmla="*/ 1975645 w 2053231"/>
              <a:gd name="connsiteY52" fmla="*/ 1044674 h 1662194"/>
              <a:gd name="connsiteX53" fmla="*/ 2012817 w 2053231"/>
              <a:gd name="connsiteY53" fmla="*/ 1084246 h 1662194"/>
              <a:gd name="connsiteX54" fmla="*/ 1998013 w 2053231"/>
              <a:gd name="connsiteY54" fmla="*/ 1123751 h 1662194"/>
              <a:gd name="connsiteX55" fmla="*/ 1992789 w 2053231"/>
              <a:gd name="connsiteY55" fmla="*/ 1130104 h 1662194"/>
              <a:gd name="connsiteX56" fmla="*/ 2002236 w 2053231"/>
              <a:gd name="connsiteY56" fmla="*/ 1137903 h 1662194"/>
              <a:gd name="connsiteX57" fmla="*/ 2023435 w 2053231"/>
              <a:gd name="connsiteY57" fmla="*/ 1165899 h 1662194"/>
              <a:gd name="connsiteX58" fmla="*/ 2035208 w 2053231"/>
              <a:gd name="connsiteY58" fmla="*/ 1185490 h 1662194"/>
              <a:gd name="connsiteX59" fmla="*/ 2046850 w 2053231"/>
              <a:gd name="connsiteY59" fmla="*/ 1193215 h 1662194"/>
              <a:gd name="connsiteX60" fmla="*/ 2050187 w 2053231"/>
              <a:gd name="connsiteY60" fmla="*/ 1200006 h 1662194"/>
              <a:gd name="connsiteX61" fmla="*/ 2049991 w 2053231"/>
              <a:gd name="connsiteY61" fmla="*/ 1233932 h 1662194"/>
              <a:gd name="connsiteX62" fmla="*/ 2048331 w 2053231"/>
              <a:gd name="connsiteY62" fmla="*/ 1242710 h 1662194"/>
              <a:gd name="connsiteX63" fmla="*/ 2029492 w 2053231"/>
              <a:gd name="connsiteY63" fmla="*/ 1275930 h 1662194"/>
              <a:gd name="connsiteX64" fmla="*/ 2015196 w 2053231"/>
              <a:gd name="connsiteY64" fmla="*/ 1329833 h 1662194"/>
              <a:gd name="connsiteX65" fmla="*/ 2015859 w 2053231"/>
              <a:gd name="connsiteY65" fmla="*/ 1364335 h 1662194"/>
              <a:gd name="connsiteX66" fmla="*/ 2015170 w 2053231"/>
              <a:gd name="connsiteY66" fmla="*/ 1372232 h 1662194"/>
              <a:gd name="connsiteX67" fmla="*/ 2019257 w 2053231"/>
              <a:gd name="connsiteY67" fmla="*/ 1403832 h 1662194"/>
              <a:gd name="connsiteX68" fmla="*/ 2015624 w 2053231"/>
              <a:gd name="connsiteY68" fmla="*/ 1411223 h 1662194"/>
              <a:gd name="connsiteX69" fmla="*/ 1971985 w 2053231"/>
              <a:gd name="connsiteY69" fmla="*/ 1413782 h 1662194"/>
              <a:gd name="connsiteX70" fmla="*/ 1966206 w 2053231"/>
              <a:gd name="connsiteY70" fmla="*/ 1436993 h 1662194"/>
              <a:gd name="connsiteX71" fmla="*/ 1974002 w 2053231"/>
              <a:gd name="connsiteY71" fmla="*/ 1447754 h 1662194"/>
              <a:gd name="connsiteX72" fmla="*/ 1972546 w 2053231"/>
              <a:gd name="connsiteY72" fmla="*/ 1454950 h 1662194"/>
              <a:gd name="connsiteX73" fmla="*/ 1965671 w 2053231"/>
              <a:gd name="connsiteY73" fmla="*/ 1452516 h 1662194"/>
              <a:gd name="connsiteX74" fmla="*/ 1928933 w 2053231"/>
              <a:gd name="connsiteY74" fmla="*/ 1428314 h 1662194"/>
              <a:gd name="connsiteX75" fmla="*/ 1875468 w 2053231"/>
              <a:gd name="connsiteY75" fmla="*/ 1394863 h 1662194"/>
              <a:gd name="connsiteX76" fmla="*/ 1866020 w 2053231"/>
              <a:gd name="connsiteY76" fmla="*/ 1400268 h 1662194"/>
              <a:gd name="connsiteX77" fmla="*/ 1858896 w 2053231"/>
              <a:gd name="connsiteY77" fmla="*/ 1404990 h 1662194"/>
              <a:gd name="connsiteX78" fmla="*/ 1842400 w 2053231"/>
              <a:gd name="connsiteY78" fmla="*/ 1400216 h 1662194"/>
              <a:gd name="connsiteX79" fmla="*/ 1832282 w 2053231"/>
              <a:gd name="connsiteY79" fmla="*/ 1388684 h 1662194"/>
              <a:gd name="connsiteX80" fmla="*/ 1831925 w 2053231"/>
              <a:gd name="connsiteY80" fmla="*/ 1385578 h 1662194"/>
              <a:gd name="connsiteX81" fmla="*/ 1832843 w 2053231"/>
              <a:gd name="connsiteY81" fmla="*/ 1384401 h 1662194"/>
              <a:gd name="connsiteX82" fmla="*/ 1834049 w 2053231"/>
              <a:gd name="connsiteY82" fmla="*/ 1383903 h 1662194"/>
              <a:gd name="connsiteX83" fmla="*/ 1833405 w 2053231"/>
              <a:gd name="connsiteY83" fmla="*/ 1383680 h 1662194"/>
              <a:gd name="connsiteX84" fmla="*/ 1832843 w 2053231"/>
              <a:gd name="connsiteY84" fmla="*/ 1384401 h 1662194"/>
              <a:gd name="connsiteX85" fmla="*/ 1827631 w 2053231"/>
              <a:gd name="connsiteY85" fmla="*/ 1386555 h 1662194"/>
              <a:gd name="connsiteX86" fmla="*/ 1814508 w 2053231"/>
              <a:gd name="connsiteY86" fmla="*/ 1394492 h 1662194"/>
              <a:gd name="connsiteX87" fmla="*/ 1725537 w 2053231"/>
              <a:gd name="connsiteY87" fmla="*/ 1369261 h 1662194"/>
              <a:gd name="connsiteX88" fmla="*/ 1121393 w 2053231"/>
              <a:gd name="connsiteY88" fmla="*/ 1300561 h 1662194"/>
              <a:gd name="connsiteX89" fmla="*/ 1087231 w 2053231"/>
              <a:gd name="connsiteY89" fmla="*/ 1303770 h 1662194"/>
              <a:gd name="connsiteX90" fmla="*/ 847271 w 2053231"/>
              <a:gd name="connsiteY90" fmla="*/ 1325173 h 1662194"/>
              <a:gd name="connsiteX91" fmla="*/ 609922 w 2053231"/>
              <a:gd name="connsiteY91" fmla="*/ 1411659 h 1662194"/>
              <a:gd name="connsiteX92" fmla="*/ 481993 w 2053231"/>
              <a:gd name="connsiteY92" fmla="*/ 1527291 h 1662194"/>
              <a:gd name="connsiteX93" fmla="*/ 428986 w 2053231"/>
              <a:gd name="connsiteY93" fmla="*/ 1579832 h 1662194"/>
              <a:gd name="connsiteX94" fmla="*/ 381477 w 2053231"/>
              <a:gd name="connsiteY94" fmla="*/ 1638123 h 1662194"/>
              <a:gd name="connsiteX95" fmla="*/ 363420 w 2053231"/>
              <a:gd name="connsiteY95" fmla="*/ 1650118 h 1662194"/>
              <a:gd name="connsiteX96" fmla="*/ 357693 w 2053231"/>
              <a:gd name="connsiteY96" fmla="*/ 1650190 h 1662194"/>
              <a:gd name="connsiteX97" fmla="*/ 352667 w 2053231"/>
              <a:gd name="connsiteY97" fmla="*/ 1646846 h 1662194"/>
              <a:gd name="connsiteX98" fmla="*/ 354028 w 2053231"/>
              <a:gd name="connsiteY98" fmla="*/ 1641955 h 1662194"/>
              <a:gd name="connsiteX99" fmla="*/ 357289 w 2053231"/>
              <a:gd name="connsiteY99" fmla="*/ 1639422 h 1662194"/>
              <a:gd name="connsiteX100" fmla="*/ 371784 w 2053231"/>
              <a:gd name="connsiteY100" fmla="*/ 1623550 h 1662194"/>
              <a:gd name="connsiteX101" fmla="*/ 370883 w 2053231"/>
              <a:gd name="connsiteY101" fmla="*/ 1614616 h 1662194"/>
              <a:gd name="connsiteX102" fmla="*/ 373124 w 2053231"/>
              <a:gd name="connsiteY102" fmla="*/ 1608241 h 1662194"/>
              <a:gd name="connsiteX103" fmla="*/ 386470 w 2053231"/>
              <a:gd name="connsiteY103" fmla="*/ 1602340 h 1662194"/>
              <a:gd name="connsiteX104" fmla="*/ 355700 w 2053231"/>
              <a:gd name="connsiteY104" fmla="*/ 1625181 h 1662194"/>
              <a:gd name="connsiteX105" fmla="*/ 349826 w 2053231"/>
              <a:gd name="connsiteY105" fmla="*/ 1638219 h 1662194"/>
              <a:gd name="connsiteX106" fmla="*/ 337986 w 2053231"/>
              <a:gd name="connsiteY106" fmla="*/ 1639466 h 1662194"/>
              <a:gd name="connsiteX107" fmla="*/ 330482 w 2053231"/>
              <a:gd name="connsiteY107" fmla="*/ 1641657 h 1662194"/>
              <a:gd name="connsiteX108" fmla="*/ 317482 w 2053231"/>
              <a:gd name="connsiteY108" fmla="*/ 1660871 h 1662194"/>
              <a:gd name="connsiteX109" fmla="*/ 314646 w 2053231"/>
              <a:gd name="connsiteY109" fmla="*/ 1662102 h 1662194"/>
              <a:gd name="connsiteX110" fmla="*/ 311554 w 2053231"/>
              <a:gd name="connsiteY110" fmla="*/ 1661070 h 1662194"/>
              <a:gd name="connsiteX111" fmla="*/ 311545 w 2053231"/>
              <a:gd name="connsiteY111" fmla="*/ 1655134 h 1662194"/>
              <a:gd name="connsiteX112" fmla="*/ 314614 w 2053231"/>
              <a:gd name="connsiteY112" fmla="*/ 1645462 h 1662194"/>
              <a:gd name="connsiteX113" fmla="*/ 313142 w 2053231"/>
              <a:gd name="connsiteY113" fmla="*/ 1638607 h 1662194"/>
              <a:gd name="connsiteX114" fmla="*/ 314556 w 2053231"/>
              <a:gd name="connsiteY114" fmla="*/ 1623053 h 1662194"/>
              <a:gd name="connsiteX115" fmla="*/ 319806 w 2053231"/>
              <a:gd name="connsiteY115" fmla="*/ 1599255 h 1662194"/>
              <a:gd name="connsiteX116" fmla="*/ 323146 w 2053231"/>
              <a:gd name="connsiteY116" fmla="*/ 1592843 h 1662194"/>
              <a:gd name="connsiteX117" fmla="*/ 325583 w 2053231"/>
              <a:gd name="connsiteY117" fmla="*/ 1589975 h 1662194"/>
              <a:gd name="connsiteX118" fmla="*/ 370015 w 2053231"/>
              <a:gd name="connsiteY118" fmla="*/ 1496536 h 1662194"/>
              <a:gd name="connsiteX119" fmla="*/ 423387 w 2053231"/>
              <a:gd name="connsiteY119" fmla="*/ 1432474 h 1662194"/>
              <a:gd name="connsiteX120" fmla="*/ 424653 w 2053231"/>
              <a:gd name="connsiteY120" fmla="*/ 1429888 h 1662194"/>
              <a:gd name="connsiteX121" fmla="*/ 398488 w 2053231"/>
              <a:gd name="connsiteY121" fmla="*/ 1443730 h 1662194"/>
              <a:gd name="connsiteX122" fmla="*/ 344235 w 2053231"/>
              <a:gd name="connsiteY122" fmla="*/ 1498251 h 1662194"/>
              <a:gd name="connsiteX123" fmla="*/ 311709 w 2053231"/>
              <a:gd name="connsiteY123" fmla="*/ 1532174 h 1662194"/>
              <a:gd name="connsiteX124" fmla="*/ 307346 w 2053231"/>
              <a:gd name="connsiteY124" fmla="*/ 1538378 h 1662194"/>
              <a:gd name="connsiteX125" fmla="*/ 303885 w 2053231"/>
              <a:gd name="connsiteY125" fmla="*/ 1540312 h 1662194"/>
              <a:gd name="connsiteX126" fmla="*/ 300616 w 2053231"/>
              <a:gd name="connsiteY126" fmla="*/ 1536182 h 1662194"/>
              <a:gd name="connsiteX127" fmla="*/ 301738 w 2053231"/>
              <a:gd name="connsiteY127" fmla="*/ 1520154 h 1662194"/>
              <a:gd name="connsiteX128" fmla="*/ 325516 w 2053231"/>
              <a:gd name="connsiteY128" fmla="*/ 1487494 h 1662194"/>
              <a:gd name="connsiteX129" fmla="*/ 359878 w 2053231"/>
              <a:gd name="connsiteY129" fmla="*/ 1448180 h 1662194"/>
              <a:gd name="connsiteX130" fmla="*/ 361202 w 2053231"/>
              <a:gd name="connsiteY130" fmla="*/ 1443774 h 1662194"/>
              <a:gd name="connsiteX131" fmla="*/ 341396 w 2053231"/>
              <a:gd name="connsiteY131" fmla="*/ 1463217 h 1662194"/>
              <a:gd name="connsiteX132" fmla="*/ 321920 w 2053231"/>
              <a:gd name="connsiteY132" fmla="*/ 1481922 h 1662194"/>
              <a:gd name="connsiteX133" fmla="*/ 316026 w 2053231"/>
              <a:gd name="connsiteY133" fmla="*/ 1483817 h 1662194"/>
              <a:gd name="connsiteX134" fmla="*/ 313293 w 2053231"/>
              <a:gd name="connsiteY134" fmla="*/ 1476640 h 1662194"/>
              <a:gd name="connsiteX135" fmla="*/ 320987 w 2053231"/>
              <a:gd name="connsiteY135" fmla="*/ 1457363 h 1662194"/>
              <a:gd name="connsiteX136" fmla="*/ 366421 w 2053231"/>
              <a:gd name="connsiteY136" fmla="*/ 1404350 h 1662194"/>
              <a:gd name="connsiteX137" fmla="*/ 388676 w 2053231"/>
              <a:gd name="connsiteY137" fmla="*/ 1374043 h 1662194"/>
              <a:gd name="connsiteX138" fmla="*/ 388815 w 2053231"/>
              <a:gd name="connsiteY138" fmla="*/ 1366891 h 1662194"/>
              <a:gd name="connsiteX139" fmla="*/ 399152 w 2053231"/>
              <a:gd name="connsiteY139" fmla="*/ 1354187 h 1662194"/>
              <a:gd name="connsiteX140" fmla="*/ 406566 w 2053231"/>
              <a:gd name="connsiteY140" fmla="*/ 1351394 h 1662194"/>
              <a:gd name="connsiteX141" fmla="*/ 482069 w 2053231"/>
              <a:gd name="connsiteY141" fmla="*/ 1267205 h 1662194"/>
              <a:gd name="connsiteX142" fmla="*/ 518959 w 2053231"/>
              <a:gd name="connsiteY142" fmla="*/ 1238829 h 1662194"/>
              <a:gd name="connsiteX143" fmla="*/ 518669 w 2053231"/>
              <a:gd name="connsiteY143" fmla="*/ 1236900 h 1662194"/>
              <a:gd name="connsiteX144" fmla="*/ 518032 w 2053231"/>
              <a:gd name="connsiteY144" fmla="*/ 1234863 h 1662194"/>
              <a:gd name="connsiteX145" fmla="*/ 466046 w 2053231"/>
              <a:gd name="connsiteY145" fmla="*/ 1277315 h 1662194"/>
              <a:gd name="connsiteX146" fmla="*/ 333346 w 2053231"/>
              <a:gd name="connsiteY146" fmla="*/ 1401587 h 1662194"/>
              <a:gd name="connsiteX147" fmla="*/ 295020 w 2053231"/>
              <a:gd name="connsiteY147" fmla="*/ 1449030 h 1662194"/>
              <a:gd name="connsiteX148" fmla="*/ 267879 w 2053231"/>
              <a:gd name="connsiteY148" fmla="*/ 1479137 h 1662194"/>
              <a:gd name="connsiteX149" fmla="*/ 252355 w 2053231"/>
              <a:gd name="connsiteY149" fmla="*/ 1485233 h 1662194"/>
              <a:gd name="connsiteX150" fmla="*/ 245464 w 2053231"/>
              <a:gd name="connsiteY150" fmla="*/ 1481225 h 1662194"/>
              <a:gd name="connsiteX151" fmla="*/ 248199 w 2053231"/>
              <a:gd name="connsiteY151" fmla="*/ 1475198 h 1662194"/>
              <a:gd name="connsiteX152" fmla="*/ 249719 w 2053231"/>
              <a:gd name="connsiteY152" fmla="*/ 1474298 h 1662194"/>
              <a:gd name="connsiteX153" fmla="*/ 265022 w 2053231"/>
              <a:gd name="connsiteY153" fmla="*/ 1457187 h 1662194"/>
              <a:gd name="connsiteX154" fmla="*/ 264042 w 2053231"/>
              <a:gd name="connsiteY154" fmla="*/ 1450679 h 1662194"/>
              <a:gd name="connsiteX155" fmla="*/ 265994 w 2053231"/>
              <a:gd name="connsiteY155" fmla="*/ 1443103 h 1662194"/>
              <a:gd name="connsiteX156" fmla="*/ 277856 w 2053231"/>
              <a:gd name="connsiteY156" fmla="*/ 1438342 h 1662194"/>
              <a:gd name="connsiteX157" fmla="*/ 262409 w 2053231"/>
              <a:gd name="connsiteY157" fmla="*/ 1442012 h 1662194"/>
              <a:gd name="connsiteX158" fmla="*/ 244092 w 2053231"/>
              <a:gd name="connsiteY158" fmla="*/ 1469157 h 1662194"/>
              <a:gd name="connsiteX159" fmla="*/ 241101 w 2053231"/>
              <a:gd name="connsiteY159" fmla="*/ 1474951 h 1662194"/>
              <a:gd name="connsiteX160" fmla="*/ 230946 w 2053231"/>
              <a:gd name="connsiteY160" fmla="*/ 1474930 h 1662194"/>
              <a:gd name="connsiteX161" fmla="*/ 222875 w 2053231"/>
              <a:gd name="connsiteY161" fmla="*/ 1477019 h 1662194"/>
              <a:gd name="connsiteX162" fmla="*/ 210022 w 2053231"/>
              <a:gd name="connsiteY162" fmla="*/ 1495743 h 1662194"/>
              <a:gd name="connsiteX163" fmla="*/ 204551 w 2053231"/>
              <a:gd name="connsiteY163" fmla="*/ 1496049 h 1662194"/>
              <a:gd name="connsiteX164" fmla="*/ 203865 w 2053231"/>
              <a:gd name="connsiteY164" fmla="*/ 1490741 h 1662194"/>
              <a:gd name="connsiteX165" fmla="*/ 206053 w 2053231"/>
              <a:gd name="connsiteY165" fmla="*/ 1482552 h 1662194"/>
              <a:gd name="connsiteX166" fmla="*/ 202817 w 2053231"/>
              <a:gd name="connsiteY166" fmla="*/ 1469093 h 1662194"/>
              <a:gd name="connsiteX167" fmla="*/ 202700 w 2053231"/>
              <a:gd name="connsiteY167" fmla="*/ 1461708 h 1662194"/>
              <a:gd name="connsiteX168" fmla="*/ 211471 w 2053231"/>
              <a:gd name="connsiteY168" fmla="*/ 1431976 h 1662194"/>
              <a:gd name="connsiteX169" fmla="*/ 213105 w 2053231"/>
              <a:gd name="connsiteY169" fmla="*/ 1428166 h 1662194"/>
              <a:gd name="connsiteX170" fmla="*/ 218896 w 2053231"/>
              <a:gd name="connsiteY170" fmla="*/ 1421914 h 1662194"/>
              <a:gd name="connsiteX171" fmla="*/ 259072 w 2053231"/>
              <a:gd name="connsiteY171" fmla="*/ 1336129 h 1662194"/>
              <a:gd name="connsiteX172" fmla="*/ 318969 w 2053231"/>
              <a:gd name="connsiteY172" fmla="*/ 1264095 h 1662194"/>
              <a:gd name="connsiteX173" fmla="*/ 295279 w 2053231"/>
              <a:gd name="connsiteY173" fmla="*/ 1275310 h 1662194"/>
              <a:gd name="connsiteX174" fmla="*/ 240496 w 2053231"/>
              <a:gd name="connsiteY174" fmla="*/ 1328516 h 1662194"/>
              <a:gd name="connsiteX175" fmla="*/ 203608 w 2053231"/>
              <a:gd name="connsiteY175" fmla="*/ 1367190 h 1662194"/>
              <a:gd name="connsiteX176" fmla="*/ 200363 w 2053231"/>
              <a:gd name="connsiteY176" fmla="*/ 1372023 h 1662194"/>
              <a:gd name="connsiteX177" fmla="*/ 196243 w 2053231"/>
              <a:gd name="connsiteY177" fmla="*/ 1374706 h 1662194"/>
              <a:gd name="connsiteX178" fmla="*/ 192975 w 2053231"/>
              <a:gd name="connsiteY178" fmla="*/ 1369850 h 1662194"/>
              <a:gd name="connsiteX179" fmla="*/ 196298 w 2053231"/>
              <a:gd name="connsiteY179" fmla="*/ 1350114 h 1662194"/>
              <a:gd name="connsiteX180" fmla="*/ 220823 w 2053231"/>
              <a:gd name="connsiteY180" fmla="*/ 1319488 h 1662194"/>
              <a:gd name="connsiteX181" fmla="*/ 254952 w 2053231"/>
              <a:gd name="connsiteY181" fmla="*/ 1277152 h 1662194"/>
              <a:gd name="connsiteX182" fmla="*/ 231829 w 2053231"/>
              <a:gd name="connsiteY182" fmla="*/ 1300220 h 1662194"/>
              <a:gd name="connsiteX183" fmla="*/ 213856 w 2053231"/>
              <a:gd name="connsiteY183" fmla="*/ 1317178 h 1662194"/>
              <a:gd name="connsiteX184" fmla="*/ 208292 w 2053231"/>
              <a:gd name="connsiteY184" fmla="*/ 1318335 h 1662194"/>
              <a:gd name="connsiteX185" fmla="*/ 206069 w 2053231"/>
              <a:gd name="connsiteY185" fmla="*/ 1312353 h 1662194"/>
              <a:gd name="connsiteX186" fmla="*/ 214792 w 2053231"/>
              <a:gd name="connsiteY186" fmla="*/ 1290375 h 1662194"/>
              <a:gd name="connsiteX187" fmla="*/ 233212 w 2053231"/>
              <a:gd name="connsiteY187" fmla="*/ 1268314 h 1662194"/>
              <a:gd name="connsiteX188" fmla="*/ 209985 w 2053231"/>
              <a:gd name="connsiteY188" fmla="*/ 1274547 h 1662194"/>
              <a:gd name="connsiteX189" fmla="*/ 226792 w 2053231"/>
              <a:gd name="connsiteY189" fmla="*/ 1254963 h 1662194"/>
              <a:gd name="connsiteX190" fmla="*/ 254893 w 2053231"/>
              <a:gd name="connsiteY190" fmla="*/ 1243720 h 1662194"/>
              <a:gd name="connsiteX191" fmla="*/ 265174 w 2053231"/>
              <a:gd name="connsiteY191" fmla="*/ 1231381 h 1662194"/>
              <a:gd name="connsiteX192" fmla="*/ 274983 w 2053231"/>
              <a:gd name="connsiteY192" fmla="*/ 1218089 h 1662194"/>
              <a:gd name="connsiteX193" fmla="*/ 276097 w 2053231"/>
              <a:gd name="connsiteY193" fmla="*/ 1206423 h 1662194"/>
              <a:gd name="connsiteX194" fmla="*/ 284393 w 2053231"/>
              <a:gd name="connsiteY194" fmla="*/ 1188942 h 1662194"/>
              <a:gd name="connsiteX195" fmla="*/ 285564 w 2053231"/>
              <a:gd name="connsiteY195" fmla="*/ 1188660 h 1662194"/>
              <a:gd name="connsiteX196" fmla="*/ 292146 w 2053231"/>
              <a:gd name="connsiteY196" fmla="*/ 1179596 h 1662194"/>
              <a:gd name="connsiteX197" fmla="*/ 298508 w 2053231"/>
              <a:gd name="connsiteY197" fmla="*/ 1170539 h 1662194"/>
              <a:gd name="connsiteX198" fmla="*/ 299955 w 2053231"/>
              <a:gd name="connsiteY198" fmla="*/ 1169157 h 1662194"/>
              <a:gd name="connsiteX199" fmla="*/ 332770 w 2053231"/>
              <a:gd name="connsiteY199" fmla="*/ 1112935 h 1662194"/>
              <a:gd name="connsiteX200" fmla="*/ 335024 w 2053231"/>
              <a:gd name="connsiteY200" fmla="*/ 1110316 h 1662194"/>
              <a:gd name="connsiteX201" fmla="*/ 249476 w 2053231"/>
              <a:gd name="connsiteY201" fmla="*/ 1121069 h 1662194"/>
              <a:gd name="connsiteX202" fmla="*/ 144761 w 2053231"/>
              <a:gd name="connsiteY202" fmla="*/ 1165054 h 1662194"/>
              <a:gd name="connsiteX203" fmla="*/ 147959 w 2053231"/>
              <a:gd name="connsiteY203" fmla="*/ 1142293 h 1662194"/>
              <a:gd name="connsiteX204" fmla="*/ 140945 w 2053231"/>
              <a:gd name="connsiteY204" fmla="*/ 1122784 h 1662194"/>
              <a:gd name="connsiteX205" fmla="*/ 132995 w 2053231"/>
              <a:gd name="connsiteY205" fmla="*/ 1080169 h 1662194"/>
              <a:gd name="connsiteX206" fmla="*/ 132932 w 2053231"/>
              <a:gd name="connsiteY206" fmla="*/ 1073145 h 1662194"/>
              <a:gd name="connsiteX207" fmla="*/ 107471 w 2053231"/>
              <a:gd name="connsiteY207" fmla="*/ 1069641 h 1662194"/>
              <a:gd name="connsiteX208" fmla="*/ 237170 w 2053231"/>
              <a:gd name="connsiteY208" fmla="*/ 944501 h 1662194"/>
              <a:gd name="connsiteX209" fmla="*/ 141885 w 2053231"/>
              <a:gd name="connsiteY209" fmla="*/ 970482 h 1662194"/>
              <a:gd name="connsiteX210" fmla="*/ 122894 w 2053231"/>
              <a:gd name="connsiteY210" fmla="*/ 933690 h 1662194"/>
              <a:gd name="connsiteX211" fmla="*/ 164349 w 2053231"/>
              <a:gd name="connsiteY211" fmla="*/ 898983 h 1662194"/>
              <a:gd name="connsiteX212" fmla="*/ 171729 w 2053231"/>
              <a:gd name="connsiteY212" fmla="*/ 832835 h 1662194"/>
              <a:gd name="connsiteX213" fmla="*/ 154363 w 2053231"/>
              <a:gd name="connsiteY213" fmla="*/ 773093 h 1662194"/>
              <a:gd name="connsiteX214" fmla="*/ 131631 w 2053231"/>
              <a:gd name="connsiteY214" fmla="*/ 754718 h 1662194"/>
              <a:gd name="connsiteX215" fmla="*/ 97724 w 2053231"/>
              <a:gd name="connsiteY215" fmla="*/ 721457 h 1662194"/>
              <a:gd name="connsiteX216" fmla="*/ 76752 w 2053231"/>
              <a:gd name="connsiteY216" fmla="*/ 700842 h 1662194"/>
              <a:gd name="connsiteX217" fmla="*/ 16087 w 2053231"/>
              <a:gd name="connsiteY217" fmla="*/ 711242 h 1662194"/>
              <a:gd name="connsiteX218" fmla="*/ 90653 w 2053231"/>
              <a:gd name="connsiteY218" fmla="*/ 654584 h 1662194"/>
              <a:gd name="connsiteX219" fmla="*/ 24812 w 2053231"/>
              <a:gd name="connsiteY219" fmla="*/ 663584 h 1662194"/>
              <a:gd name="connsiteX220" fmla="*/ 2404 w 2053231"/>
              <a:gd name="connsiteY220" fmla="*/ 660583 h 1662194"/>
              <a:gd name="connsiteX221" fmla="*/ 12183 w 2053231"/>
              <a:gd name="connsiteY221" fmla="*/ 642689 h 1662194"/>
              <a:gd name="connsiteX222" fmla="*/ 56815 w 2053231"/>
              <a:gd name="connsiteY222" fmla="*/ 611508 h 1662194"/>
              <a:gd name="connsiteX223" fmla="*/ 146002 w 2053231"/>
              <a:gd name="connsiteY223" fmla="*/ 528070 h 1662194"/>
              <a:gd name="connsiteX224" fmla="*/ 53605 w 2053231"/>
              <a:gd name="connsiteY224" fmla="*/ 568128 h 1662194"/>
              <a:gd name="connsiteX225" fmla="*/ 144533 w 2053231"/>
              <a:gd name="connsiteY225" fmla="*/ 482331 h 1662194"/>
              <a:gd name="connsiteX226" fmla="*/ 163364 w 2053231"/>
              <a:gd name="connsiteY226" fmla="*/ 454197 h 1662194"/>
              <a:gd name="connsiteX227" fmla="*/ 199601 w 2053231"/>
              <a:gd name="connsiteY227" fmla="*/ 384777 h 1662194"/>
              <a:gd name="connsiteX228" fmla="*/ 196137 w 2053231"/>
              <a:gd name="connsiteY228" fmla="*/ 377142 h 1662194"/>
              <a:gd name="connsiteX229" fmla="*/ 144214 w 2053231"/>
              <a:gd name="connsiteY229" fmla="*/ 389913 h 1662194"/>
              <a:gd name="connsiteX230" fmla="*/ 205134 w 2053231"/>
              <a:gd name="connsiteY230" fmla="*/ 330564 h 1662194"/>
              <a:gd name="connsiteX231" fmla="*/ 270335 w 2053231"/>
              <a:gd name="connsiteY231" fmla="*/ 284275 h 1662194"/>
              <a:gd name="connsiteX232" fmla="*/ 220394 w 2053231"/>
              <a:gd name="connsiteY232" fmla="*/ 292619 h 1662194"/>
              <a:gd name="connsiteX233" fmla="*/ 154123 w 2053231"/>
              <a:gd name="connsiteY233" fmla="*/ 320046 h 1662194"/>
              <a:gd name="connsiteX234" fmla="*/ 128340 w 2053231"/>
              <a:gd name="connsiteY234" fmla="*/ 311465 h 1662194"/>
              <a:gd name="connsiteX235" fmla="*/ 188414 w 2053231"/>
              <a:gd name="connsiteY235" fmla="*/ 267772 h 1662194"/>
              <a:gd name="connsiteX236" fmla="*/ 223517 w 2053231"/>
              <a:gd name="connsiteY236" fmla="*/ 247329 h 1662194"/>
              <a:gd name="connsiteX237" fmla="*/ 236566 w 2053231"/>
              <a:gd name="connsiteY237" fmla="*/ 232111 h 1662194"/>
              <a:gd name="connsiteX238" fmla="*/ 272158 w 2053231"/>
              <a:gd name="connsiteY238" fmla="*/ 178219 h 1662194"/>
              <a:gd name="connsiteX239" fmla="*/ 391098 w 2053231"/>
              <a:gd name="connsiteY239" fmla="*/ 116554 h 1662194"/>
              <a:gd name="connsiteX240" fmla="*/ 824736 w 2053231"/>
              <a:gd name="connsiteY240" fmla="*/ 7349 h 1662194"/>
              <a:gd name="connsiteX241" fmla="*/ 916305 w 2053231"/>
              <a:gd name="connsiteY241" fmla="*/ 445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520698" y="1336286"/>
                </a:moveTo>
                <a:cubicBezTo>
                  <a:pt x="493631" y="1354399"/>
                  <a:pt x="468499" y="1374385"/>
                  <a:pt x="450255" y="1401286"/>
                </a:cubicBezTo>
                <a:cubicBezTo>
                  <a:pt x="474217" y="1380128"/>
                  <a:pt x="498161" y="1358850"/>
                  <a:pt x="522124" y="1337692"/>
                </a:cubicBezTo>
                <a:cubicBezTo>
                  <a:pt x="521611" y="1337225"/>
                  <a:pt x="521210" y="1336753"/>
                  <a:pt x="520698" y="1336286"/>
                </a:cubicBezTo>
                <a:close/>
                <a:moveTo>
                  <a:pt x="356022" y="1224326"/>
                </a:moveTo>
                <a:cubicBezTo>
                  <a:pt x="353624" y="1225255"/>
                  <a:pt x="351007" y="1226191"/>
                  <a:pt x="348499" y="1227123"/>
                </a:cubicBezTo>
                <a:cubicBezTo>
                  <a:pt x="346610" y="1229246"/>
                  <a:pt x="344595" y="1231252"/>
                  <a:pt x="342726" y="1233496"/>
                </a:cubicBezTo>
                <a:cubicBezTo>
                  <a:pt x="343128" y="1233967"/>
                  <a:pt x="343639" y="1234433"/>
                  <a:pt x="344041" y="1234905"/>
                </a:cubicBezTo>
                <a:cubicBezTo>
                  <a:pt x="348035" y="1231379"/>
                  <a:pt x="352028" y="1227852"/>
                  <a:pt x="356022" y="1224326"/>
                </a:cubicBezTo>
                <a:close/>
                <a:moveTo>
                  <a:pt x="2051486" y="693085"/>
                </a:moveTo>
                <a:lnTo>
                  <a:pt x="2052521" y="699027"/>
                </a:lnTo>
                <a:cubicBezTo>
                  <a:pt x="2052973" y="701801"/>
                  <a:pt x="2053227" y="703634"/>
                  <a:pt x="2053231" y="704209"/>
                </a:cubicBezTo>
                <a:cubicBezTo>
                  <a:pt x="2053232" y="705042"/>
                  <a:pt x="2052996" y="704645"/>
                  <a:pt x="2052578" y="703324"/>
                </a:cubicBezTo>
                <a:lnTo>
                  <a:pt x="2051150" y="698083"/>
                </a:lnTo>
                <a:close/>
                <a:moveTo>
                  <a:pt x="2047071" y="666050"/>
                </a:moveTo>
                <a:cubicBezTo>
                  <a:pt x="2050290" y="667927"/>
                  <a:pt x="2051845" y="676823"/>
                  <a:pt x="2051782" y="688658"/>
                </a:cubicBezTo>
                <a:lnTo>
                  <a:pt x="2051486" y="693085"/>
                </a:lnTo>
                <a:lnTo>
                  <a:pt x="2050633" y="688201"/>
                </a:lnTo>
                <a:cubicBezTo>
                  <a:pt x="2049845" y="683863"/>
                  <a:pt x="2048914" y="678901"/>
                  <a:pt x="2047896" y="673632"/>
                </a:cubicBezTo>
                <a:lnTo>
                  <a:pt x="2046450" y="666352"/>
                </a:lnTo>
                <a:close/>
                <a:moveTo>
                  <a:pt x="916305" y="445"/>
                </a:moveTo>
                <a:cubicBezTo>
                  <a:pt x="1368523" y="-12890"/>
                  <a:pt x="1730383" y="278428"/>
                  <a:pt x="1732589" y="282783"/>
                </a:cubicBezTo>
                <a:cubicBezTo>
                  <a:pt x="1743479" y="304585"/>
                  <a:pt x="1763682" y="313475"/>
                  <a:pt x="1782474" y="324713"/>
                </a:cubicBezTo>
                <a:cubicBezTo>
                  <a:pt x="1798852" y="334580"/>
                  <a:pt x="1816308" y="345016"/>
                  <a:pt x="1825119" y="362527"/>
                </a:cubicBezTo>
                <a:cubicBezTo>
                  <a:pt x="1836775" y="385756"/>
                  <a:pt x="1810823" y="367248"/>
                  <a:pt x="1807900" y="376431"/>
                </a:cubicBezTo>
                <a:cubicBezTo>
                  <a:pt x="1818512" y="388309"/>
                  <a:pt x="1833810" y="399060"/>
                  <a:pt x="1839516" y="412799"/>
                </a:cubicBezTo>
                <a:cubicBezTo>
                  <a:pt x="1860006" y="462502"/>
                  <a:pt x="1893379" y="498084"/>
                  <a:pt x="1939352" y="525003"/>
                </a:cubicBezTo>
                <a:cubicBezTo>
                  <a:pt x="1952550" y="532797"/>
                  <a:pt x="1962664" y="547235"/>
                  <a:pt x="1979384" y="549095"/>
                </a:cubicBezTo>
                <a:cubicBezTo>
                  <a:pt x="2016500" y="553055"/>
                  <a:pt x="2011060" y="593940"/>
                  <a:pt x="2032970" y="611252"/>
                </a:cubicBezTo>
                <a:cubicBezTo>
                  <a:pt x="2035035" y="612878"/>
                  <a:pt x="2040093" y="634967"/>
                  <a:pt x="2044637" y="657225"/>
                </a:cubicBezTo>
                <a:lnTo>
                  <a:pt x="2046450" y="666352"/>
                </a:lnTo>
                <a:lnTo>
                  <a:pt x="2043509" y="667781"/>
                </a:lnTo>
                <a:lnTo>
                  <a:pt x="2042196" y="662709"/>
                </a:lnTo>
                <a:cubicBezTo>
                  <a:pt x="2039117" y="651261"/>
                  <a:pt x="2036317" y="642514"/>
                  <a:pt x="2035244" y="644730"/>
                </a:cubicBezTo>
                <a:cubicBezTo>
                  <a:pt x="2032399" y="650763"/>
                  <a:pt x="2027469" y="656137"/>
                  <a:pt x="2031373" y="663758"/>
                </a:cubicBezTo>
                <a:cubicBezTo>
                  <a:pt x="2032563" y="666171"/>
                  <a:pt x="2033366" y="673027"/>
                  <a:pt x="2036702" y="672471"/>
                </a:cubicBezTo>
                <a:cubicBezTo>
                  <a:pt x="2037814" y="672286"/>
                  <a:pt x="2039206" y="671278"/>
                  <a:pt x="2040989" y="669007"/>
                </a:cubicBezTo>
                <a:lnTo>
                  <a:pt x="2043509" y="667781"/>
                </a:lnTo>
                <a:lnTo>
                  <a:pt x="2045314" y="674752"/>
                </a:lnTo>
                <a:cubicBezTo>
                  <a:pt x="2047384" y="682973"/>
                  <a:pt x="2049365" y="691170"/>
                  <a:pt x="2050827" y="696895"/>
                </a:cubicBezTo>
                <a:lnTo>
                  <a:pt x="2051150" y="698083"/>
                </a:lnTo>
                <a:lnTo>
                  <a:pt x="2050479" y="708103"/>
                </a:lnTo>
                <a:cubicBezTo>
                  <a:pt x="2047138" y="735607"/>
                  <a:pt x="2037413" y="766704"/>
                  <a:pt x="2021667" y="768748"/>
                </a:cubicBezTo>
                <a:cubicBezTo>
                  <a:pt x="2038322" y="801742"/>
                  <a:pt x="2038322" y="801742"/>
                  <a:pt x="2001026" y="807600"/>
                </a:cubicBezTo>
                <a:cubicBezTo>
                  <a:pt x="2018815" y="828322"/>
                  <a:pt x="2019630" y="833746"/>
                  <a:pt x="2003043" y="841573"/>
                </a:cubicBezTo>
                <a:cubicBezTo>
                  <a:pt x="1987078" y="849136"/>
                  <a:pt x="1968540" y="852062"/>
                  <a:pt x="1954455" y="863318"/>
                </a:cubicBezTo>
                <a:cubicBezTo>
                  <a:pt x="1973021" y="889948"/>
                  <a:pt x="1981793" y="921149"/>
                  <a:pt x="2013756" y="933398"/>
                </a:cubicBezTo>
                <a:cubicBezTo>
                  <a:pt x="2018784" y="935289"/>
                  <a:pt x="2023200" y="943377"/>
                  <a:pt x="2020814" y="948060"/>
                </a:cubicBezTo>
                <a:cubicBezTo>
                  <a:pt x="2012501" y="965421"/>
                  <a:pt x="2032981" y="997439"/>
                  <a:pt x="1999694" y="1002071"/>
                </a:cubicBezTo>
                <a:cubicBezTo>
                  <a:pt x="1995595" y="1002694"/>
                  <a:pt x="1992260" y="1006198"/>
                  <a:pt x="1996260" y="1010788"/>
                </a:cubicBezTo>
                <a:cubicBezTo>
                  <a:pt x="2009977" y="1026437"/>
                  <a:pt x="1996091" y="1025815"/>
                  <a:pt x="1988056" y="1028144"/>
                </a:cubicBezTo>
                <a:cubicBezTo>
                  <a:pt x="1978318" y="1030895"/>
                  <a:pt x="1965850" y="1024289"/>
                  <a:pt x="1957824" y="1033281"/>
                </a:cubicBezTo>
                <a:cubicBezTo>
                  <a:pt x="1961396" y="1042367"/>
                  <a:pt x="1969502" y="1041973"/>
                  <a:pt x="1975645" y="1044674"/>
                </a:cubicBezTo>
                <a:cubicBezTo>
                  <a:pt x="1993618" y="1052670"/>
                  <a:pt x="2008752" y="1062335"/>
                  <a:pt x="2012817" y="1084246"/>
                </a:cubicBezTo>
                <a:cubicBezTo>
                  <a:pt x="2016139" y="1101942"/>
                  <a:pt x="2020251" y="1117551"/>
                  <a:pt x="1998013" y="1123751"/>
                </a:cubicBezTo>
                <a:cubicBezTo>
                  <a:pt x="1994517" y="1124716"/>
                  <a:pt x="1992995" y="1127069"/>
                  <a:pt x="1992789" y="1130104"/>
                </a:cubicBezTo>
                <a:cubicBezTo>
                  <a:pt x="1995858" y="1132908"/>
                  <a:pt x="1998836" y="1135836"/>
                  <a:pt x="2002236" y="1137903"/>
                </a:cubicBezTo>
                <a:cubicBezTo>
                  <a:pt x="2013624" y="1144667"/>
                  <a:pt x="2018713" y="1155034"/>
                  <a:pt x="2023435" y="1165899"/>
                </a:cubicBezTo>
                <a:cubicBezTo>
                  <a:pt x="2026462" y="1172823"/>
                  <a:pt x="2029801" y="1179615"/>
                  <a:pt x="2035208" y="1185490"/>
                </a:cubicBezTo>
                <a:cubicBezTo>
                  <a:pt x="2038513" y="1189134"/>
                  <a:pt x="2042333" y="1191791"/>
                  <a:pt x="2046850" y="1193215"/>
                </a:cubicBezTo>
                <a:cubicBezTo>
                  <a:pt x="2050800" y="1194535"/>
                  <a:pt x="2052188" y="1196426"/>
                  <a:pt x="2050187" y="1200006"/>
                </a:cubicBezTo>
                <a:cubicBezTo>
                  <a:pt x="2044556" y="1210251"/>
                  <a:pt x="2043350" y="1221315"/>
                  <a:pt x="2049991" y="1233932"/>
                </a:cubicBezTo>
                <a:cubicBezTo>
                  <a:pt x="2051998" y="1237741"/>
                  <a:pt x="2051516" y="1241149"/>
                  <a:pt x="2048331" y="1242710"/>
                </a:cubicBezTo>
                <a:cubicBezTo>
                  <a:pt x="2035094" y="1249334"/>
                  <a:pt x="2033719" y="1263674"/>
                  <a:pt x="2029492" y="1275930"/>
                </a:cubicBezTo>
                <a:cubicBezTo>
                  <a:pt x="2023502" y="1293333"/>
                  <a:pt x="2018334" y="1311072"/>
                  <a:pt x="2015196" y="1329833"/>
                </a:cubicBezTo>
                <a:cubicBezTo>
                  <a:pt x="2013350" y="1341039"/>
                  <a:pt x="2011596" y="1352122"/>
                  <a:pt x="2015859" y="1364335"/>
                </a:cubicBezTo>
                <a:cubicBezTo>
                  <a:pt x="2016860" y="1367329"/>
                  <a:pt x="2016253" y="1369894"/>
                  <a:pt x="2015170" y="1372232"/>
                </a:cubicBezTo>
                <a:cubicBezTo>
                  <a:pt x="2010635" y="1382439"/>
                  <a:pt x="2012999" y="1393019"/>
                  <a:pt x="2019257" y="1403832"/>
                </a:cubicBezTo>
                <a:cubicBezTo>
                  <a:pt x="2023108" y="1410365"/>
                  <a:pt x="2022905" y="1411220"/>
                  <a:pt x="2015624" y="1411223"/>
                </a:cubicBezTo>
                <a:cubicBezTo>
                  <a:pt x="2000860" y="1411357"/>
                  <a:pt x="1986168" y="1411245"/>
                  <a:pt x="1971985" y="1413782"/>
                </a:cubicBezTo>
                <a:cubicBezTo>
                  <a:pt x="1956082" y="1416619"/>
                  <a:pt x="1951610" y="1422099"/>
                  <a:pt x="1966206" y="1436993"/>
                </a:cubicBezTo>
                <a:cubicBezTo>
                  <a:pt x="1969330" y="1440158"/>
                  <a:pt x="1972178" y="1443697"/>
                  <a:pt x="1974002" y="1447754"/>
                </a:cubicBezTo>
                <a:cubicBezTo>
                  <a:pt x="1975370" y="1450979"/>
                  <a:pt x="1974945" y="1453294"/>
                  <a:pt x="1972546" y="1454950"/>
                </a:cubicBezTo>
                <a:cubicBezTo>
                  <a:pt x="1969762" y="1456982"/>
                  <a:pt x="1967717" y="1454386"/>
                  <a:pt x="1965671" y="1452516"/>
                </a:cubicBezTo>
                <a:cubicBezTo>
                  <a:pt x="1954562" y="1442472"/>
                  <a:pt x="1941527" y="1435764"/>
                  <a:pt x="1928933" y="1428314"/>
                </a:cubicBezTo>
                <a:cubicBezTo>
                  <a:pt x="1910873" y="1417535"/>
                  <a:pt x="1892134" y="1408112"/>
                  <a:pt x="1875468" y="1394863"/>
                </a:cubicBezTo>
                <a:cubicBezTo>
                  <a:pt x="1871210" y="1391493"/>
                  <a:pt x="1865571" y="1394348"/>
                  <a:pt x="1866020" y="1400268"/>
                </a:cubicBezTo>
                <a:cubicBezTo>
                  <a:pt x="1866468" y="1406189"/>
                  <a:pt x="1863504" y="1406289"/>
                  <a:pt x="1858896" y="1404990"/>
                </a:cubicBezTo>
                <a:cubicBezTo>
                  <a:pt x="1853372" y="1403481"/>
                  <a:pt x="1847849" y="1401970"/>
                  <a:pt x="1842400" y="1400216"/>
                </a:cubicBezTo>
                <a:cubicBezTo>
                  <a:pt x="1836713" y="1398348"/>
                  <a:pt x="1833646" y="1394090"/>
                  <a:pt x="1832282" y="1388684"/>
                </a:cubicBezTo>
                <a:cubicBezTo>
                  <a:pt x="1832018" y="1387664"/>
                  <a:pt x="1831818" y="1386520"/>
                  <a:pt x="1831925" y="1385578"/>
                </a:cubicBezTo>
                <a:lnTo>
                  <a:pt x="1832843" y="1384401"/>
                </a:lnTo>
                <a:lnTo>
                  <a:pt x="1834049" y="1383903"/>
                </a:lnTo>
                <a:cubicBezTo>
                  <a:pt x="1835301" y="1383359"/>
                  <a:pt x="1835377" y="1383220"/>
                  <a:pt x="1833405" y="1383680"/>
                </a:cubicBezTo>
                <a:lnTo>
                  <a:pt x="1832843" y="1384401"/>
                </a:lnTo>
                <a:lnTo>
                  <a:pt x="1827631" y="1386555"/>
                </a:lnTo>
                <a:cubicBezTo>
                  <a:pt x="1822159" y="1388874"/>
                  <a:pt x="1815463" y="1392037"/>
                  <a:pt x="1814508" y="1394492"/>
                </a:cubicBezTo>
                <a:cubicBezTo>
                  <a:pt x="1814434" y="1394737"/>
                  <a:pt x="1746947" y="1379564"/>
                  <a:pt x="1725537" y="1369261"/>
                </a:cubicBezTo>
                <a:cubicBezTo>
                  <a:pt x="1712210" y="1362805"/>
                  <a:pt x="1453259" y="1262256"/>
                  <a:pt x="1121393" y="1300561"/>
                </a:cubicBezTo>
                <a:cubicBezTo>
                  <a:pt x="1109682" y="1301924"/>
                  <a:pt x="1098576" y="1302904"/>
                  <a:pt x="1087231" y="1303770"/>
                </a:cubicBezTo>
                <a:cubicBezTo>
                  <a:pt x="986978" y="1312112"/>
                  <a:pt x="888210" y="1317859"/>
                  <a:pt x="847271" y="1325173"/>
                </a:cubicBezTo>
                <a:cubicBezTo>
                  <a:pt x="815265" y="1330975"/>
                  <a:pt x="653940" y="1376380"/>
                  <a:pt x="609922" y="1411659"/>
                </a:cubicBezTo>
                <a:cubicBezTo>
                  <a:pt x="564936" y="1447819"/>
                  <a:pt x="523345" y="1487498"/>
                  <a:pt x="481993" y="1527291"/>
                </a:cubicBezTo>
                <a:cubicBezTo>
                  <a:pt x="464056" y="1544491"/>
                  <a:pt x="444585" y="1560288"/>
                  <a:pt x="428986" y="1579832"/>
                </a:cubicBezTo>
                <a:cubicBezTo>
                  <a:pt x="413406" y="1599495"/>
                  <a:pt x="398812" y="1619854"/>
                  <a:pt x="381477" y="1638123"/>
                </a:cubicBezTo>
                <a:cubicBezTo>
                  <a:pt x="376530" y="1643377"/>
                  <a:pt x="371636" y="1648993"/>
                  <a:pt x="363420" y="1650118"/>
                </a:cubicBezTo>
                <a:cubicBezTo>
                  <a:pt x="361590" y="1650422"/>
                  <a:pt x="359596" y="1650368"/>
                  <a:pt x="357693" y="1650190"/>
                </a:cubicBezTo>
                <a:cubicBezTo>
                  <a:pt x="355571" y="1650019"/>
                  <a:pt x="353744" y="1648869"/>
                  <a:pt x="352667" y="1646846"/>
                </a:cubicBezTo>
                <a:cubicBezTo>
                  <a:pt x="351554" y="1644581"/>
                  <a:pt x="352673" y="1643211"/>
                  <a:pt x="354028" y="1641955"/>
                </a:cubicBezTo>
                <a:cubicBezTo>
                  <a:pt x="354999" y="1641074"/>
                  <a:pt x="355898" y="1639711"/>
                  <a:pt x="357289" y="1639422"/>
                </a:cubicBezTo>
                <a:cubicBezTo>
                  <a:pt x="366183" y="1637669"/>
                  <a:pt x="368481" y="1630202"/>
                  <a:pt x="371784" y="1623550"/>
                </a:cubicBezTo>
                <a:cubicBezTo>
                  <a:pt x="373233" y="1620714"/>
                  <a:pt x="374884" y="1618479"/>
                  <a:pt x="370883" y="1614616"/>
                </a:cubicBezTo>
                <a:cubicBezTo>
                  <a:pt x="367394" y="1611220"/>
                  <a:pt x="370195" y="1609309"/>
                  <a:pt x="373124" y="1608241"/>
                </a:cubicBezTo>
                <a:cubicBezTo>
                  <a:pt x="377206" y="1606771"/>
                  <a:pt x="382292" y="1606842"/>
                  <a:pt x="386470" y="1602340"/>
                </a:cubicBezTo>
                <a:cubicBezTo>
                  <a:pt x="368302" y="1602589"/>
                  <a:pt x="362339" y="1614298"/>
                  <a:pt x="355700" y="1625181"/>
                </a:cubicBezTo>
                <a:cubicBezTo>
                  <a:pt x="353206" y="1629142"/>
                  <a:pt x="351808" y="1633792"/>
                  <a:pt x="349826" y="1638219"/>
                </a:cubicBezTo>
                <a:cubicBezTo>
                  <a:pt x="347329" y="1643634"/>
                  <a:pt x="343524" y="1644004"/>
                  <a:pt x="337986" y="1639466"/>
                </a:cubicBezTo>
                <a:cubicBezTo>
                  <a:pt x="333071" y="1635392"/>
                  <a:pt x="331040" y="1635823"/>
                  <a:pt x="330482" y="1641657"/>
                </a:cubicBezTo>
                <a:cubicBezTo>
                  <a:pt x="329646" y="1650770"/>
                  <a:pt x="325555" y="1657329"/>
                  <a:pt x="317482" y="1660871"/>
                </a:cubicBezTo>
                <a:cubicBezTo>
                  <a:pt x="316602" y="1661264"/>
                  <a:pt x="315646" y="1661871"/>
                  <a:pt x="314646" y="1662102"/>
                </a:cubicBezTo>
                <a:cubicBezTo>
                  <a:pt x="313647" y="1662332"/>
                  <a:pt x="312605" y="1662186"/>
                  <a:pt x="311554" y="1661070"/>
                </a:cubicBezTo>
                <a:cubicBezTo>
                  <a:pt x="309728" y="1659193"/>
                  <a:pt x="310700" y="1656859"/>
                  <a:pt x="311545" y="1655134"/>
                </a:cubicBezTo>
                <a:cubicBezTo>
                  <a:pt x="313068" y="1652055"/>
                  <a:pt x="314390" y="1649104"/>
                  <a:pt x="314614" y="1645462"/>
                </a:cubicBezTo>
                <a:cubicBezTo>
                  <a:pt x="314801" y="1643033"/>
                  <a:pt x="314952" y="1640362"/>
                  <a:pt x="313142" y="1638607"/>
                </a:cubicBezTo>
                <a:cubicBezTo>
                  <a:pt x="305616" y="1631107"/>
                  <a:pt x="309683" y="1627336"/>
                  <a:pt x="314556" y="1623053"/>
                </a:cubicBezTo>
                <a:cubicBezTo>
                  <a:pt x="321298" y="1617253"/>
                  <a:pt x="323030" y="1608959"/>
                  <a:pt x="319806" y="1599255"/>
                </a:cubicBezTo>
                <a:cubicBezTo>
                  <a:pt x="318549" y="1595299"/>
                  <a:pt x="318626" y="1592874"/>
                  <a:pt x="323146" y="1592843"/>
                </a:cubicBezTo>
                <a:cubicBezTo>
                  <a:pt x="324902" y="1592784"/>
                  <a:pt x="325142" y="1591443"/>
                  <a:pt x="325583" y="1589975"/>
                </a:cubicBezTo>
                <a:cubicBezTo>
                  <a:pt x="334507" y="1555393"/>
                  <a:pt x="350324" y="1524818"/>
                  <a:pt x="370015" y="1496536"/>
                </a:cubicBezTo>
                <a:cubicBezTo>
                  <a:pt x="385986" y="1473588"/>
                  <a:pt x="404257" y="1452743"/>
                  <a:pt x="423387" y="1432474"/>
                </a:cubicBezTo>
                <a:cubicBezTo>
                  <a:pt x="423956" y="1431850"/>
                  <a:pt x="424506" y="1431105"/>
                  <a:pt x="424653" y="1429888"/>
                </a:cubicBezTo>
                <a:cubicBezTo>
                  <a:pt x="414588" y="1432649"/>
                  <a:pt x="406328" y="1437894"/>
                  <a:pt x="398488" y="1443730"/>
                </a:cubicBezTo>
                <a:cubicBezTo>
                  <a:pt x="377645" y="1459210"/>
                  <a:pt x="361077" y="1478908"/>
                  <a:pt x="344235" y="1498251"/>
                </a:cubicBezTo>
                <a:cubicBezTo>
                  <a:pt x="333989" y="1510104"/>
                  <a:pt x="323362" y="1521607"/>
                  <a:pt x="311709" y="1532174"/>
                </a:cubicBezTo>
                <a:cubicBezTo>
                  <a:pt x="309768" y="1533936"/>
                  <a:pt x="308556" y="1536157"/>
                  <a:pt x="307346" y="1538378"/>
                </a:cubicBezTo>
                <a:cubicBezTo>
                  <a:pt x="306649" y="1539613"/>
                  <a:pt x="305714" y="1540735"/>
                  <a:pt x="303885" y="1540312"/>
                </a:cubicBezTo>
                <a:cubicBezTo>
                  <a:pt x="301599" y="1539783"/>
                  <a:pt x="301108" y="1537982"/>
                  <a:pt x="300616" y="1536182"/>
                </a:cubicBezTo>
                <a:cubicBezTo>
                  <a:pt x="299089" y="1530419"/>
                  <a:pt x="299737" y="1525188"/>
                  <a:pt x="301738" y="1520154"/>
                </a:cubicBezTo>
                <a:cubicBezTo>
                  <a:pt x="306972" y="1507258"/>
                  <a:pt x="316043" y="1497141"/>
                  <a:pt x="325516" y="1487494"/>
                </a:cubicBezTo>
                <a:cubicBezTo>
                  <a:pt x="337773" y="1475089"/>
                  <a:pt x="349521" y="1462217"/>
                  <a:pt x="359878" y="1448180"/>
                </a:cubicBezTo>
                <a:cubicBezTo>
                  <a:pt x="360612" y="1447186"/>
                  <a:pt x="362168" y="1446527"/>
                  <a:pt x="361202" y="1443774"/>
                </a:cubicBezTo>
                <a:cubicBezTo>
                  <a:pt x="354369" y="1450424"/>
                  <a:pt x="347955" y="1456939"/>
                  <a:pt x="341396" y="1463217"/>
                </a:cubicBezTo>
                <a:cubicBezTo>
                  <a:pt x="334947" y="1469491"/>
                  <a:pt x="328387" y="1475769"/>
                  <a:pt x="321920" y="1481922"/>
                </a:cubicBezTo>
                <a:cubicBezTo>
                  <a:pt x="320381" y="1483428"/>
                  <a:pt x="318823" y="1485539"/>
                  <a:pt x="316026" y="1483817"/>
                </a:cubicBezTo>
                <a:cubicBezTo>
                  <a:pt x="313120" y="1482098"/>
                  <a:pt x="312995" y="1479073"/>
                  <a:pt x="313293" y="1476640"/>
                </a:cubicBezTo>
                <a:cubicBezTo>
                  <a:pt x="314309" y="1469459"/>
                  <a:pt x="316990" y="1463070"/>
                  <a:pt x="320987" y="1457363"/>
                </a:cubicBezTo>
                <a:cubicBezTo>
                  <a:pt x="334700" y="1438488"/>
                  <a:pt x="351319" y="1422060"/>
                  <a:pt x="366421" y="1404350"/>
                </a:cubicBezTo>
                <a:cubicBezTo>
                  <a:pt x="374576" y="1394748"/>
                  <a:pt x="381873" y="1384569"/>
                  <a:pt x="388676" y="1374043"/>
                </a:cubicBezTo>
                <a:cubicBezTo>
                  <a:pt x="390198" y="1371690"/>
                  <a:pt x="389762" y="1369525"/>
                  <a:pt x="388815" y="1366891"/>
                </a:cubicBezTo>
                <a:cubicBezTo>
                  <a:pt x="385008" y="1356238"/>
                  <a:pt x="387867" y="1352507"/>
                  <a:pt x="399152" y="1354187"/>
                </a:cubicBezTo>
                <a:cubicBezTo>
                  <a:pt x="402646" y="1354676"/>
                  <a:pt x="404861" y="1353995"/>
                  <a:pt x="406566" y="1351394"/>
                </a:cubicBezTo>
                <a:cubicBezTo>
                  <a:pt x="427105" y="1319207"/>
                  <a:pt x="452997" y="1291806"/>
                  <a:pt x="482069" y="1267205"/>
                </a:cubicBezTo>
                <a:cubicBezTo>
                  <a:pt x="493922" y="1257237"/>
                  <a:pt x="506286" y="1247735"/>
                  <a:pt x="518959" y="1238829"/>
                </a:cubicBezTo>
                <a:cubicBezTo>
                  <a:pt x="518868" y="1238227"/>
                  <a:pt x="518760" y="1237504"/>
                  <a:pt x="518669" y="1236900"/>
                </a:cubicBezTo>
                <a:cubicBezTo>
                  <a:pt x="518432" y="1236061"/>
                  <a:pt x="518250" y="1235582"/>
                  <a:pt x="518032" y="1234863"/>
                </a:cubicBezTo>
                <a:cubicBezTo>
                  <a:pt x="500338" y="1248541"/>
                  <a:pt x="482918" y="1262574"/>
                  <a:pt x="466046" y="1277315"/>
                </a:cubicBezTo>
                <a:cubicBezTo>
                  <a:pt x="420302" y="1317256"/>
                  <a:pt x="377281" y="1359890"/>
                  <a:pt x="333346" y="1401587"/>
                </a:cubicBezTo>
                <a:cubicBezTo>
                  <a:pt x="318580" y="1415651"/>
                  <a:pt x="307887" y="1433334"/>
                  <a:pt x="295020" y="1449030"/>
                </a:cubicBezTo>
                <a:cubicBezTo>
                  <a:pt x="286442" y="1459495"/>
                  <a:pt x="278375" y="1470426"/>
                  <a:pt x="267879" y="1479137"/>
                </a:cubicBezTo>
                <a:cubicBezTo>
                  <a:pt x="263556" y="1482676"/>
                  <a:pt x="258960" y="1485859"/>
                  <a:pt x="252355" y="1485233"/>
                </a:cubicBezTo>
                <a:cubicBezTo>
                  <a:pt x="249776" y="1484957"/>
                  <a:pt x="246813" y="1484329"/>
                  <a:pt x="245464" y="1481225"/>
                </a:cubicBezTo>
                <a:cubicBezTo>
                  <a:pt x="244224" y="1478118"/>
                  <a:pt x="246312" y="1476593"/>
                  <a:pt x="248199" y="1475198"/>
                </a:cubicBezTo>
                <a:cubicBezTo>
                  <a:pt x="248694" y="1474817"/>
                  <a:pt x="249170" y="1474317"/>
                  <a:pt x="249719" y="1474298"/>
                </a:cubicBezTo>
                <a:cubicBezTo>
                  <a:pt x="260039" y="1473224"/>
                  <a:pt x="261077" y="1463982"/>
                  <a:pt x="265022" y="1457187"/>
                </a:cubicBezTo>
                <a:cubicBezTo>
                  <a:pt x="266250" y="1455086"/>
                  <a:pt x="266052" y="1453033"/>
                  <a:pt x="264042" y="1450679"/>
                </a:cubicBezTo>
                <a:cubicBezTo>
                  <a:pt x="260427" y="1446440"/>
                  <a:pt x="262222" y="1444441"/>
                  <a:pt x="265994" y="1443103"/>
                </a:cubicBezTo>
                <a:cubicBezTo>
                  <a:pt x="269764" y="1441764"/>
                  <a:pt x="273991" y="1441259"/>
                  <a:pt x="277856" y="1438342"/>
                </a:cubicBezTo>
                <a:cubicBezTo>
                  <a:pt x="270706" y="1436282"/>
                  <a:pt x="266347" y="1438850"/>
                  <a:pt x="262409" y="1442012"/>
                </a:cubicBezTo>
                <a:cubicBezTo>
                  <a:pt x="253526" y="1448973"/>
                  <a:pt x="248626" y="1458951"/>
                  <a:pt x="244092" y="1469157"/>
                </a:cubicBezTo>
                <a:cubicBezTo>
                  <a:pt x="243174" y="1471127"/>
                  <a:pt x="242512" y="1473329"/>
                  <a:pt x="241101" y="1474951"/>
                </a:cubicBezTo>
                <a:cubicBezTo>
                  <a:pt x="238498" y="1478189"/>
                  <a:pt x="235259" y="1478661"/>
                  <a:pt x="230946" y="1474930"/>
                </a:cubicBezTo>
                <a:cubicBezTo>
                  <a:pt x="225246" y="1470034"/>
                  <a:pt x="223544" y="1470455"/>
                  <a:pt x="222875" y="1477019"/>
                </a:cubicBezTo>
                <a:cubicBezTo>
                  <a:pt x="222002" y="1485891"/>
                  <a:pt x="217986" y="1492204"/>
                  <a:pt x="210022" y="1495743"/>
                </a:cubicBezTo>
                <a:cubicBezTo>
                  <a:pt x="208375" y="1496526"/>
                  <a:pt x="206653" y="1497553"/>
                  <a:pt x="204551" y="1496049"/>
                </a:cubicBezTo>
                <a:cubicBezTo>
                  <a:pt x="202304" y="1494307"/>
                  <a:pt x="203349" y="1492455"/>
                  <a:pt x="203865" y="1490741"/>
                </a:cubicBezTo>
                <a:cubicBezTo>
                  <a:pt x="204563" y="1488052"/>
                  <a:pt x="205482" y="1485357"/>
                  <a:pt x="206053" y="1482552"/>
                </a:cubicBezTo>
                <a:cubicBezTo>
                  <a:pt x="207140" y="1478033"/>
                  <a:pt x="206762" y="1473321"/>
                  <a:pt x="202817" y="1469093"/>
                </a:cubicBezTo>
                <a:cubicBezTo>
                  <a:pt x="199930" y="1466041"/>
                  <a:pt x="199842" y="1463985"/>
                  <a:pt x="202700" y="1461708"/>
                </a:cubicBezTo>
                <a:cubicBezTo>
                  <a:pt x="211895" y="1454615"/>
                  <a:pt x="217050" y="1445598"/>
                  <a:pt x="211471" y="1431976"/>
                </a:cubicBezTo>
                <a:cubicBezTo>
                  <a:pt x="210632" y="1430066"/>
                  <a:pt x="211001" y="1428115"/>
                  <a:pt x="213105" y="1428166"/>
                </a:cubicBezTo>
                <a:cubicBezTo>
                  <a:pt x="217770" y="1428372"/>
                  <a:pt x="218067" y="1425213"/>
                  <a:pt x="218896" y="1421914"/>
                </a:cubicBezTo>
                <a:cubicBezTo>
                  <a:pt x="227047" y="1390265"/>
                  <a:pt x="241506" y="1362401"/>
                  <a:pt x="259072" y="1336129"/>
                </a:cubicBezTo>
                <a:cubicBezTo>
                  <a:pt x="276455" y="1310105"/>
                  <a:pt x="296872" y="1286644"/>
                  <a:pt x="318969" y="1264095"/>
                </a:cubicBezTo>
                <a:cubicBezTo>
                  <a:pt x="311942" y="1265059"/>
                  <a:pt x="303391" y="1269828"/>
                  <a:pt x="295279" y="1275310"/>
                </a:cubicBezTo>
                <a:cubicBezTo>
                  <a:pt x="273869" y="1289962"/>
                  <a:pt x="257374" y="1309414"/>
                  <a:pt x="240496" y="1328516"/>
                </a:cubicBezTo>
                <a:cubicBezTo>
                  <a:pt x="228711" y="1341875"/>
                  <a:pt x="217311" y="1355584"/>
                  <a:pt x="203608" y="1367190"/>
                </a:cubicBezTo>
                <a:cubicBezTo>
                  <a:pt x="202034" y="1368454"/>
                  <a:pt x="201062" y="1370061"/>
                  <a:pt x="200363" y="1372023"/>
                </a:cubicBezTo>
                <a:cubicBezTo>
                  <a:pt x="199739" y="1373740"/>
                  <a:pt x="198657" y="1375352"/>
                  <a:pt x="196243" y="1374706"/>
                </a:cubicBezTo>
                <a:cubicBezTo>
                  <a:pt x="193811" y="1373940"/>
                  <a:pt x="193265" y="1371778"/>
                  <a:pt x="192975" y="1369850"/>
                </a:cubicBezTo>
                <a:cubicBezTo>
                  <a:pt x="192218" y="1362606"/>
                  <a:pt x="193106" y="1356035"/>
                  <a:pt x="196298" y="1350114"/>
                </a:cubicBezTo>
                <a:cubicBezTo>
                  <a:pt x="202463" y="1338277"/>
                  <a:pt x="211643" y="1328882"/>
                  <a:pt x="220823" y="1319488"/>
                </a:cubicBezTo>
                <a:cubicBezTo>
                  <a:pt x="233558" y="1306582"/>
                  <a:pt x="245032" y="1292629"/>
                  <a:pt x="254952" y="1277152"/>
                </a:cubicBezTo>
                <a:cubicBezTo>
                  <a:pt x="247275" y="1284800"/>
                  <a:pt x="239616" y="1292569"/>
                  <a:pt x="231829" y="1300220"/>
                </a:cubicBezTo>
                <a:cubicBezTo>
                  <a:pt x="225966" y="1305990"/>
                  <a:pt x="219847" y="1311525"/>
                  <a:pt x="213856" y="1317178"/>
                </a:cubicBezTo>
                <a:cubicBezTo>
                  <a:pt x="212408" y="1318560"/>
                  <a:pt x="210869" y="1320065"/>
                  <a:pt x="208292" y="1318335"/>
                </a:cubicBezTo>
                <a:cubicBezTo>
                  <a:pt x="205971" y="1316838"/>
                  <a:pt x="205956" y="1314537"/>
                  <a:pt x="206069" y="1312353"/>
                </a:cubicBezTo>
                <a:cubicBezTo>
                  <a:pt x="206429" y="1303739"/>
                  <a:pt x="210008" y="1296714"/>
                  <a:pt x="214792" y="1290375"/>
                </a:cubicBezTo>
                <a:cubicBezTo>
                  <a:pt x="220603" y="1282791"/>
                  <a:pt x="226798" y="1275556"/>
                  <a:pt x="233212" y="1268314"/>
                </a:cubicBezTo>
                <a:cubicBezTo>
                  <a:pt x="225488" y="1270512"/>
                  <a:pt x="217764" y="1272711"/>
                  <a:pt x="209985" y="1274547"/>
                </a:cubicBezTo>
                <a:cubicBezTo>
                  <a:pt x="211507" y="1260444"/>
                  <a:pt x="219543" y="1257387"/>
                  <a:pt x="226792" y="1254963"/>
                </a:cubicBezTo>
                <a:cubicBezTo>
                  <a:pt x="236584" y="1251847"/>
                  <a:pt x="245829" y="1248023"/>
                  <a:pt x="254893" y="1243720"/>
                </a:cubicBezTo>
                <a:cubicBezTo>
                  <a:pt x="258356" y="1239606"/>
                  <a:pt x="261838" y="1235612"/>
                  <a:pt x="265174" y="1231381"/>
                </a:cubicBezTo>
                <a:cubicBezTo>
                  <a:pt x="268603" y="1227026"/>
                  <a:pt x="271810" y="1222678"/>
                  <a:pt x="274983" y="1218089"/>
                </a:cubicBezTo>
                <a:cubicBezTo>
                  <a:pt x="277238" y="1214743"/>
                  <a:pt x="280114" y="1211861"/>
                  <a:pt x="276097" y="1206423"/>
                </a:cubicBezTo>
                <a:cubicBezTo>
                  <a:pt x="274290" y="1203940"/>
                  <a:pt x="281556" y="1189886"/>
                  <a:pt x="284393" y="1188942"/>
                </a:cubicBezTo>
                <a:cubicBezTo>
                  <a:pt x="284814" y="1188807"/>
                  <a:pt x="285235" y="1188671"/>
                  <a:pt x="285564" y="1188660"/>
                </a:cubicBezTo>
                <a:cubicBezTo>
                  <a:pt x="292004" y="1188929"/>
                  <a:pt x="292815" y="1184782"/>
                  <a:pt x="292146" y="1179596"/>
                </a:cubicBezTo>
                <a:cubicBezTo>
                  <a:pt x="291495" y="1174530"/>
                  <a:pt x="289455" y="1168299"/>
                  <a:pt x="298508" y="1170539"/>
                </a:cubicBezTo>
                <a:cubicBezTo>
                  <a:pt x="299532" y="1170747"/>
                  <a:pt x="299644" y="1170016"/>
                  <a:pt x="299955" y="1169157"/>
                </a:cubicBezTo>
                <a:cubicBezTo>
                  <a:pt x="306154" y="1147265"/>
                  <a:pt x="319572" y="1130097"/>
                  <a:pt x="332770" y="1112935"/>
                </a:cubicBezTo>
                <a:cubicBezTo>
                  <a:pt x="333521" y="1112062"/>
                  <a:pt x="334273" y="1111189"/>
                  <a:pt x="335024" y="1110316"/>
                </a:cubicBezTo>
                <a:cubicBezTo>
                  <a:pt x="319191" y="1115089"/>
                  <a:pt x="265666" y="1122341"/>
                  <a:pt x="249476" y="1121069"/>
                </a:cubicBezTo>
                <a:cubicBezTo>
                  <a:pt x="235080" y="1119979"/>
                  <a:pt x="159000" y="1148948"/>
                  <a:pt x="144761" y="1165054"/>
                </a:cubicBezTo>
                <a:cubicBezTo>
                  <a:pt x="140625" y="1152958"/>
                  <a:pt x="144841" y="1147971"/>
                  <a:pt x="147959" y="1142293"/>
                </a:cubicBezTo>
                <a:cubicBezTo>
                  <a:pt x="152380" y="1134270"/>
                  <a:pt x="152425" y="1128696"/>
                  <a:pt x="140945" y="1122784"/>
                </a:cubicBezTo>
                <a:cubicBezTo>
                  <a:pt x="108074" y="1105962"/>
                  <a:pt x="108313" y="1105348"/>
                  <a:pt x="132995" y="1080169"/>
                </a:cubicBezTo>
                <a:cubicBezTo>
                  <a:pt x="134149" y="1079040"/>
                  <a:pt x="132965" y="1075567"/>
                  <a:pt x="132932" y="1073145"/>
                </a:cubicBezTo>
                <a:cubicBezTo>
                  <a:pt x="125033" y="1069777"/>
                  <a:pt x="117774" y="1079470"/>
                  <a:pt x="107471" y="1069641"/>
                </a:cubicBezTo>
                <a:cubicBezTo>
                  <a:pt x="138659" y="1023892"/>
                  <a:pt x="189934" y="979646"/>
                  <a:pt x="237170" y="944501"/>
                </a:cubicBezTo>
                <a:cubicBezTo>
                  <a:pt x="193257" y="934956"/>
                  <a:pt x="173695" y="974378"/>
                  <a:pt x="141885" y="970482"/>
                </a:cubicBezTo>
                <a:cubicBezTo>
                  <a:pt x="124594" y="958951"/>
                  <a:pt x="167767" y="937873"/>
                  <a:pt x="122894" y="933690"/>
                </a:cubicBezTo>
                <a:cubicBezTo>
                  <a:pt x="140401" y="922440"/>
                  <a:pt x="153005" y="911599"/>
                  <a:pt x="164349" y="898983"/>
                </a:cubicBezTo>
                <a:cubicBezTo>
                  <a:pt x="184453" y="876379"/>
                  <a:pt x="186889" y="861761"/>
                  <a:pt x="171729" y="832835"/>
                </a:cubicBezTo>
                <a:cubicBezTo>
                  <a:pt x="161695" y="813791"/>
                  <a:pt x="148713" y="796420"/>
                  <a:pt x="154363" y="773093"/>
                </a:cubicBezTo>
                <a:cubicBezTo>
                  <a:pt x="158248" y="757093"/>
                  <a:pt x="154275" y="746809"/>
                  <a:pt x="131631" y="754718"/>
                </a:cubicBezTo>
                <a:cubicBezTo>
                  <a:pt x="107194" y="763172"/>
                  <a:pt x="95396" y="749276"/>
                  <a:pt x="97724" y="721457"/>
                </a:cubicBezTo>
                <a:cubicBezTo>
                  <a:pt x="99233" y="703599"/>
                  <a:pt x="94009" y="698202"/>
                  <a:pt x="76752" y="700842"/>
                </a:cubicBezTo>
                <a:cubicBezTo>
                  <a:pt x="57665" y="703786"/>
                  <a:pt x="40962" y="715978"/>
                  <a:pt x="16087" y="711242"/>
                </a:cubicBezTo>
                <a:cubicBezTo>
                  <a:pt x="30443" y="678294"/>
                  <a:pt x="72877" y="686073"/>
                  <a:pt x="90653" y="654584"/>
                </a:cubicBezTo>
                <a:cubicBezTo>
                  <a:pt x="63957" y="655362"/>
                  <a:pt x="43557" y="656170"/>
                  <a:pt x="24812" y="663584"/>
                </a:cubicBezTo>
                <a:cubicBezTo>
                  <a:pt x="16994" y="666634"/>
                  <a:pt x="8410" y="669708"/>
                  <a:pt x="2404" y="660583"/>
                </a:cubicBezTo>
                <a:cubicBezTo>
                  <a:pt x="-4770" y="649559"/>
                  <a:pt x="5794" y="644964"/>
                  <a:pt x="12183" y="642689"/>
                </a:cubicBezTo>
                <a:cubicBezTo>
                  <a:pt x="30212" y="636389"/>
                  <a:pt x="42692" y="622523"/>
                  <a:pt x="56815" y="611508"/>
                </a:cubicBezTo>
                <a:cubicBezTo>
                  <a:pt x="87715" y="587331"/>
                  <a:pt x="122599" y="566896"/>
                  <a:pt x="146002" y="528070"/>
                </a:cubicBezTo>
                <a:cubicBezTo>
                  <a:pt x="110894" y="538943"/>
                  <a:pt x="86947" y="562402"/>
                  <a:pt x="53605" y="568128"/>
                </a:cubicBezTo>
                <a:cubicBezTo>
                  <a:pt x="77936" y="532542"/>
                  <a:pt x="112422" y="508728"/>
                  <a:pt x="144533" y="482331"/>
                </a:cubicBezTo>
                <a:cubicBezTo>
                  <a:pt x="153674" y="474875"/>
                  <a:pt x="163378" y="469703"/>
                  <a:pt x="163364" y="454197"/>
                </a:cubicBezTo>
                <a:cubicBezTo>
                  <a:pt x="163373" y="424156"/>
                  <a:pt x="172924" y="398880"/>
                  <a:pt x="199601" y="384777"/>
                </a:cubicBezTo>
                <a:cubicBezTo>
                  <a:pt x="199803" y="384650"/>
                  <a:pt x="197595" y="380242"/>
                  <a:pt x="196137" y="377142"/>
                </a:cubicBezTo>
                <a:cubicBezTo>
                  <a:pt x="178537" y="376765"/>
                  <a:pt x="167478" y="394944"/>
                  <a:pt x="144214" y="389913"/>
                </a:cubicBezTo>
                <a:cubicBezTo>
                  <a:pt x="161905" y="365211"/>
                  <a:pt x="176556" y="343034"/>
                  <a:pt x="205134" y="330564"/>
                </a:cubicBezTo>
                <a:cubicBezTo>
                  <a:pt x="228018" y="320587"/>
                  <a:pt x="257209" y="314396"/>
                  <a:pt x="270335" y="284275"/>
                </a:cubicBezTo>
                <a:cubicBezTo>
                  <a:pt x="249047" y="279178"/>
                  <a:pt x="234875" y="286923"/>
                  <a:pt x="220394" y="292619"/>
                </a:cubicBezTo>
                <a:cubicBezTo>
                  <a:pt x="198098" y="301365"/>
                  <a:pt x="176403" y="311180"/>
                  <a:pt x="154123" y="320046"/>
                </a:cubicBezTo>
                <a:cubicBezTo>
                  <a:pt x="145684" y="323359"/>
                  <a:pt x="136258" y="325978"/>
                  <a:pt x="128340" y="311465"/>
                </a:cubicBezTo>
                <a:cubicBezTo>
                  <a:pt x="157619" y="307330"/>
                  <a:pt x="172542" y="286962"/>
                  <a:pt x="188414" y="267772"/>
                </a:cubicBezTo>
                <a:cubicBezTo>
                  <a:pt x="197377" y="256931"/>
                  <a:pt x="203838" y="242662"/>
                  <a:pt x="223517" y="247329"/>
                </a:cubicBezTo>
                <a:cubicBezTo>
                  <a:pt x="233924" y="249765"/>
                  <a:pt x="239113" y="241717"/>
                  <a:pt x="236566" y="232111"/>
                </a:cubicBezTo>
                <a:cubicBezTo>
                  <a:pt x="227725" y="198248"/>
                  <a:pt x="249095" y="185536"/>
                  <a:pt x="272158" y="178219"/>
                </a:cubicBezTo>
                <a:cubicBezTo>
                  <a:pt x="315740" y="164274"/>
                  <a:pt x="349248" y="133952"/>
                  <a:pt x="391098" y="116554"/>
                </a:cubicBezTo>
                <a:cubicBezTo>
                  <a:pt x="431811" y="99677"/>
                  <a:pt x="744020" y="17213"/>
                  <a:pt x="824736" y="7349"/>
                </a:cubicBezTo>
                <a:cubicBezTo>
                  <a:pt x="855607" y="3576"/>
                  <a:pt x="886157" y="1334"/>
                  <a:pt x="916305" y="44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3" name="Picture Placeholder 32">
            <a:extLst>
              <a:ext uri="{FF2B5EF4-FFF2-40B4-BE49-F238E27FC236}">
                <a16:creationId xmlns:a16="http://schemas.microsoft.com/office/drawing/2014/main" id="{4A968EB8-8393-4689-A845-BCD355955A9F}"/>
              </a:ext>
            </a:extLst>
          </p:cNvPr>
          <p:cNvSpPr>
            <a:spLocks noGrp="1"/>
          </p:cNvSpPr>
          <p:nvPr>
            <p:ph type="pic" sz="quarter" idx="15"/>
          </p:nvPr>
        </p:nvSpPr>
        <p:spPr>
          <a:xfrm>
            <a:off x="5069387" y="2139888"/>
            <a:ext cx="2053231" cy="1662194"/>
          </a:xfrm>
          <a:custGeom>
            <a:avLst/>
            <a:gdLst>
              <a:gd name="connsiteX0" fmla="*/ 1746 w 2053231"/>
              <a:gd name="connsiteY0" fmla="*/ 969110 h 1662194"/>
              <a:gd name="connsiteX1" fmla="*/ 2599 w 2053231"/>
              <a:gd name="connsiteY1" fmla="*/ 973994 h 1662194"/>
              <a:gd name="connsiteX2" fmla="*/ 5336 w 2053231"/>
              <a:gd name="connsiteY2" fmla="*/ 988563 h 1662194"/>
              <a:gd name="connsiteX3" fmla="*/ 6782 w 2053231"/>
              <a:gd name="connsiteY3" fmla="*/ 995844 h 1662194"/>
              <a:gd name="connsiteX4" fmla="*/ 6161 w 2053231"/>
              <a:gd name="connsiteY4" fmla="*/ 996145 h 1662194"/>
              <a:gd name="connsiteX5" fmla="*/ 1450 w 2053231"/>
              <a:gd name="connsiteY5" fmla="*/ 973537 h 1662194"/>
              <a:gd name="connsiteX6" fmla="*/ 1 w 2053231"/>
              <a:gd name="connsiteY6" fmla="*/ 957986 h 1662194"/>
              <a:gd name="connsiteX7" fmla="*/ 654 w 2053231"/>
              <a:gd name="connsiteY7" fmla="*/ 958871 h 1662194"/>
              <a:gd name="connsiteX8" fmla="*/ 2082 w 2053231"/>
              <a:gd name="connsiteY8" fmla="*/ 964112 h 1662194"/>
              <a:gd name="connsiteX9" fmla="*/ 1746 w 2053231"/>
              <a:gd name="connsiteY9" fmla="*/ 969110 h 1662194"/>
              <a:gd name="connsiteX10" fmla="*/ 711 w 2053231"/>
              <a:gd name="connsiteY10" fmla="*/ 963168 h 1662194"/>
              <a:gd name="connsiteX11" fmla="*/ 1 w 2053231"/>
              <a:gd name="connsiteY11" fmla="*/ 957986 h 1662194"/>
              <a:gd name="connsiteX12" fmla="*/ 1709191 w 2053231"/>
              <a:gd name="connsiteY12" fmla="*/ 427290 h 1662194"/>
              <a:gd name="connsiteX13" fmla="*/ 1697210 w 2053231"/>
              <a:gd name="connsiteY13" fmla="*/ 437869 h 1662194"/>
              <a:gd name="connsiteX14" fmla="*/ 1704733 w 2053231"/>
              <a:gd name="connsiteY14" fmla="*/ 435072 h 1662194"/>
              <a:gd name="connsiteX15" fmla="*/ 1710506 w 2053231"/>
              <a:gd name="connsiteY15" fmla="*/ 428699 h 1662194"/>
              <a:gd name="connsiteX16" fmla="*/ 1709191 w 2053231"/>
              <a:gd name="connsiteY16" fmla="*/ 427290 h 1662194"/>
              <a:gd name="connsiteX17" fmla="*/ 1602977 w 2053231"/>
              <a:gd name="connsiteY17" fmla="*/ 260909 h 1662194"/>
              <a:gd name="connsiteX18" fmla="*/ 1531108 w 2053231"/>
              <a:gd name="connsiteY18" fmla="*/ 324503 h 1662194"/>
              <a:gd name="connsiteX19" fmla="*/ 1532533 w 2053231"/>
              <a:gd name="connsiteY19" fmla="*/ 325909 h 1662194"/>
              <a:gd name="connsiteX20" fmla="*/ 1602977 w 2053231"/>
              <a:gd name="connsiteY20" fmla="*/ 260909 h 1662194"/>
              <a:gd name="connsiteX21" fmla="*/ 1738585 w 2053231"/>
              <a:gd name="connsiteY21" fmla="*/ 93 h 1662194"/>
              <a:gd name="connsiteX22" fmla="*/ 1741678 w 2053231"/>
              <a:gd name="connsiteY22" fmla="*/ 1125 h 1662194"/>
              <a:gd name="connsiteX23" fmla="*/ 1741687 w 2053231"/>
              <a:gd name="connsiteY23" fmla="*/ 7060 h 1662194"/>
              <a:gd name="connsiteX24" fmla="*/ 1738618 w 2053231"/>
              <a:gd name="connsiteY24" fmla="*/ 16733 h 1662194"/>
              <a:gd name="connsiteX25" fmla="*/ 1740090 w 2053231"/>
              <a:gd name="connsiteY25" fmla="*/ 23588 h 1662194"/>
              <a:gd name="connsiteX26" fmla="*/ 1738676 w 2053231"/>
              <a:gd name="connsiteY26" fmla="*/ 39142 h 1662194"/>
              <a:gd name="connsiteX27" fmla="*/ 1733426 w 2053231"/>
              <a:gd name="connsiteY27" fmla="*/ 62940 h 1662194"/>
              <a:gd name="connsiteX28" fmla="*/ 1730086 w 2053231"/>
              <a:gd name="connsiteY28" fmla="*/ 69352 h 1662194"/>
              <a:gd name="connsiteX29" fmla="*/ 1727649 w 2053231"/>
              <a:gd name="connsiteY29" fmla="*/ 72220 h 1662194"/>
              <a:gd name="connsiteX30" fmla="*/ 1683216 w 2053231"/>
              <a:gd name="connsiteY30" fmla="*/ 165659 h 1662194"/>
              <a:gd name="connsiteX31" fmla="*/ 1629845 w 2053231"/>
              <a:gd name="connsiteY31" fmla="*/ 229721 h 1662194"/>
              <a:gd name="connsiteX32" fmla="*/ 1628579 w 2053231"/>
              <a:gd name="connsiteY32" fmla="*/ 232307 h 1662194"/>
              <a:gd name="connsiteX33" fmla="*/ 1654744 w 2053231"/>
              <a:gd name="connsiteY33" fmla="*/ 218464 h 1662194"/>
              <a:gd name="connsiteX34" fmla="*/ 1708997 w 2053231"/>
              <a:gd name="connsiteY34" fmla="*/ 163943 h 1662194"/>
              <a:gd name="connsiteX35" fmla="*/ 1741522 w 2053231"/>
              <a:gd name="connsiteY35" fmla="*/ 130021 h 1662194"/>
              <a:gd name="connsiteX36" fmla="*/ 1745886 w 2053231"/>
              <a:gd name="connsiteY36" fmla="*/ 123817 h 1662194"/>
              <a:gd name="connsiteX37" fmla="*/ 1749347 w 2053231"/>
              <a:gd name="connsiteY37" fmla="*/ 121883 h 1662194"/>
              <a:gd name="connsiteX38" fmla="*/ 1752616 w 2053231"/>
              <a:gd name="connsiteY38" fmla="*/ 126013 h 1662194"/>
              <a:gd name="connsiteX39" fmla="*/ 1751494 w 2053231"/>
              <a:gd name="connsiteY39" fmla="*/ 142041 h 1662194"/>
              <a:gd name="connsiteX40" fmla="*/ 1727716 w 2053231"/>
              <a:gd name="connsiteY40" fmla="*/ 174701 h 1662194"/>
              <a:gd name="connsiteX41" fmla="*/ 1693354 w 2053231"/>
              <a:gd name="connsiteY41" fmla="*/ 214015 h 1662194"/>
              <a:gd name="connsiteX42" fmla="*/ 1692030 w 2053231"/>
              <a:gd name="connsiteY42" fmla="*/ 218421 h 1662194"/>
              <a:gd name="connsiteX43" fmla="*/ 1711836 w 2053231"/>
              <a:gd name="connsiteY43" fmla="*/ 198978 h 1662194"/>
              <a:gd name="connsiteX44" fmla="*/ 1731312 w 2053231"/>
              <a:gd name="connsiteY44" fmla="*/ 180273 h 1662194"/>
              <a:gd name="connsiteX45" fmla="*/ 1737206 w 2053231"/>
              <a:gd name="connsiteY45" fmla="*/ 178378 h 1662194"/>
              <a:gd name="connsiteX46" fmla="*/ 1739939 w 2053231"/>
              <a:gd name="connsiteY46" fmla="*/ 185555 h 1662194"/>
              <a:gd name="connsiteX47" fmla="*/ 1732245 w 2053231"/>
              <a:gd name="connsiteY47" fmla="*/ 204832 h 1662194"/>
              <a:gd name="connsiteX48" fmla="*/ 1686811 w 2053231"/>
              <a:gd name="connsiteY48" fmla="*/ 257845 h 1662194"/>
              <a:gd name="connsiteX49" fmla="*/ 1664555 w 2053231"/>
              <a:gd name="connsiteY49" fmla="*/ 288152 h 1662194"/>
              <a:gd name="connsiteX50" fmla="*/ 1664417 w 2053231"/>
              <a:gd name="connsiteY50" fmla="*/ 295304 h 1662194"/>
              <a:gd name="connsiteX51" fmla="*/ 1654080 w 2053231"/>
              <a:gd name="connsiteY51" fmla="*/ 308008 h 1662194"/>
              <a:gd name="connsiteX52" fmla="*/ 1646665 w 2053231"/>
              <a:gd name="connsiteY52" fmla="*/ 310801 h 1662194"/>
              <a:gd name="connsiteX53" fmla="*/ 1571163 w 2053231"/>
              <a:gd name="connsiteY53" fmla="*/ 394989 h 1662194"/>
              <a:gd name="connsiteX54" fmla="*/ 1534273 w 2053231"/>
              <a:gd name="connsiteY54" fmla="*/ 423366 h 1662194"/>
              <a:gd name="connsiteX55" fmla="*/ 1534563 w 2053231"/>
              <a:gd name="connsiteY55" fmla="*/ 425295 h 1662194"/>
              <a:gd name="connsiteX56" fmla="*/ 1535200 w 2053231"/>
              <a:gd name="connsiteY56" fmla="*/ 427332 h 1662194"/>
              <a:gd name="connsiteX57" fmla="*/ 1587187 w 2053231"/>
              <a:gd name="connsiteY57" fmla="*/ 384880 h 1662194"/>
              <a:gd name="connsiteX58" fmla="*/ 1719886 w 2053231"/>
              <a:gd name="connsiteY58" fmla="*/ 260608 h 1662194"/>
              <a:gd name="connsiteX59" fmla="*/ 1758212 w 2053231"/>
              <a:gd name="connsiteY59" fmla="*/ 213165 h 1662194"/>
              <a:gd name="connsiteX60" fmla="*/ 1785352 w 2053231"/>
              <a:gd name="connsiteY60" fmla="*/ 183058 h 1662194"/>
              <a:gd name="connsiteX61" fmla="*/ 1800877 w 2053231"/>
              <a:gd name="connsiteY61" fmla="*/ 176962 h 1662194"/>
              <a:gd name="connsiteX62" fmla="*/ 1807768 w 2053231"/>
              <a:gd name="connsiteY62" fmla="*/ 180970 h 1662194"/>
              <a:gd name="connsiteX63" fmla="*/ 1805033 w 2053231"/>
              <a:gd name="connsiteY63" fmla="*/ 186998 h 1662194"/>
              <a:gd name="connsiteX64" fmla="*/ 1803513 w 2053231"/>
              <a:gd name="connsiteY64" fmla="*/ 187897 h 1662194"/>
              <a:gd name="connsiteX65" fmla="*/ 1788210 w 2053231"/>
              <a:gd name="connsiteY65" fmla="*/ 205008 h 1662194"/>
              <a:gd name="connsiteX66" fmla="*/ 1789189 w 2053231"/>
              <a:gd name="connsiteY66" fmla="*/ 211516 h 1662194"/>
              <a:gd name="connsiteX67" fmla="*/ 1787238 w 2053231"/>
              <a:gd name="connsiteY67" fmla="*/ 219092 h 1662194"/>
              <a:gd name="connsiteX68" fmla="*/ 1775376 w 2053231"/>
              <a:gd name="connsiteY68" fmla="*/ 223853 h 1662194"/>
              <a:gd name="connsiteX69" fmla="*/ 1790823 w 2053231"/>
              <a:gd name="connsiteY69" fmla="*/ 220183 h 1662194"/>
              <a:gd name="connsiteX70" fmla="*/ 1809140 w 2053231"/>
              <a:gd name="connsiteY70" fmla="*/ 193038 h 1662194"/>
              <a:gd name="connsiteX71" fmla="*/ 1812131 w 2053231"/>
              <a:gd name="connsiteY71" fmla="*/ 187244 h 1662194"/>
              <a:gd name="connsiteX72" fmla="*/ 1822285 w 2053231"/>
              <a:gd name="connsiteY72" fmla="*/ 187265 h 1662194"/>
              <a:gd name="connsiteX73" fmla="*/ 1830357 w 2053231"/>
              <a:gd name="connsiteY73" fmla="*/ 185176 h 1662194"/>
              <a:gd name="connsiteX74" fmla="*/ 1843210 w 2053231"/>
              <a:gd name="connsiteY74" fmla="*/ 166452 h 1662194"/>
              <a:gd name="connsiteX75" fmla="*/ 1848680 w 2053231"/>
              <a:gd name="connsiteY75" fmla="*/ 166146 h 1662194"/>
              <a:gd name="connsiteX76" fmla="*/ 1849367 w 2053231"/>
              <a:gd name="connsiteY76" fmla="*/ 171453 h 1662194"/>
              <a:gd name="connsiteX77" fmla="*/ 1847179 w 2053231"/>
              <a:gd name="connsiteY77" fmla="*/ 179643 h 1662194"/>
              <a:gd name="connsiteX78" fmla="*/ 1850415 w 2053231"/>
              <a:gd name="connsiteY78" fmla="*/ 193102 h 1662194"/>
              <a:gd name="connsiteX79" fmla="*/ 1850532 w 2053231"/>
              <a:gd name="connsiteY79" fmla="*/ 200487 h 1662194"/>
              <a:gd name="connsiteX80" fmla="*/ 1841761 w 2053231"/>
              <a:gd name="connsiteY80" fmla="*/ 230219 h 1662194"/>
              <a:gd name="connsiteX81" fmla="*/ 1840127 w 2053231"/>
              <a:gd name="connsiteY81" fmla="*/ 234029 h 1662194"/>
              <a:gd name="connsiteX82" fmla="*/ 1834336 w 2053231"/>
              <a:gd name="connsiteY82" fmla="*/ 240281 h 1662194"/>
              <a:gd name="connsiteX83" fmla="*/ 1794160 w 2053231"/>
              <a:gd name="connsiteY83" fmla="*/ 326066 h 1662194"/>
              <a:gd name="connsiteX84" fmla="*/ 1734263 w 2053231"/>
              <a:gd name="connsiteY84" fmla="*/ 398100 h 1662194"/>
              <a:gd name="connsiteX85" fmla="*/ 1757953 w 2053231"/>
              <a:gd name="connsiteY85" fmla="*/ 386885 h 1662194"/>
              <a:gd name="connsiteX86" fmla="*/ 1812737 w 2053231"/>
              <a:gd name="connsiteY86" fmla="*/ 333679 h 1662194"/>
              <a:gd name="connsiteX87" fmla="*/ 1849623 w 2053231"/>
              <a:gd name="connsiteY87" fmla="*/ 295005 h 1662194"/>
              <a:gd name="connsiteX88" fmla="*/ 1852869 w 2053231"/>
              <a:gd name="connsiteY88" fmla="*/ 290172 h 1662194"/>
              <a:gd name="connsiteX89" fmla="*/ 1856989 w 2053231"/>
              <a:gd name="connsiteY89" fmla="*/ 287489 h 1662194"/>
              <a:gd name="connsiteX90" fmla="*/ 1860256 w 2053231"/>
              <a:gd name="connsiteY90" fmla="*/ 292345 h 1662194"/>
              <a:gd name="connsiteX91" fmla="*/ 1856934 w 2053231"/>
              <a:gd name="connsiteY91" fmla="*/ 312082 h 1662194"/>
              <a:gd name="connsiteX92" fmla="*/ 1832409 w 2053231"/>
              <a:gd name="connsiteY92" fmla="*/ 342707 h 1662194"/>
              <a:gd name="connsiteX93" fmla="*/ 1798280 w 2053231"/>
              <a:gd name="connsiteY93" fmla="*/ 385043 h 1662194"/>
              <a:gd name="connsiteX94" fmla="*/ 1821403 w 2053231"/>
              <a:gd name="connsiteY94" fmla="*/ 361975 h 1662194"/>
              <a:gd name="connsiteX95" fmla="*/ 1839376 w 2053231"/>
              <a:gd name="connsiteY95" fmla="*/ 345017 h 1662194"/>
              <a:gd name="connsiteX96" fmla="*/ 1844940 w 2053231"/>
              <a:gd name="connsiteY96" fmla="*/ 343860 h 1662194"/>
              <a:gd name="connsiteX97" fmla="*/ 1847163 w 2053231"/>
              <a:gd name="connsiteY97" fmla="*/ 349842 h 1662194"/>
              <a:gd name="connsiteX98" fmla="*/ 1838440 w 2053231"/>
              <a:gd name="connsiteY98" fmla="*/ 371820 h 1662194"/>
              <a:gd name="connsiteX99" fmla="*/ 1820020 w 2053231"/>
              <a:gd name="connsiteY99" fmla="*/ 393881 h 1662194"/>
              <a:gd name="connsiteX100" fmla="*/ 1843247 w 2053231"/>
              <a:gd name="connsiteY100" fmla="*/ 387648 h 1662194"/>
              <a:gd name="connsiteX101" fmla="*/ 1826440 w 2053231"/>
              <a:gd name="connsiteY101" fmla="*/ 407232 h 1662194"/>
              <a:gd name="connsiteX102" fmla="*/ 1798339 w 2053231"/>
              <a:gd name="connsiteY102" fmla="*/ 418475 h 1662194"/>
              <a:gd name="connsiteX103" fmla="*/ 1788057 w 2053231"/>
              <a:gd name="connsiteY103" fmla="*/ 430814 h 1662194"/>
              <a:gd name="connsiteX104" fmla="*/ 1778250 w 2053231"/>
              <a:gd name="connsiteY104" fmla="*/ 444105 h 1662194"/>
              <a:gd name="connsiteX105" fmla="*/ 1777135 w 2053231"/>
              <a:gd name="connsiteY105" fmla="*/ 455772 h 1662194"/>
              <a:gd name="connsiteX106" fmla="*/ 1768839 w 2053231"/>
              <a:gd name="connsiteY106" fmla="*/ 473253 h 1662194"/>
              <a:gd name="connsiteX107" fmla="*/ 1767668 w 2053231"/>
              <a:gd name="connsiteY107" fmla="*/ 473535 h 1662194"/>
              <a:gd name="connsiteX108" fmla="*/ 1761086 w 2053231"/>
              <a:gd name="connsiteY108" fmla="*/ 482599 h 1662194"/>
              <a:gd name="connsiteX109" fmla="*/ 1754724 w 2053231"/>
              <a:gd name="connsiteY109" fmla="*/ 491656 h 1662194"/>
              <a:gd name="connsiteX110" fmla="*/ 1753277 w 2053231"/>
              <a:gd name="connsiteY110" fmla="*/ 493037 h 1662194"/>
              <a:gd name="connsiteX111" fmla="*/ 1720462 w 2053231"/>
              <a:gd name="connsiteY111" fmla="*/ 549260 h 1662194"/>
              <a:gd name="connsiteX112" fmla="*/ 1718208 w 2053231"/>
              <a:gd name="connsiteY112" fmla="*/ 551879 h 1662194"/>
              <a:gd name="connsiteX113" fmla="*/ 1803756 w 2053231"/>
              <a:gd name="connsiteY113" fmla="*/ 541126 h 1662194"/>
              <a:gd name="connsiteX114" fmla="*/ 1908471 w 2053231"/>
              <a:gd name="connsiteY114" fmla="*/ 497141 h 1662194"/>
              <a:gd name="connsiteX115" fmla="*/ 1905272 w 2053231"/>
              <a:gd name="connsiteY115" fmla="*/ 519902 h 1662194"/>
              <a:gd name="connsiteX116" fmla="*/ 1912287 w 2053231"/>
              <a:gd name="connsiteY116" fmla="*/ 539411 h 1662194"/>
              <a:gd name="connsiteX117" fmla="*/ 1920237 w 2053231"/>
              <a:gd name="connsiteY117" fmla="*/ 582026 h 1662194"/>
              <a:gd name="connsiteX118" fmla="*/ 1920300 w 2053231"/>
              <a:gd name="connsiteY118" fmla="*/ 589050 h 1662194"/>
              <a:gd name="connsiteX119" fmla="*/ 1945761 w 2053231"/>
              <a:gd name="connsiteY119" fmla="*/ 592554 h 1662194"/>
              <a:gd name="connsiteX120" fmla="*/ 1816062 w 2053231"/>
              <a:gd name="connsiteY120" fmla="*/ 717694 h 1662194"/>
              <a:gd name="connsiteX121" fmla="*/ 1911347 w 2053231"/>
              <a:gd name="connsiteY121" fmla="*/ 691712 h 1662194"/>
              <a:gd name="connsiteX122" fmla="*/ 1930338 w 2053231"/>
              <a:gd name="connsiteY122" fmla="*/ 728505 h 1662194"/>
              <a:gd name="connsiteX123" fmla="*/ 1888883 w 2053231"/>
              <a:gd name="connsiteY123" fmla="*/ 763212 h 1662194"/>
              <a:gd name="connsiteX124" fmla="*/ 1881503 w 2053231"/>
              <a:gd name="connsiteY124" fmla="*/ 829360 h 1662194"/>
              <a:gd name="connsiteX125" fmla="*/ 1898868 w 2053231"/>
              <a:gd name="connsiteY125" fmla="*/ 889102 h 1662194"/>
              <a:gd name="connsiteX126" fmla="*/ 1921600 w 2053231"/>
              <a:gd name="connsiteY126" fmla="*/ 907477 h 1662194"/>
              <a:gd name="connsiteX127" fmla="*/ 1955507 w 2053231"/>
              <a:gd name="connsiteY127" fmla="*/ 940738 h 1662194"/>
              <a:gd name="connsiteX128" fmla="*/ 1976480 w 2053231"/>
              <a:gd name="connsiteY128" fmla="*/ 961353 h 1662194"/>
              <a:gd name="connsiteX129" fmla="*/ 2037145 w 2053231"/>
              <a:gd name="connsiteY129" fmla="*/ 950953 h 1662194"/>
              <a:gd name="connsiteX130" fmla="*/ 1962579 w 2053231"/>
              <a:gd name="connsiteY130" fmla="*/ 1007610 h 1662194"/>
              <a:gd name="connsiteX131" fmla="*/ 2028420 w 2053231"/>
              <a:gd name="connsiteY131" fmla="*/ 998611 h 1662194"/>
              <a:gd name="connsiteX132" fmla="*/ 2050828 w 2053231"/>
              <a:gd name="connsiteY132" fmla="*/ 1001611 h 1662194"/>
              <a:gd name="connsiteX133" fmla="*/ 2041049 w 2053231"/>
              <a:gd name="connsiteY133" fmla="*/ 1019506 h 1662194"/>
              <a:gd name="connsiteX134" fmla="*/ 1996417 w 2053231"/>
              <a:gd name="connsiteY134" fmla="*/ 1050687 h 1662194"/>
              <a:gd name="connsiteX135" fmla="*/ 1907230 w 2053231"/>
              <a:gd name="connsiteY135" fmla="*/ 1134124 h 1662194"/>
              <a:gd name="connsiteX136" fmla="*/ 1999627 w 2053231"/>
              <a:gd name="connsiteY136" fmla="*/ 1094067 h 1662194"/>
              <a:gd name="connsiteX137" fmla="*/ 1908699 w 2053231"/>
              <a:gd name="connsiteY137" fmla="*/ 1179865 h 1662194"/>
              <a:gd name="connsiteX138" fmla="*/ 1889868 w 2053231"/>
              <a:gd name="connsiteY138" fmla="*/ 1207997 h 1662194"/>
              <a:gd name="connsiteX139" fmla="*/ 1853631 w 2053231"/>
              <a:gd name="connsiteY139" fmla="*/ 1277417 h 1662194"/>
              <a:gd name="connsiteX140" fmla="*/ 1857096 w 2053231"/>
              <a:gd name="connsiteY140" fmla="*/ 1285053 h 1662194"/>
              <a:gd name="connsiteX141" fmla="*/ 1909019 w 2053231"/>
              <a:gd name="connsiteY141" fmla="*/ 1272282 h 1662194"/>
              <a:gd name="connsiteX142" fmla="*/ 1848098 w 2053231"/>
              <a:gd name="connsiteY142" fmla="*/ 1331631 h 1662194"/>
              <a:gd name="connsiteX143" fmla="*/ 1782897 w 2053231"/>
              <a:gd name="connsiteY143" fmla="*/ 1377919 h 1662194"/>
              <a:gd name="connsiteX144" fmla="*/ 1832838 w 2053231"/>
              <a:gd name="connsiteY144" fmla="*/ 1369576 h 1662194"/>
              <a:gd name="connsiteX145" fmla="*/ 1899109 w 2053231"/>
              <a:gd name="connsiteY145" fmla="*/ 1342149 h 1662194"/>
              <a:gd name="connsiteX146" fmla="*/ 1924892 w 2053231"/>
              <a:gd name="connsiteY146" fmla="*/ 1350730 h 1662194"/>
              <a:gd name="connsiteX147" fmla="*/ 1864818 w 2053231"/>
              <a:gd name="connsiteY147" fmla="*/ 1394423 h 1662194"/>
              <a:gd name="connsiteX148" fmla="*/ 1829715 w 2053231"/>
              <a:gd name="connsiteY148" fmla="*/ 1414866 h 1662194"/>
              <a:gd name="connsiteX149" fmla="*/ 1816666 w 2053231"/>
              <a:gd name="connsiteY149" fmla="*/ 1430084 h 1662194"/>
              <a:gd name="connsiteX150" fmla="*/ 1781074 w 2053231"/>
              <a:gd name="connsiteY150" fmla="*/ 1483976 h 1662194"/>
              <a:gd name="connsiteX151" fmla="*/ 1662134 w 2053231"/>
              <a:gd name="connsiteY151" fmla="*/ 1545641 h 1662194"/>
              <a:gd name="connsiteX152" fmla="*/ 1228496 w 2053231"/>
              <a:gd name="connsiteY152" fmla="*/ 1654846 h 1662194"/>
              <a:gd name="connsiteX153" fmla="*/ 320643 w 2053231"/>
              <a:gd name="connsiteY153" fmla="*/ 1379412 h 1662194"/>
              <a:gd name="connsiteX154" fmla="*/ 270759 w 2053231"/>
              <a:gd name="connsiteY154" fmla="*/ 1337481 h 1662194"/>
              <a:gd name="connsiteX155" fmla="*/ 228113 w 2053231"/>
              <a:gd name="connsiteY155" fmla="*/ 1299667 h 1662194"/>
              <a:gd name="connsiteX156" fmla="*/ 245332 w 2053231"/>
              <a:gd name="connsiteY156" fmla="*/ 1285763 h 1662194"/>
              <a:gd name="connsiteX157" fmla="*/ 213716 w 2053231"/>
              <a:gd name="connsiteY157" fmla="*/ 1249396 h 1662194"/>
              <a:gd name="connsiteX158" fmla="*/ 113880 w 2053231"/>
              <a:gd name="connsiteY158" fmla="*/ 1137192 h 1662194"/>
              <a:gd name="connsiteX159" fmla="*/ 73848 w 2053231"/>
              <a:gd name="connsiteY159" fmla="*/ 1113100 h 1662194"/>
              <a:gd name="connsiteX160" fmla="*/ 20262 w 2053231"/>
              <a:gd name="connsiteY160" fmla="*/ 1050943 h 1662194"/>
              <a:gd name="connsiteX161" fmla="*/ 8594 w 2053231"/>
              <a:gd name="connsiteY161" fmla="*/ 1004970 h 1662194"/>
              <a:gd name="connsiteX162" fmla="*/ 6782 w 2053231"/>
              <a:gd name="connsiteY162" fmla="*/ 995844 h 1662194"/>
              <a:gd name="connsiteX163" fmla="*/ 9723 w 2053231"/>
              <a:gd name="connsiteY163" fmla="*/ 994413 h 1662194"/>
              <a:gd name="connsiteX164" fmla="*/ 11036 w 2053231"/>
              <a:gd name="connsiteY164" fmla="*/ 999486 h 1662194"/>
              <a:gd name="connsiteX165" fmla="*/ 17988 w 2053231"/>
              <a:gd name="connsiteY165" fmla="*/ 1017464 h 1662194"/>
              <a:gd name="connsiteX166" fmla="*/ 21859 w 2053231"/>
              <a:gd name="connsiteY166" fmla="*/ 998437 h 1662194"/>
              <a:gd name="connsiteX167" fmla="*/ 16530 w 2053231"/>
              <a:gd name="connsiteY167" fmla="*/ 989724 h 1662194"/>
              <a:gd name="connsiteX168" fmla="*/ 12243 w 2053231"/>
              <a:gd name="connsiteY168" fmla="*/ 993188 h 1662194"/>
              <a:gd name="connsiteX169" fmla="*/ 9723 w 2053231"/>
              <a:gd name="connsiteY169" fmla="*/ 994413 h 1662194"/>
              <a:gd name="connsiteX170" fmla="*/ 7918 w 2053231"/>
              <a:gd name="connsiteY170" fmla="*/ 987443 h 1662194"/>
              <a:gd name="connsiteX171" fmla="*/ 2405 w 2053231"/>
              <a:gd name="connsiteY171" fmla="*/ 965300 h 1662194"/>
              <a:gd name="connsiteX172" fmla="*/ 2082 w 2053231"/>
              <a:gd name="connsiteY172" fmla="*/ 964112 h 1662194"/>
              <a:gd name="connsiteX173" fmla="*/ 2753 w 2053231"/>
              <a:gd name="connsiteY173" fmla="*/ 954092 h 1662194"/>
              <a:gd name="connsiteX174" fmla="*/ 31565 w 2053231"/>
              <a:gd name="connsiteY174" fmla="*/ 893447 h 1662194"/>
              <a:gd name="connsiteX175" fmla="*/ 52206 w 2053231"/>
              <a:gd name="connsiteY175" fmla="*/ 854594 h 1662194"/>
              <a:gd name="connsiteX176" fmla="*/ 50189 w 2053231"/>
              <a:gd name="connsiteY176" fmla="*/ 820622 h 1662194"/>
              <a:gd name="connsiteX177" fmla="*/ 98777 w 2053231"/>
              <a:gd name="connsiteY177" fmla="*/ 798878 h 1662194"/>
              <a:gd name="connsiteX178" fmla="*/ 39476 w 2053231"/>
              <a:gd name="connsiteY178" fmla="*/ 728797 h 1662194"/>
              <a:gd name="connsiteX179" fmla="*/ 32418 w 2053231"/>
              <a:gd name="connsiteY179" fmla="*/ 714135 h 1662194"/>
              <a:gd name="connsiteX180" fmla="*/ 53538 w 2053231"/>
              <a:gd name="connsiteY180" fmla="*/ 660124 h 1662194"/>
              <a:gd name="connsiteX181" fmla="*/ 56972 w 2053231"/>
              <a:gd name="connsiteY181" fmla="*/ 651407 h 1662194"/>
              <a:gd name="connsiteX182" fmla="*/ 65176 w 2053231"/>
              <a:gd name="connsiteY182" fmla="*/ 634051 h 1662194"/>
              <a:gd name="connsiteX183" fmla="*/ 95408 w 2053231"/>
              <a:gd name="connsiteY183" fmla="*/ 628914 h 1662194"/>
              <a:gd name="connsiteX184" fmla="*/ 77587 w 2053231"/>
              <a:gd name="connsiteY184" fmla="*/ 617521 h 1662194"/>
              <a:gd name="connsiteX185" fmla="*/ 40415 w 2053231"/>
              <a:gd name="connsiteY185" fmla="*/ 577949 h 1662194"/>
              <a:gd name="connsiteX186" fmla="*/ 55219 w 2053231"/>
              <a:gd name="connsiteY186" fmla="*/ 538444 h 1662194"/>
              <a:gd name="connsiteX187" fmla="*/ 60443 w 2053231"/>
              <a:gd name="connsiteY187" fmla="*/ 532091 h 1662194"/>
              <a:gd name="connsiteX188" fmla="*/ 50996 w 2053231"/>
              <a:gd name="connsiteY188" fmla="*/ 524292 h 1662194"/>
              <a:gd name="connsiteX189" fmla="*/ 29797 w 2053231"/>
              <a:gd name="connsiteY189" fmla="*/ 496296 h 1662194"/>
              <a:gd name="connsiteX190" fmla="*/ 18024 w 2053231"/>
              <a:gd name="connsiteY190" fmla="*/ 476705 h 1662194"/>
              <a:gd name="connsiteX191" fmla="*/ 6382 w 2053231"/>
              <a:gd name="connsiteY191" fmla="*/ 468980 h 1662194"/>
              <a:gd name="connsiteX192" fmla="*/ 3045 w 2053231"/>
              <a:gd name="connsiteY192" fmla="*/ 462188 h 1662194"/>
              <a:gd name="connsiteX193" fmla="*/ 3241 w 2053231"/>
              <a:gd name="connsiteY193" fmla="*/ 428263 h 1662194"/>
              <a:gd name="connsiteX194" fmla="*/ 4901 w 2053231"/>
              <a:gd name="connsiteY194" fmla="*/ 419485 h 1662194"/>
              <a:gd name="connsiteX195" fmla="*/ 23740 w 2053231"/>
              <a:gd name="connsiteY195" fmla="*/ 386265 h 1662194"/>
              <a:gd name="connsiteX196" fmla="*/ 38036 w 2053231"/>
              <a:gd name="connsiteY196" fmla="*/ 332362 h 1662194"/>
              <a:gd name="connsiteX197" fmla="*/ 37374 w 2053231"/>
              <a:gd name="connsiteY197" fmla="*/ 297860 h 1662194"/>
              <a:gd name="connsiteX198" fmla="*/ 38062 w 2053231"/>
              <a:gd name="connsiteY198" fmla="*/ 289963 h 1662194"/>
              <a:gd name="connsiteX199" fmla="*/ 33975 w 2053231"/>
              <a:gd name="connsiteY199" fmla="*/ 258363 h 1662194"/>
              <a:gd name="connsiteX200" fmla="*/ 37608 w 2053231"/>
              <a:gd name="connsiteY200" fmla="*/ 250972 h 1662194"/>
              <a:gd name="connsiteX201" fmla="*/ 81247 w 2053231"/>
              <a:gd name="connsiteY201" fmla="*/ 248413 h 1662194"/>
              <a:gd name="connsiteX202" fmla="*/ 87026 w 2053231"/>
              <a:gd name="connsiteY202" fmla="*/ 225202 h 1662194"/>
              <a:gd name="connsiteX203" fmla="*/ 79230 w 2053231"/>
              <a:gd name="connsiteY203" fmla="*/ 214441 h 1662194"/>
              <a:gd name="connsiteX204" fmla="*/ 80686 w 2053231"/>
              <a:gd name="connsiteY204" fmla="*/ 207245 h 1662194"/>
              <a:gd name="connsiteX205" fmla="*/ 87561 w 2053231"/>
              <a:gd name="connsiteY205" fmla="*/ 209678 h 1662194"/>
              <a:gd name="connsiteX206" fmla="*/ 124299 w 2053231"/>
              <a:gd name="connsiteY206" fmla="*/ 233881 h 1662194"/>
              <a:gd name="connsiteX207" fmla="*/ 177764 w 2053231"/>
              <a:gd name="connsiteY207" fmla="*/ 267332 h 1662194"/>
              <a:gd name="connsiteX208" fmla="*/ 187213 w 2053231"/>
              <a:gd name="connsiteY208" fmla="*/ 261926 h 1662194"/>
              <a:gd name="connsiteX209" fmla="*/ 194336 w 2053231"/>
              <a:gd name="connsiteY209" fmla="*/ 257205 h 1662194"/>
              <a:gd name="connsiteX210" fmla="*/ 210832 w 2053231"/>
              <a:gd name="connsiteY210" fmla="*/ 261979 h 1662194"/>
              <a:gd name="connsiteX211" fmla="*/ 220950 w 2053231"/>
              <a:gd name="connsiteY211" fmla="*/ 273511 h 1662194"/>
              <a:gd name="connsiteX212" fmla="*/ 221307 w 2053231"/>
              <a:gd name="connsiteY212" fmla="*/ 276617 h 1662194"/>
              <a:gd name="connsiteX213" fmla="*/ 220390 w 2053231"/>
              <a:gd name="connsiteY213" fmla="*/ 277794 h 1662194"/>
              <a:gd name="connsiteX214" fmla="*/ 219183 w 2053231"/>
              <a:gd name="connsiteY214" fmla="*/ 278292 h 1662194"/>
              <a:gd name="connsiteX215" fmla="*/ 219827 w 2053231"/>
              <a:gd name="connsiteY215" fmla="*/ 278515 h 1662194"/>
              <a:gd name="connsiteX216" fmla="*/ 220390 w 2053231"/>
              <a:gd name="connsiteY216" fmla="*/ 277794 h 1662194"/>
              <a:gd name="connsiteX217" fmla="*/ 225601 w 2053231"/>
              <a:gd name="connsiteY217" fmla="*/ 275640 h 1662194"/>
              <a:gd name="connsiteX218" fmla="*/ 238724 w 2053231"/>
              <a:gd name="connsiteY218" fmla="*/ 267703 h 1662194"/>
              <a:gd name="connsiteX219" fmla="*/ 327694 w 2053231"/>
              <a:gd name="connsiteY219" fmla="*/ 292934 h 1662194"/>
              <a:gd name="connsiteX220" fmla="*/ 931839 w 2053231"/>
              <a:gd name="connsiteY220" fmla="*/ 361634 h 1662194"/>
              <a:gd name="connsiteX221" fmla="*/ 966001 w 2053231"/>
              <a:gd name="connsiteY221" fmla="*/ 358425 h 1662194"/>
              <a:gd name="connsiteX222" fmla="*/ 1205960 w 2053231"/>
              <a:gd name="connsiteY222" fmla="*/ 337022 h 1662194"/>
              <a:gd name="connsiteX223" fmla="*/ 1443309 w 2053231"/>
              <a:gd name="connsiteY223" fmla="*/ 250536 h 1662194"/>
              <a:gd name="connsiteX224" fmla="*/ 1571239 w 2053231"/>
              <a:gd name="connsiteY224" fmla="*/ 134904 h 1662194"/>
              <a:gd name="connsiteX225" fmla="*/ 1624246 w 2053231"/>
              <a:gd name="connsiteY225" fmla="*/ 82363 h 1662194"/>
              <a:gd name="connsiteX226" fmla="*/ 1671755 w 2053231"/>
              <a:gd name="connsiteY226" fmla="*/ 24072 h 1662194"/>
              <a:gd name="connsiteX227" fmla="*/ 1689812 w 2053231"/>
              <a:gd name="connsiteY227" fmla="*/ 12077 h 1662194"/>
              <a:gd name="connsiteX228" fmla="*/ 1695538 w 2053231"/>
              <a:gd name="connsiteY228" fmla="*/ 12005 h 1662194"/>
              <a:gd name="connsiteX229" fmla="*/ 1700565 w 2053231"/>
              <a:gd name="connsiteY229" fmla="*/ 15349 h 1662194"/>
              <a:gd name="connsiteX230" fmla="*/ 1699204 w 2053231"/>
              <a:gd name="connsiteY230" fmla="*/ 20240 h 1662194"/>
              <a:gd name="connsiteX231" fmla="*/ 1695943 w 2053231"/>
              <a:gd name="connsiteY231" fmla="*/ 22773 h 1662194"/>
              <a:gd name="connsiteX232" fmla="*/ 1681448 w 2053231"/>
              <a:gd name="connsiteY232" fmla="*/ 38645 h 1662194"/>
              <a:gd name="connsiteX233" fmla="*/ 1682349 w 2053231"/>
              <a:gd name="connsiteY233" fmla="*/ 47579 h 1662194"/>
              <a:gd name="connsiteX234" fmla="*/ 1680108 w 2053231"/>
              <a:gd name="connsiteY234" fmla="*/ 53954 h 1662194"/>
              <a:gd name="connsiteX235" fmla="*/ 1666762 w 2053231"/>
              <a:gd name="connsiteY235" fmla="*/ 59855 h 1662194"/>
              <a:gd name="connsiteX236" fmla="*/ 1697532 w 2053231"/>
              <a:gd name="connsiteY236" fmla="*/ 37014 h 1662194"/>
              <a:gd name="connsiteX237" fmla="*/ 1703406 w 2053231"/>
              <a:gd name="connsiteY237" fmla="*/ 23976 h 1662194"/>
              <a:gd name="connsiteX238" fmla="*/ 1715246 w 2053231"/>
              <a:gd name="connsiteY238" fmla="*/ 22729 h 1662194"/>
              <a:gd name="connsiteX239" fmla="*/ 1722750 w 2053231"/>
              <a:gd name="connsiteY239" fmla="*/ 20538 h 1662194"/>
              <a:gd name="connsiteX240" fmla="*/ 1735750 w 2053231"/>
              <a:gd name="connsiteY240" fmla="*/ 1324 h 1662194"/>
              <a:gd name="connsiteX241" fmla="*/ 1738585 w 2053231"/>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1746" y="969110"/>
                </a:moveTo>
                <a:lnTo>
                  <a:pt x="2599" y="973994"/>
                </a:lnTo>
                <a:cubicBezTo>
                  <a:pt x="3387" y="978333"/>
                  <a:pt x="4318" y="983294"/>
                  <a:pt x="5336" y="988563"/>
                </a:cubicBezTo>
                <a:lnTo>
                  <a:pt x="6782" y="995844"/>
                </a:lnTo>
                <a:lnTo>
                  <a:pt x="6161" y="996145"/>
                </a:lnTo>
                <a:cubicBezTo>
                  <a:pt x="2942" y="994268"/>
                  <a:pt x="1387" y="985372"/>
                  <a:pt x="1450" y="973537"/>
                </a:cubicBezTo>
                <a:close/>
                <a:moveTo>
                  <a:pt x="1" y="957986"/>
                </a:moveTo>
                <a:cubicBezTo>
                  <a:pt x="-1" y="957153"/>
                  <a:pt x="236" y="957550"/>
                  <a:pt x="654" y="958871"/>
                </a:cubicBezTo>
                <a:lnTo>
                  <a:pt x="2082" y="964112"/>
                </a:lnTo>
                <a:lnTo>
                  <a:pt x="1746" y="969110"/>
                </a:lnTo>
                <a:lnTo>
                  <a:pt x="711" y="963168"/>
                </a:lnTo>
                <a:cubicBezTo>
                  <a:pt x="259" y="960394"/>
                  <a:pt x="5" y="958561"/>
                  <a:pt x="1" y="957986"/>
                </a:cubicBezTo>
                <a:close/>
                <a:moveTo>
                  <a:pt x="1709191" y="427290"/>
                </a:moveTo>
                <a:cubicBezTo>
                  <a:pt x="1705197" y="430816"/>
                  <a:pt x="1701203" y="434343"/>
                  <a:pt x="1697210" y="437869"/>
                </a:cubicBezTo>
                <a:cubicBezTo>
                  <a:pt x="1699608" y="436940"/>
                  <a:pt x="1702225" y="436004"/>
                  <a:pt x="1704733" y="435072"/>
                </a:cubicBezTo>
                <a:cubicBezTo>
                  <a:pt x="1706622" y="432949"/>
                  <a:pt x="1708637" y="430943"/>
                  <a:pt x="1710506" y="428699"/>
                </a:cubicBezTo>
                <a:cubicBezTo>
                  <a:pt x="1710104" y="428228"/>
                  <a:pt x="1709593" y="427761"/>
                  <a:pt x="1709191" y="427290"/>
                </a:cubicBezTo>
                <a:close/>
                <a:moveTo>
                  <a:pt x="1602977" y="260909"/>
                </a:moveTo>
                <a:cubicBezTo>
                  <a:pt x="1579015" y="282067"/>
                  <a:pt x="1555071" y="303345"/>
                  <a:pt x="1531108" y="324503"/>
                </a:cubicBezTo>
                <a:cubicBezTo>
                  <a:pt x="1531621" y="324970"/>
                  <a:pt x="1532022" y="325441"/>
                  <a:pt x="1532533" y="325909"/>
                </a:cubicBezTo>
                <a:cubicBezTo>
                  <a:pt x="1559601" y="307796"/>
                  <a:pt x="1584733" y="287810"/>
                  <a:pt x="1602977" y="260909"/>
                </a:cubicBezTo>
                <a:close/>
                <a:moveTo>
                  <a:pt x="1738585" y="93"/>
                </a:moveTo>
                <a:cubicBezTo>
                  <a:pt x="1739585" y="-137"/>
                  <a:pt x="1740627" y="9"/>
                  <a:pt x="1741678" y="1125"/>
                </a:cubicBezTo>
                <a:cubicBezTo>
                  <a:pt x="1743504" y="3001"/>
                  <a:pt x="1742531" y="5336"/>
                  <a:pt x="1741687" y="7060"/>
                </a:cubicBezTo>
                <a:cubicBezTo>
                  <a:pt x="1740164" y="10140"/>
                  <a:pt x="1738842" y="13091"/>
                  <a:pt x="1738618" y="16733"/>
                </a:cubicBezTo>
                <a:cubicBezTo>
                  <a:pt x="1738431" y="19162"/>
                  <a:pt x="1738280" y="21833"/>
                  <a:pt x="1740090" y="23588"/>
                </a:cubicBezTo>
                <a:cubicBezTo>
                  <a:pt x="1747616" y="31088"/>
                  <a:pt x="1743549" y="34859"/>
                  <a:pt x="1738676" y="39142"/>
                </a:cubicBezTo>
                <a:cubicBezTo>
                  <a:pt x="1731934" y="44942"/>
                  <a:pt x="1730202" y="53237"/>
                  <a:pt x="1733426" y="62940"/>
                </a:cubicBezTo>
                <a:cubicBezTo>
                  <a:pt x="1734682" y="66896"/>
                  <a:pt x="1734605" y="69321"/>
                  <a:pt x="1730086" y="69352"/>
                </a:cubicBezTo>
                <a:cubicBezTo>
                  <a:pt x="1728330" y="69411"/>
                  <a:pt x="1728090" y="70752"/>
                  <a:pt x="1727649" y="72220"/>
                </a:cubicBezTo>
                <a:cubicBezTo>
                  <a:pt x="1718725" y="106803"/>
                  <a:pt x="1702908" y="137377"/>
                  <a:pt x="1683216" y="165659"/>
                </a:cubicBezTo>
                <a:cubicBezTo>
                  <a:pt x="1667246" y="188608"/>
                  <a:pt x="1648975" y="209452"/>
                  <a:pt x="1629845" y="229721"/>
                </a:cubicBezTo>
                <a:cubicBezTo>
                  <a:pt x="1629276" y="230345"/>
                  <a:pt x="1628726" y="231090"/>
                  <a:pt x="1628579" y="232307"/>
                </a:cubicBezTo>
                <a:cubicBezTo>
                  <a:pt x="1638644" y="229546"/>
                  <a:pt x="1646904" y="224301"/>
                  <a:pt x="1654744" y="218464"/>
                </a:cubicBezTo>
                <a:cubicBezTo>
                  <a:pt x="1675586" y="202985"/>
                  <a:pt x="1692155" y="183287"/>
                  <a:pt x="1708997" y="163943"/>
                </a:cubicBezTo>
                <a:cubicBezTo>
                  <a:pt x="1719243" y="152090"/>
                  <a:pt x="1729870" y="140588"/>
                  <a:pt x="1741522" y="130021"/>
                </a:cubicBezTo>
                <a:cubicBezTo>
                  <a:pt x="1743464" y="128259"/>
                  <a:pt x="1744675" y="126038"/>
                  <a:pt x="1745886" y="123817"/>
                </a:cubicBezTo>
                <a:cubicBezTo>
                  <a:pt x="1746583" y="122582"/>
                  <a:pt x="1747518" y="121460"/>
                  <a:pt x="1749347" y="121883"/>
                </a:cubicBezTo>
                <a:cubicBezTo>
                  <a:pt x="1751633" y="122412"/>
                  <a:pt x="1752124" y="124213"/>
                  <a:pt x="1752616" y="126013"/>
                </a:cubicBezTo>
                <a:cubicBezTo>
                  <a:pt x="1754143" y="131776"/>
                  <a:pt x="1753495" y="137007"/>
                  <a:pt x="1751494" y="142041"/>
                </a:cubicBezTo>
                <a:cubicBezTo>
                  <a:pt x="1746260" y="154936"/>
                  <a:pt x="1737190" y="165054"/>
                  <a:pt x="1727716" y="174701"/>
                </a:cubicBezTo>
                <a:cubicBezTo>
                  <a:pt x="1715458" y="187106"/>
                  <a:pt x="1703711" y="199978"/>
                  <a:pt x="1693354" y="214015"/>
                </a:cubicBezTo>
                <a:cubicBezTo>
                  <a:pt x="1692620" y="215009"/>
                  <a:pt x="1691064" y="215668"/>
                  <a:pt x="1692030" y="218421"/>
                </a:cubicBezTo>
                <a:cubicBezTo>
                  <a:pt x="1698864" y="211771"/>
                  <a:pt x="1705277" y="205255"/>
                  <a:pt x="1711836" y="198978"/>
                </a:cubicBezTo>
                <a:cubicBezTo>
                  <a:pt x="1718285" y="192704"/>
                  <a:pt x="1724845" y="186426"/>
                  <a:pt x="1731312" y="180273"/>
                </a:cubicBezTo>
                <a:cubicBezTo>
                  <a:pt x="1732851" y="178767"/>
                  <a:pt x="1734409" y="176656"/>
                  <a:pt x="1737206" y="178378"/>
                </a:cubicBezTo>
                <a:cubicBezTo>
                  <a:pt x="1740112" y="180098"/>
                  <a:pt x="1740236" y="183122"/>
                  <a:pt x="1739939" y="185555"/>
                </a:cubicBezTo>
                <a:cubicBezTo>
                  <a:pt x="1738923" y="192736"/>
                  <a:pt x="1736241" y="199125"/>
                  <a:pt x="1732245" y="204832"/>
                </a:cubicBezTo>
                <a:cubicBezTo>
                  <a:pt x="1718532" y="223707"/>
                  <a:pt x="1701913" y="240135"/>
                  <a:pt x="1686811" y="257845"/>
                </a:cubicBezTo>
                <a:cubicBezTo>
                  <a:pt x="1678656" y="267448"/>
                  <a:pt x="1671359" y="277626"/>
                  <a:pt x="1664555" y="288152"/>
                </a:cubicBezTo>
                <a:cubicBezTo>
                  <a:pt x="1663033" y="290505"/>
                  <a:pt x="1663469" y="292670"/>
                  <a:pt x="1664417" y="295304"/>
                </a:cubicBezTo>
                <a:cubicBezTo>
                  <a:pt x="1668224" y="305957"/>
                  <a:pt x="1665365" y="309688"/>
                  <a:pt x="1654080" y="308008"/>
                </a:cubicBezTo>
                <a:cubicBezTo>
                  <a:pt x="1650585" y="307520"/>
                  <a:pt x="1648371" y="308200"/>
                  <a:pt x="1646665" y="310801"/>
                </a:cubicBezTo>
                <a:cubicBezTo>
                  <a:pt x="1626126" y="342988"/>
                  <a:pt x="1600234" y="370389"/>
                  <a:pt x="1571163" y="394989"/>
                </a:cubicBezTo>
                <a:cubicBezTo>
                  <a:pt x="1559310" y="404958"/>
                  <a:pt x="1546946" y="414460"/>
                  <a:pt x="1534273" y="423366"/>
                </a:cubicBezTo>
                <a:cubicBezTo>
                  <a:pt x="1534364" y="423968"/>
                  <a:pt x="1534472" y="424692"/>
                  <a:pt x="1534563" y="425295"/>
                </a:cubicBezTo>
                <a:cubicBezTo>
                  <a:pt x="1534800" y="426134"/>
                  <a:pt x="1534982" y="426613"/>
                  <a:pt x="1535200" y="427332"/>
                </a:cubicBezTo>
                <a:cubicBezTo>
                  <a:pt x="1552894" y="413654"/>
                  <a:pt x="1570314" y="399621"/>
                  <a:pt x="1587187" y="384880"/>
                </a:cubicBezTo>
                <a:cubicBezTo>
                  <a:pt x="1632929" y="344940"/>
                  <a:pt x="1675951" y="302305"/>
                  <a:pt x="1719886" y="260608"/>
                </a:cubicBezTo>
                <a:cubicBezTo>
                  <a:pt x="1734653" y="246544"/>
                  <a:pt x="1745345" y="228861"/>
                  <a:pt x="1758212" y="213165"/>
                </a:cubicBezTo>
                <a:cubicBezTo>
                  <a:pt x="1766790" y="202700"/>
                  <a:pt x="1774857" y="191769"/>
                  <a:pt x="1785352" y="183058"/>
                </a:cubicBezTo>
                <a:cubicBezTo>
                  <a:pt x="1789676" y="179520"/>
                  <a:pt x="1794272" y="176336"/>
                  <a:pt x="1800877" y="176962"/>
                </a:cubicBezTo>
                <a:cubicBezTo>
                  <a:pt x="1803456" y="177238"/>
                  <a:pt x="1806419" y="177866"/>
                  <a:pt x="1807768" y="180970"/>
                </a:cubicBezTo>
                <a:cubicBezTo>
                  <a:pt x="1809008" y="184077"/>
                  <a:pt x="1806920" y="185602"/>
                  <a:pt x="1805033" y="186998"/>
                </a:cubicBezTo>
                <a:cubicBezTo>
                  <a:pt x="1804538" y="187378"/>
                  <a:pt x="1804062" y="187878"/>
                  <a:pt x="1803513" y="187897"/>
                </a:cubicBezTo>
                <a:cubicBezTo>
                  <a:pt x="1793192" y="188971"/>
                  <a:pt x="1792155" y="198213"/>
                  <a:pt x="1788210" y="205008"/>
                </a:cubicBezTo>
                <a:cubicBezTo>
                  <a:pt x="1786981" y="207109"/>
                  <a:pt x="1787181" y="209161"/>
                  <a:pt x="1789189" y="211516"/>
                </a:cubicBezTo>
                <a:cubicBezTo>
                  <a:pt x="1792805" y="215755"/>
                  <a:pt x="1791009" y="217754"/>
                  <a:pt x="1787238" y="219092"/>
                </a:cubicBezTo>
                <a:cubicBezTo>
                  <a:pt x="1783468" y="220431"/>
                  <a:pt x="1779241" y="220936"/>
                  <a:pt x="1775376" y="223853"/>
                </a:cubicBezTo>
                <a:cubicBezTo>
                  <a:pt x="1782526" y="225913"/>
                  <a:pt x="1786885" y="223344"/>
                  <a:pt x="1790823" y="220183"/>
                </a:cubicBezTo>
                <a:cubicBezTo>
                  <a:pt x="1799706" y="213222"/>
                  <a:pt x="1804606" y="203244"/>
                  <a:pt x="1809140" y="193038"/>
                </a:cubicBezTo>
                <a:cubicBezTo>
                  <a:pt x="1810058" y="191068"/>
                  <a:pt x="1810720" y="188866"/>
                  <a:pt x="1812131" y="187244"/>
                </a:cubicBezTo>
                <a:cubicBezTo>
                  <a:pt x="1814734" y="184006"/>
                  <a:pt x="1817973" y="183534"/>
                  <a:pt x="1822285" y="187265"/>
                </a:cubicBezTo>
                <a:cubicBezTo>
                  <a:pt x="1827986" y="192161"/>
                  <a:pt x="1829688" y="191740"/>
                  <a:pt x="1830357" y="185176"/>
                </a:cubicBezTo>
                <a:cubicBezTo>
                  <a:pt x="1831230" y="176304"/>
                  <a:pt x="1835246" y="169991"/>
                  <a:pt x="1843210" y="166452"/>
                </a:cubicBezTo>
                <a:cubicBezTo>
                  <a:pt x="1844857" y="165669"/>
                  <a:pt x="1846579" y="164642"/>
                  <a:pt x="1848680" y="166146"/>
                </a:cubicBezTo>
                <a:cubicBezTo>
                  <a:pt x="1850928" y="167888"/>
                  <a:pt x="1849882" y="169740"/>
                  <a:pt x="1849367" y="171453"/>
                </a:cubicBezTo>
                <a:cubicBezTo>
                  <a:pt x="1848669" y="174142"/>
                  <a:pt x="1847750" y="176838"/>
                  <a:pt x="1847179" y="179643"/>
                </a:cubicBezTo>
                <a:cubicBezTo>
                  <a:pt x="1846092" y="184162"/>
                  <a:pt x="1846469" y="188874"/>
                  <a:pt x="1850415" y="193102"/>
                </a:cubicBezTo>
                <a:cubicBezTo>
                  <a:pt x="1853302" y="196154"/>
                  <a:pt x="1853390" y="198210"/>
                  <a:pt x="1850532" y="200487"/>
                </a:cubicBezTo>
                <a:cubicBezTo>
                  <a:pt x="1841337" y="207580"/>
                  <a:pt x="1836182" y="216597"/>
                  <a:pt x="1841761" y="230219"/>
                </a:cubicBezTo>
                <a:cubicBezTo>
                  <a:pt x="1842600" y="232129"/>
                  <a:pt x="1842231" y="234080"/>
                  <a:pt x="1840127" y="234029"/>
                </a:cubicBezTo>
                <a:cubicBezTo>
                  <a:pt x="1835462" y="233823"/>
                  <a:pt x="1835165" y="236983"/>
                  <a:pt x="1834336" y="240281"/>
                </a:cubicBezTo>
                <a:cubicBezTo>
                  <a:pt x="1826185" y="271930"/>
                  <a:pt x="1811726" y="299794"/>
                  <a:pt x="1794160" y="326066"/>
                </a:cubicBezTo>
                <a:cubicBezTo>
                  <a:pt x="1776776" y="352090"/>
                  <a:pt x="1756360" y="375551"/>
                  <a:pt x="1734263" y="398100"/>
                </a:cubicBezTo>
                <a:cubicBezTo>
                  <a:pt x="1741290" y="397137"/>
                  <a:pt x="1749841" y="392367"/>
                  <a:pt x="1757953" y="386885"/>
                </a:cubicBezTo>
                <a:cubicBezTo>
                  <a:pt x="1779363" y="372233"/>
                  <a:pt x="1795858" y="352780"/>
                  <a:pt x="1812737" y="333679"/>
                </a:cubicBezTo>
                <a:cubicBezTo>
                  <a:pt x="1824520" y="320320"/>
                  <a:pt x="1835921" y="306611"/>
                  <a:pt x="1849623" y="295005"/>
                </a:cubicBezTo>
                <a:cubicBezTo>
                  <a:pt x="1851198" y="293741"/>
                  <a:pt x="1852170" y="292134"/>
                  <a:pt x="1852869" y="290172"/>
                </a:cubicBezTo>
                <a:cubicBezTo>
                  <a:pt x="1853493" y="288455"/>
                  <a:pt x="1854575" y="286843"/>
                  <a:pt x="1856989" y="287489"/>
                </a:cubicBezTo>
                <a:cubicBezTo>
                  <a:pt x="1859421" y="288255"/>
                  <a:pt x="1859967" y="290417"/>
                  <a:pt x="1860256" y="292345"/>
                </a:cubicBezTo>
                <a:cubicBezTo>
                  <a:pt x="1861014" y="299589"/>
                  <a:pt x="1860126" y="306160"/>
                  <a:pt x="1856934" y="312082"/>
                </a:cubicBezTo>
                <a:cubicBezTo>
                  <a:pt x="1850769" y="323919"/>
                  <a:pt x="1841589" y="333313"/>
                  <a:pt x="1832409" y="342707"/>
                </a:cubicBezTo>
                <a:cubicBezTo>
                  <a:pt x="1819674" y="355613"/>
                  <a:pt x="1808201" y="369566"/>
                  <a:pt x="1798280" y="385043"/>
                </a:cubicBezTo>
                <a:cubicBezTo>
                  <a:pt x="1805957" y="377395"/>
                  <a:pt x="1813616" y="369627"/>
                  <a:pt x="1821403" y="361975"/>
                </a:cubicBezTo>
                <a:cubicBezTo>
                  <a:pt x="1827266" y="356205"/>
                  <a:pt x="1833385" y="350669"/>
                  <a:pt x="1839376" y="345017"/>
                </a:cubicBezTo>
                <a:cubicBezTo>
                  <a:pt x="1840824" y="343635"/>
                  <a:pt x="1842363" y="342130"/>
                  <a:pt x="1844940" y="343860"/>
                </a:cubicBezTo>
                <a:cubicBezTo>
                  <a:pt x="1847261" y="345357"/>
                  <a:pt x="1847276" y="347658"/>
                  <a:pt x="1847163" y="349842"/>
                </a:cubicBezTo>
                <a:cubicBezTo>
                  <a:pt x="1846803" y="358455"/>
                  <a:pt x="1843224" y="365480"/>
                  <a:pt x="1838440" y="371820"/>
                </a:cubicBezTo>
                <a:cubicBezTo>
                  <a:pt x="1832629" y="379404"/>
                  <a:pt x="1826434" y="386639"/>
                  <a:pt x="1820020" y="393881"/>
                </a:cubicBezTo>
                <a:cubicBezTo>
                  <a:pt x="1827744" y="391683"/>
                  <a:pt x="1835468" y="389484"/>
                  <a:pt x="1843247" y="387648"/>
                </a:cubicBezTo>
                <a:cubicBezTo>
                  <a:pt x="1841725" y="401751"/>
                  <a:pt x="1833688" y="404808"/>
                  <a:pt x="1826440" y="407232"/>
                </a:cubicBezTo>
                <a:cubicBezTo>
                  <a:pt x="1816648" y="410348"/>
                  <a:pt x="1807402" y="414172"/>
                  <a:pt x="1798339" y="418475"/>
                </a:cubicBezTo>
                <a:cubicBezTo>
                  <a:pt x="1794876" y="422589"/>
                  <a:pt x="1791394" y="426583"/>
                  <a:pt x="1788057" y="430814"/>
                </a:cubicBezTo>
                <a:cubicBezTo>
                  <a:pt x="1784629" y="435169"/>
                  <a:pt x="1781422" y="439516"/>
                  <a:pt x="1778250" y="444105"/>
                </a:cubicBezTo>
                <a:cubicBezTo>
                  <a:pt x="1775994" y="447452"/>
                  <a:pt x="1773118" y="450334"/>
                  <a:pt x="1777135" y="455772"/>
                </a:cubicBezTo>
                <a:cubicBezTo>
                  <a:pt x="1778942" y="458255"/>
                  <a:pt x="1771676" y="472309"/>
                  <a:pt x="1768839" y="473253"/>
                </a:cubicBezTo>
                <a:cubicBezTo>
                  <a:pt x="1768418" y="473388"/>
                  <a:pt x="1767997" y="473524"/>
                  <a:pt x="1767668" y="473535"/>
                </a:cubicBezTo>
                <a:cubicBezTo>
                  <a:pt x="1761228" y="473267"/>
                  <a:pt x="1760417" y="477413"/>
                  <a:pt x="1761086" y="482599"/>
                </a:cubicBezTo>
                <a:cubicBezTo>
                  <a:pt x="1761737" y="487665"/>
                  <a:pt x="1763777" y="493895"/>
                  <a:pt x="1754724" y="491656"/>
                </a:cubicBezTo>
                <a:cubicBezTo>
                  <a:pt x="1753700" y="491449"/>
                  <a:pt x="1753588" y="492179"/>
                  <a:pt x="1753277" y="493037"/>
                </a:cubicBezTo>
                <a:cubicBezTo>
                  <a:pt x="1747078" y="514930"/>
                  <a:pt x="1733660" y="532098"/>
                  <a:pt x="1720462" y="549260"/>
                </a:cubicBezTo>
                <a:cubicBezTo>
                  <a:pt x="1719711" y="550133"/>
                  <a:pt x="1718959" y="551006"/>
                  <a:pt x="1718208" y="551879"/>
                </a:cubicBezTo>
                <a:cubicBezTo>
                  <a:pt x="1734041" y="547106"/>
                  <a:pt x="1787566" y="539854"/>
                  <a:pt x="1803756" y="541126"/>
                </a:cubicBezTo>
                <a:cubicBezTo>
                  <a:pt x="1818152" y="542216"/>
                  <a:pt x="1894231" y="513247"/>
                  <a:pt x="1908471" y="497141"/>
                </a:cubicBezTo>
                <a:cubicBezTo>
                  <a:pt x="1912607" y="509237"/>
                  <a:pt x="1908391" y="514224"/>
                  <a:pt x="1905272" y="519902"/>
                </a:cubicBezTo>
                <a:cubicBezTo>
                  <a:pt x="1900852" y="527925"/>
                  <a:pt x="1900806" y="533498"/>
                  <a:pt x="1912287" y="539411"/>
                </a:cubicBezTo>
                <a:cubicBezTo>
                  <a:pt x="1945158" y="556233"/>
                  <a:pt x="1944919" y="556847"/>
                  <a:pt x="1920237" y="582026"/>
                </a:cubicBezTo>
                <a:cubicBezTo>
                  <a:pt x="1919083" y="583155"/>
                  <a:pt x="1920267" y="586628"/>
                  <a:pt x="1920300" y="589050"/>
                </a:cubicBezTo>
                <a:cubicBezTo>
                  <a:pt x="1928198" y="592418"/>
                  <a:pt x="1935458" y="582725"/>
                  <a:pt x="1945761" y="592554"/>
                </a:cubicBezTo>
                <a:cubicBezTo>
                  <a:pt x="1914573" y="638303"/>
                  <a:pt x="1863298" y="682549"/>
                  <a:pt x="1816062" y="717694"/>
                </a:cubicBezTo>
                <a:cubicBezTo>
                  <a:pt x="1859975" y="727239"/>
                  <a:pt x="1879537" y="687817"/>
                  <a:pt x="1911347" y="691712"/>
                </a:cubicBezTo>
                <a:cubicBezTo>
                  <a:pt x="1928637" y="703244"/>
                  <a:pt x="1885465" y="724322"/>
                  <a:pt x="1930338" y="728505"/>
                </a:cubicBezTo>
                <a:cubicBezTo>
                  <a:pt x="1912831" y="739754"/>
                  <a:pt x="1900227" y="750596"/>
                  <a:pt x="1888883" y="763212"/>
                </a:cubicBezTo>
                <a:cubicBezTo>
                  <a:pt x="1868779" y="785816"/>
                  <a:pt x="1866343" y="800434"/>
                  <a:pt x="1881503" y="829360"/>
                </a:cubicBezTo>
                <a:cubicBezTo>
                  <a:pt x="1891537" y="848405"/>
                  <a:pt x="1904519" y="865775"/>
                  <a:pt x="1898868" y="889102"/>
                </a:cubicBezTo>
                <a:cubicBezTo>
                  <a:pt x="1894984" y="905102"/>
                  <a:pt x="1898957" y="915386"/>
                  <a:pt x="1921600" y="907477"/>
                </a:cubicBezTo>
                <a:cubicBezTo>
                  <a:pt x="1946038" y="899023"/>
                  <a:pt x="1957836" y="912919"/>
                  <a:pt x="1955507" y="940738"/>
                </a:cubicBezTo>
                <a:cubicBezTo>
                  <a:pt x="1953999" y="958597"/>
                  <a:pt x="1959223" y="963993"/>
                  <a:pt x="1976480" y="961353"/>
                </a:cubicBezTo>
                <a:cubicBezTo>
                  <a:pt x="1995566" y="958409"/>
                  <a:pt x="2012270" y="946217"/>
                  <a:pt x="2037145" y="950953"/>
                </a:cubicBezTo>
                <a:cubicBezTo>
                  <a:pt x="2022790" y="983900"/>
                  <a:pt x="1980355" y="976122"/>
                  <a:pt x="1962579" y="1007610"/>
                </a:cubicBezTo>
                <a:cubicBezTo>
                  <a:pt x="1989274" y="1006833"/>
                  <a:pt x="2009675" y="1006025"/>
                  <a:pt x="2028420" y="998611"/>
                </a:cubicBezTo>
                <a:cubicBezTo>
                  <a:pt x="2036237" y="995562"/>
                  <a:pt x="2044822" y="992486"/>
                  <a:pt x="2050828" y="1001611"/>
                </a:cubicBezTo>
                <a:cubicBezTo>
                  <a:pt x="2058002" y="1012636"/>
                  <a:pt x="2047438" y="1017232"/>
                  <a:pt x="2041049" y="1019506"/>
                </a:cubicBezTo>
                <a:cubicBezTo>
                  <a:pt x="2023019" y="1025806"/>
                  <a:pt x="2010540" y="1039673"/>
                  <a:pt x="1996417" y="1050687"/>
                </a:cubicBezTo>
                <a:cubicBezTo>
                  <a:pt x="1965517" y="1074864"/>
                  <a:pt x="1930633" y="1095299"/>
                  <a:pt x="1907230" y="1134124"/>
                </a:cubicBezTo>
                <a:cubicBezTo>
                  <a:pt x="1942338" y="1123252"/>
                  <a:pt x="1966285" y="1099793"/>
                  <a:pt x="1999627" y="1094067"/>
                </a:cubicBezTo>
                <a:cubicBezTo>
                  <a:pt x="1975296" y="1129653"/>
                  <a:pt x="1940811" y="1153466"/>
                  <a:pt x="1908699" y="1179865"/>
                </a:cubicBezTo>
                <a:cubicBezTo>
                  <a:pt x="1899559" y="1187320"/>
                  <a:pt x="1889854" y="1192492"/>
                  <a:pt x="1889868" y="1207997"/>
                </a:cubicBezTo>
                <a:cubicBezTo>
                  <a:pt x="1889859" y="1238039"/>
                  <a:pt x="1880308" y="1263315"/>
                  <a:pt x="1853631" y="1277417"/>
                </a:cubicBezTo>
                <a:cubicBezTo>
                  <a:pt x="1853429" y="1277545"/>
                  <a:pt x="1855637" y="1281953"/>
                  <a:pt x="1857096" y="1285053"/>
                </a:cubicBezTo>
                <a:cubicBezTo>
                  <a:pt x="1874695" y="1285430"/>
                  <a:pt x="1885754" y="1267251"/>
                  <a:pt x="1909019" y="1272282"/>
                </a:cubicBezTo>
                <a:cubicBezTo>
                  <a:pt x="1891327" y="1296984"/>
                  <a:pt x="1876676" y="1319161"/>
                  <a:pt x="1848098" y="1331631"/>
                </a:cubicBezTo>
                <a:cubicBezTo>
                  <a:pt x="1825214" y="1341608"/>
                  <a:pt x="1796023" y="1347799"/>
                  <a:pt x="1782897" y="1377919"/>
                </a:cubicBezTo>
                <a:cubicBezTo>
                  <a:pt x="1804185" y="1383017"/>
                  <a:pt x="1818357" y="1375272"/>
                  <a:pt x="1832838" y="1369576"/>
                </a:cubicBezTo>
                <a:cubicBezTo>
                  <a:pt x="1855135" y="1360830"/>
                  <a:pt x="1876829" y="1351015"/>
                  <a:pt x="1899109" y="1342149"/>
                </a:cubicBezTo>
                <a:cubicBezTo>
                  <a:pt x="1907547" y="1338836"/>
                  <a:pt x="1916974" y="1336217"/>
                  <a:pt x="1924892" y="1350730"/>
                </a:cubicBezTo>
                <a:cubicBezTo>
                  <a:pt x="1895613" y="1354864"/>
                  <a:pt x="1880690" y="1375233"/>
                  <a:pt x="1864818" y="1394423"/>
                </a:cubicBezTo>
                <a:cubicBezTo>
                  <a:pt x="1855855" y="1405264"/>
                  <a:pt x="1849394" y="1419533"/>
                  <a:pt x="1829715" y="1414866"/>
                </a:cubicBezTo>
                <a:cubicBezTo>
                  <a:pt x="1819309" y="1412429"/>
                  <a:pt x="1814119" y="1420479"/>
                  <a:pt x="1816666" y="1430084"/>
                </a:cubicBezTo>
                <a:cubicBezTo>
                  <a:pt x="1825507" y="1463947"/>
                  <a:pt x="1804137" y="1476658"/>
                  <a:pt x="1781074" y="1483976"/>
                </a:cubicBezTo>
                <a:cubicBezTo>
                  <a:pt x="1737492" y="1497921"/>
                  <a:pt x="1703984" y="1528243"/>
                  <a:pt x="1662134" y="1545641"/>
                </a:cubicBezTo>
                <a:cubicBezTo>
                  <a:pt x="1621421" y="1562518"/>
                  <a:pt x="1309212" y="1644982"/>
                  <a:pt x="1228496" y="1654846"/>
                </a:cubicBezTo>
                <a:cubicBezTo>
                  <a:pt x="734555" y="1715203"/>
                  <a:pt x="322996" y="1384057"/>
                  <a:pt x="320643" y="1379412"/>
                </a:cubicBezTo>
                <a:cubicBezTo>
                  <a:pt x="309753" y="1357610"/>
                  <a:pt x="289550" y="1348720"/>
                  <a:pt x="270759" y="1337481"/>
                </a:cubicBezTo>
                <a:cubicBezTo>
                  <a:pt x="254380" y="1327615"/>
                  <a:pt x="236924" y="1317178"/>
                  <a:pt x="228113" y="1299667"/>
                </a:cubicBezTo>
                <a:cubicBezTo>
                  <a:pt x="216457" y="1276439"/>
                  <a:pt x="242409" y="1294947"/>
                  <a:pt x="245332" y="1285763"/>
                </a:cubicBezTo>
                <a:cubicBezTo>
                  <a:pt x="234720" y="1273886"/>
                  <a:pt x="219422" y="1263135"/>
                  <a:pt x="213716" y="1249396"/>
                </a:cubicBezTo>
                <a:cubicBezTo>
                  <a:pt x="193226" y="1199693"/>
                  <a:pt x="159853" y="1164111"/>
                  <a:pt x="113880" y="1137192"/>
                </a:cubicBezTo>
                <a:cubicBezTo>
                  <a:pt x="100682" y="1129398"/>
                  <a:pt x="90568" y="1114960"/>
                  <a:pt x="73848" y="1113100"/>
                </a:cubicBezTo>
                <a:cubicBezTo>
                  <a:pt x="36732" y="1109140"/>
                  <a:pt x="42172" y="1068255"/>
                  <a:pt x="20262" y="1050943"/>
                </a:cubicBezTo>
                <a:cubicBezTo>
                  <a:pt x="18197" y="1049317"/>
                  <a:pt x="13140" y="1027228"/>
                  <a:pt x="8594" y="1004970"/>
                </a:cubicBezTo>
                <a:lnTo>
                  <a:pt x="6782" y="995844"/>
                </a:lnTo>
                <a:lnTo>
                  <a:pt x="9723" y="994413"/>
                </a:lnTo>
                <a:lnTo>
                  <a:pt x="11036" y="999486"/>
                </a:lnTo>
                <a:cubicBezTo>
                  <a:pt x="14116" y="1010934"/>
                  <a:pt x="16915" y="1019681"/>
                  <a:pt x="17988" y="1017464"/>
                </a:cubicBezTo>
                <a:cubicBezTo>
                  <a:pt x="20833" y="1011433"/>
                  <a:pt x="25763" y="1006058"/>
                  <a:pt x="21859" y="998437"/>
                </a:cubicBezTo>
                <a:cubicBezTo>
                  <a:pt x="20668" y="996024"/>
                  <a:pt x="19866" y="989169"/>
                  <a:pt x="16530" y="989724"/>
                </a:cubicBezTo>
                <a:cubicBezTo>
                  <a:pt x="15419" y="989909"/>
                  <a:pt x="14026" y="990917"/>
                  <a:pt x="12243" y="993188"/>
                </a:cubicBezTo>
                <a:lnTo>
                  <a:pt x="9723" y="994413"/>
                </a:lnTo>
                <a:lnTo>
                  <a:pt x="7918" y="987443"/>
                </a:lnTo>
                <a:cubicBezTo>
                  <a:pt x="5848" y="979222"/>
                  <a:pt x="3867" y="971026"/>
                  <a:pt x="2405" y="965300"/>
                </a:cubicBezTo>
                <a:lnTo>
                  <a:pt x="2082" y="964112"/>
                </a:lnTo>
                <a:lnTo>
                  <a:pt x="2753" y="954092"/>
                </a:lnTo>
                <a:cubicBezTo>
                  <a:pt x="6094" y="926587"/>
                  <a:pt x="15819" y="895491"/>
                  <a:pt x="31565" y="893447"/>
                </a:cubicBezTo>
                <a:cubicBezTo>
                  <a:pt x="14910" y="860452"/>
                  <a:pt x="14910" y="860452"/>
                  <a:pt x="52206" y="854594"/>
                </a:cubicBezTo>
                <a:cubicBezTo>
                  <a:pt x="34417" y="833873"/>
                  <a:pt x="33602" y="828449"/>
                  <a:pt x="50189" y="820622"/>
                </a:cubicBezTo>
                <a:cubicBezTo>
                  <a:pt x="66154" y="813059"/>
                  <a:pt x="84692" y="810133"/>
                  <a:pt x="98777" y="798878"/>
                </a:cubicBezTo>
                <a:cubicBezTo>
                  <a:pt x="80210" y="772247"/>
                  <a:pt x="71439" y="741046"/>
                  <a:pt x="39476" y="728797"/>
                </a:cubicBezTo>
                <a:cubicBezTo>
                  <a:pt x="34448" y="726907"/>
                  <a:pt x="30032" y="718818"/>
                  <a:pt x="32418" y="714135"/>
                </a:cubicBezTo>
                <a:cubicBezTo>
                  <a:pt x="40731" y="696774"/>
                  <a:pt x="20252" y="664756"/>
                  <a:pt x="53538" y="660124"/>
                </a:cubicBezTo>
                <a:cubicBezTo>
                  <a:pt x="57637" y="659501"/>
                  <a:pt x="60972" y="655997"/>
                  <a:pt x="56972" y="651407"/>
                </a:cubicBezTo>
                <a:cubicBezTo>
                  <a:pt x="43255" y="635757"/>
                  <a:pt x="57141" y="636380"/>
                  <a:pt x="65176" y="634051"/>
                </a:cubicBezTo>
                <a:cubicBezTo>
                  <a:pt x="74914" y="631300"/>
                  <a:pt x="87381" y="637906"/>
                  <a:pt x="95408" y="628914"/>
                </a:cubicBezTo>
                <a:cubicBezTo>
                  <a:pt x="91836" y="619828"/>
                  <a:pt x="83730" y="620221"/>
                  <a:pt x="77587" y="617521"/>
                </a:cubicBezTo>
                <a:cubicBezTo>
                  <a:pt x="59614" y="609525"/>
                  <a:pt x="44480" y="599859"/>
                  <a:pt x="40415" y="577949"/>
                </a:cubicBezTo>
                <a:cubicBezTo>
                  <a:pt x="37093" y="560253"/>
                  <a:pt x="32981" y="544644"/>
                  <a:pt x="55219" y="538444"/>
                </a:cubicBezTo>
                <a:cubicBezTo>
                  <a:pt x="58715" y="537479"/>
                  <a:pt x="60237" y="535126"/>
                  <a:pt x="60443" y="532091"/>
                </a:cubicBezTo>
                <a:cubicBezTo>
                  <a:pt x="57374" y="529287"/>
                  <a:pt x="54396" y="526359"/>
                  <a:pt x="50996" y="524292"/>
                </a:cubicBezTo>
                <a:cubicBezTo>
                  <a:pt x="39608" y="517528"/>
                  <a:pt x="34518" y="507161"/>
                  <a:pt x="29797" y="496296"/>
                </a:cubicBezTo>
                <a:cubicBezTo>
                  <a:pt x="26770" y="489372"/>
                  <a:pt x="23432" y="482580"/>
                  <a:pt x="18024" y="476705"/>
                </a:cubicBezTo>
                <a:cubicBezTo>
                  <a:pt x="14719" y="473061"/>
                  <a:pt x="10899" y="470404"/>
                  <a:pt x="6382" y="468980"/>
                </a:cubicBezTo>
                <a:cubicBezTo>
                  <a:pt x="2433" y="467660"/>
                  <a:pt x="1045" y="465768"/>
                  <a:pt x="3045" y="462188"/>
                </a:cubicBezTo>
                <a:cubicBezTo>
                  <a:pt x="8676" y="451944"/>
                  <a:pt x="9882" y="440880"/>
                  <a:pt x="3241" y="428263"/>
                </a:cubicBezTo>
                <a:cubicBezTo>
                  <a:pt x="1234" y="424454"/>
                  <a:pt x="1715" y="421046"/>
                  <a:pt x="4901" y="419485"/>
                </a:cubicBezTo>
                <a:cubicBezTo>
                  <a:pt x="18138" y="412862"/>
                  <a:pt x="19513" y="398521"/>
                  <a:pt x="23740" y="386265"/>
                </a:cubicBezTo>
                <a:cubicBezTo>
                  <a:pt x="29730" y="368862"/>
                  <a:pt x="34898" y="351123"/>
                  <a:pt x="38036" y="332362"/>
                </a:cubicBezTo>
                <a:cubicBezTo>
                  <a:pt x="39882" y="321155"/>
                  <a:pt x="41636" y="310073"/>
                  <a:pt x="37374" y="297860"/>
                </a:cubicBezTo>
                <a:cubicBezTo>
                  <a:pt x="36372" y="294866"/>
                  <a:pt x="36979" y="292301"/>
                  <a:pt x="38062" y="289963"/>
                </a:cubicBezTo>
                <a:cubicBezTo>
                  <a:pt x="42597" y="279756"/>
                  <a:pt x="40233" y="269176"/>
                  <a:pt x="33975" y="258363"/>
                </a:cubicBezTo>
                <a:cubicBezTo>
                  <a:pt x="30124" y="251830"/>
                  <a:pt x="30327" y="250975"/>
                  <a:pt x="37608" y="250972"/>
                </a:cubicBezTo>
                <a:cubicBezTo>
                  <a:pt x="52373" y="250838"/>
                  <a:pt x="67064" y="250950"/>
                  <a:pt x="81247" y="248413"/>
                </a:cubicBezTo>
                <a:cubicBezTo>
                  <a:pt x="97150" y="245576"/>
                  <a:pt x="101622" y="240095"/>
                  <a:pt x="87026" y="225202"/>
                </a:cubicBezTo>
                <a:cubicBezTo>
                  <a:pt x="83902" y="222037"/>
                  <a:pt x="81054" y="218498"/>
                  <a:pt x="79230" y="214441"/>
                </a:cubicBezTo>
                <a:cubicBezTo>
                  <a:pt x="77862" y="211216"/>
                  <a:pt x="78287" y="208901"/>
                  <a:pt x="80686" y="207245"/>
                </a:cubicBezTo>
                <a:cubicBezTo>
                  <a:pt x="83470" y="205213"/>
                  <a:pt x="85515" y="207809"/>
                  <a:pt x="87561" y="209678"/>
                </a:cubicBezTo>
                <a:cubicBezTo>
                  <a:pt x="98670" y="219722"/>
                  <a:pt x="111705" y="226431"/>
                  <a:pt x="124299" y="233881"/>
                </a:cubicBezTo>
                <a:cubicBezTo>
                  <a:pt x="142359" y="244660"/>
                  <a:pt x="161098" y="254083"/>
                  <a:pt x="177764" y="267332"/>
                </a:cubicBezTo>
                <a:cubicBezTo>
                  <a:pt x="182022" y="270702"/>
                  <a:pt x="187661" y="267847"/>
                  <a:pt x="187213" y="261926"/>
                </a:cubicBezTo>
                <a:cubicBezTo>
                  <a:pt x="186764" y="256006"/>
                  <a:pt x="189728" y="255906"/>
                  <a:pt x="194336" y="257205"/>
                </a:cubicBezTo>
                <a:cubicBezTo>
                  <a:pt x="199860" y="258714"/>
                  <a:pt x="205383" y="260225"/>
                  <a:pt x="210832" y="261979"/>
                </a:cubicBezTo>
                <a:cubicBezTo>
                  <a:pt x="216519" y="263847"/>
                  <a:pt x="219586" y="268105"/>
                  <a:pt x="220950" y="273511"/>
                </a:cubicBezTo>
                <a:cubicBezTo>
                  <a:pt x="221214" y="274531"/>
                  <a:pt x="221414" y="275675"/>
                  <a:pt x="221307" y="276617"/>
                </a:cubicBezTo>
                <a:lnTo>
                  <a:pt x="220390" y="277794"/>
                </a:lnTo>
                <a:lnTo>
                  <a:pt x="219183" y="278292"/>
                </a:lnTo>
                <a:cubicBezTo>
                  <a:pt x="217931" y="278836"/>
                  <a:pt x="217855" y="278975"/>
                  <a:pt x="219827" y="278515"/>
                </a:cubicBezTo>
                <a:lnTo>
                  <a:pt x="220390" y="277794"/>
                </a:lnTo>
                <a:lnTo>
                  <a:pt x="225601" y="275640"/>
                </a:lnTo>
                <a:cubicBezTo>
                  <a:pt x="231073" y="273321"/>
                  <a:pt x="237769" y="270158"/>
                  <a:pt x="238724" y="267703"/>
                </a:cubicBezTo>
                <a:cubicBezTo>
                  <a:pt x="238798" y="267458"/>
                  <a:pt x="306285" y="282631"/>
                  <a:pt x="327694" y="292934"/>
                </a:cubicBezTo>
                <a:cubicBezTo>
                  <a:pt x="341022" y="299390"/>
                  <a:pt x="599973" y="399939"/>
                  <a:pt x="931839" y="361634"/>
                </a:cubicBezTo>
                <a:cubicBezTo>
                  <a:pt x="943550" y="360271"/>
                  <a:pt x="954656" y="359291"/>
                  <a:pt x="966001" y="358425"/>
                </a:cubicBezTo>
                <a:cubicBezTo>
                  <a:pt x="1066254" y="350083"/>
                  <a:pt x="1165022" y="344336"/>
                  <a:pt x="1205960" y="337022"/>
                </a:cubicBezTo>
                <a:cubicBezTo>
                  <a:pt x="1237967" y="331220"/>
                  <a:pt x="1399292" y="285815"/>
                  <a:pt x="1443309" y="250536"/>
                </a:cubicBezTo>
                <a:cubicBezTo>
                  <a:pt x="1488296" y="214376"/>
                  <a:pt x="1529886" y="174697"/>
                  <a:pt x="1571239" y="134904"/>
                </a:cubicBezTo>
                <a:cubicBezTo>
                  <a:pt x="1589175" y="117705"/>
                  <a:pt x="1608647" y="101907"/>
                  <a:pt x="1624246" y="82363"/>
                </a:cubicBezTo>
                <a:cubicBezTo>
                  <a:pt x="1639826" y="62699"/>
                  <a:pt x="1654419" y="42341"/>
                  <a:pt x="1671755" y="24072"/>
                </a:cubicBezTo>
                <a:cubicBezTo>
                  <a:pt x="1676702" y="18818"/>
                  <a:pt x="1681595" y="13202"/>
                  <a:pt x="1689812" y="12077"/>
                </a:cubicBezTo>
                <a:cubicBezTo>
                  <a:pt x="1691642" y="11773"/>
                  <a:pt x="1693636" y="11827"/>
                  <a:pt x="1695538" y="12005"/>
                </a:cubicBezTo>
                <a:cubicBezTo>
                  <a:pt x="1697661" y="12176"/>
                  <a:pt x="1699488" y="13326"/>
                  <a:pt x="1700565" y="15349"/>
                </a:cubicBezTo>
                <a:cubicBezTo>
                  <a:pt x="1701678" y="17614"/>
                  <a:pt x="1700559" y="18984"/>
                  <a:pt x="1699204" y="20240"/>
                </a:cubicBezTo>
                <a:cubicBezTo>
                  <a:pt x="1698233" y="21121"/>
                  <a:pt x="1697334" y="22484"/>
                  <a:pt x="1695943" y="22773"/>
                </a:cubicBezTo>
                <a:cubicBezTo>
                  <a:pt x="1687049" y="24526"/>
                  <a:pt x="1684751" y="31993"/>
                  <a:pt x="1681448" y="38645"/>
                </a:cubicBezTo>
                <a:cubicBezTo>
                  <a:pt x="1679999" y="41481"/>
                  <a:pt x="1678348" y="43716"/>
                  <a:pt x="1682349" y="47579"/>
                </a:cubicBezTo>
                <a:cubicBezTo>
                  <a:pt x="1685838" y="50975"/>
                  <a:pt x="1683037" y="52886"/>
                  <a:pt x="1680108" y="53954"/>
                </a:cubicBezTo>
                <a:cubicBezTo>
                  <a:pt x="1676026" y="55424"/>
                  <a:pt x="1670940" y="55353"/>
                  <a:pt x="1666762" y="59855"/>
                </a:cubicBezTo>
                <a:cubicBezTo>
                  <a:pt x="1684929" y="59606"/>
                  <a:pt x="1690893" y="47897"/>
                  <a:pt x="1697532" y="37014"/>
                </a:cubicBezTo>
                <a:cubicBezTo>
                  <a:pt x="1700026" y="33053"/>
                  <a:pt x="1701424" y="28403"/>
                  <a:pt x="1703406" y="23976"/>
                </a:cubicBezTo>
                <a:cubicBezTo>
                  <a:pt x="1705903" y="18562"/>
                  <a:pt x="1709708" y="18191"/>
                  <a:pt x="1715246" y="22729"/>
                </a:cubicBezTo>
                <a:cubicBezTo>
                  <a:pt x="1720161" y="26803"/>
                  <a:pt x="1722192" y="26372"/>
                  <a:pt x="1722750" y="20538"/>
                </a:cubicBezTo>
                <a:cubicBezTo>
                  <a:pt x="1723586" y="11425"/>
                  <a:pt x="1727676" y="4867"/>
                  <a:pt x="1735750" y="1324"/>
                </a:cubicBezTo>
                <a:cubicBezTo>
                  <a:pt x="1736629" y="931"/>
                  <a:pt x="1737585" y="324"/>
                  <a:pt x="1738585"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4" name="Picture Placeholder 33">
            <a:extLst>
              <a:ext uri="{FF2B5EF4-FFF2-40B4-BE49-F238E27FC236}">
                <a16:creationId xmlns:a16="http://schemas.microsoft.com/office/drawing/2014/main" id="{B2A55E5D-CF3C-4FCD-A6A9-AB4F8F16C90B}"/>
              </a:ext>
            </a:extLst>
          </p:cNvPr>
          <p:cNvSpPr>
            <a:spLocks noGrp="1"/>
          </p:cNvSpPr>
          <p:nvPr>
            <p:ph type="pic" sz="quarter" idx="16"/>
          </p:nvPr>
        </p:nvSpPr>
        <p:spPr>
          <a:xfrm>
            <a:off x="7439880" y="2176535"/>
            <a:ext cx="2053231" cy="1662194"/>
          </a:xfrm>
          <a:custGeom>
            <a:avLst/>
            <a:gdLst>
              <a:gd name="connsiteX0" fmla="*/ 520698 w 2053231"/>
              <a:gd name="connsiteY0" fmla="*/ 1336286 h 1662194"/>
              <a:gd name="connsiteX1" fmla="*/ 450256 w 2053231"/>
              <a:gd name="connsiteY1" fmla="*/ 1401286 h 1662194"/>
              <a:gd name="connsiteX2" fmla="*/ 522124 w 2053231"/>
              <a:gd name="connsiteY2" fmla="*/ 1337692 h 1662194"/>
              <a:gd name="connsiteX3" fmla="*/ 520698 w 2053231"/>
              <a:gd name="connsiteY3" fmla="*/ 1336286 h 1662194"/>
              <a:gd name="connsiteX4" fmla="*/ 356022 w 2053231"/>
              <a:gd name="connsiteY4" fmla="*/ 1224326 h 1662194"/>
              <a:gd name="connsiteX5" fmla="*/ 348499 w 2053231"/>
              <a:gd name="connsiteY5" fmla="*/ 1227123 h 1662194"/>
              <a:gd name="connsiteX6" fmla="*/ 342727 w 2053231"/>
              <a:gd name="connsiteY6" fmla="*/ 1233496 h 1662194"/>
              <a:gd name="connsiteX7" fmla="*/ 344041 w 2053231"/>
              <a:gd name="connsiteY7" fmla="*/ 1234905 h 1662194"/>
              <a:gd name="connsiteX8" fmla="*/ 356022 w 2053231"/>
              <a:gd name="connsiteY8" fmla="*/ 1224326 h 1662194"/>
              <a:gd name="connsiteX9" fmla="*/ 2051485 w 2053231"/>
              <a:gd name="connsiteY9" fmla="*/ 693085 h 1662194"/>
              <a:gd name="connsiteX10" fmla="*/ 2052521 w 2053231"/>
              <a:gd name="connsiteY10" fmla="*/ 699027 h 1662194"/>
              <a:gd name="connsiteX11" fmla="*/ 2053231 w 2053231"/>
              <a:gd name="connsiteY11" fmla="*/ 704209 h 1662194"/>
              <a:gd name="connsiteX12" fmla="*/ 2052578 w 2053231"/>
              <a:gd name="connsiteY12" fmla="*/ 703324 h 1662194"/>
              <a:gd name="connsiteX13" fmla="*/ 2051150 w 2053231"/>
              <a:gd name="connsiteY13" fmla="*/ 698083 h 1662194"/>
              <a:gd name="connsiteX14" fmla="*/ 2047071 w 2053231"/>
              <a:gd name="connsiteY14" fmla="*/ 666050 h 1662194"/>
              <a:gd name="connsiteX15" fmla="*/ 2051782 w 2053231"/>
              <a:gd name="connsiteY15" fmla="*/ 688658 h 1662194"/>
              <a:gd name="connsiteX16" fmla="*/ 2051485 w 2053231"/>
              <a:gd name="connsiteY16" fmla="*/ 693085 h 1662194"/>
              <a:gd name="connsiteX17" fmla="*/ 2050633 w 2053231"/>
              <a:gd name="connsiteY17" fmla="*/ 688201 h 1662194"/>
              <a:gd name="connsiteX18" fmla="*/ 2047896 w 2053231"/>
              <a:gd name="connsiteY18" fmla="*/ 673632 h 1662194"/>
              <a:gd name="connsiteX19" fmla="*/ 2046450 w 2053231"/>
              <a:gd name="connsiteY19" fmla="*/ 666352 h 1662194"/>
              <a:gd name="connsiteX20" fmla="*/ 916305 w 2053231"/>
              <a:gd name="connsiteY20" fmla="*/ 445 h 1662194"/>
              <a:gd name="connsiteX21" fmla="*/ 1732589 w 2053231"/>
              <a:gd name="connsiteY21" fmla="*/ 282783 h 1662194"/>
              <a:gd name="connsiteX22" fmla="*/ 1782473 w 2053231"/>
              <a:gd name="connsiteY22" fmla="*/ 324713 h 1662194"/>
              <a:gd name="connsiteX23" fmla="*/ 1825119 w 2053231"/>
              <a:gd name="connsiteY23" fmla="*/ 362527 h 1662194"/>
              <a:gd name="connsiteX24" fmla="*/ 1807900 w 2053231"/>
              <a:gd name="connsiteY24" fmla="*/ 376431 h 1662194"/>
              <a:gd name="connsiteX25" fmla="*/ 1839516 w 2053231"/>
              <a:gd name="connsiteY25" fmla="*/ 412799 h 1662194"/>
              <a:gd name="connsiteX26" fmla="*/ 1939352 w 2053231"/>
              <a:gd name="connsiteY26" fmla="*/ 525003 h 1662194"/>
              <a:gd name="connsiteX27" fmla="*/ 1979383 w 2053231"/>
              <a:gd name="connsiteY27" fmla="*/ 549095 h 1662194"/>
              <a:gd name="connsiteX28" fmla="*/ 2032970 w 2053231"/>
              <a:gd name="connsiteY28" fmla="*/ 611252 h 1662194"/>
              <a:gd name="connsiteX29" fmla="*/ 2044637 w 2053231"/>
              <a:gd name="connsiteY29" fmla="*/ 657225 h 1662194"/>
              <a:gd name="connsiteX30" fmla="*/ 2046450 w 2053231"/>
              <a:gd name="connsiteY30" fmla="*/ 666352 h 1662194"/>
              <a:gd name="connsiteX31" fmla="*/ 2043509 w 2053231"/>
              <a:gd name="connsiteY31" fmla="*/ 667781 h 1662194"/>
              <a:gd name="connsiteX32" fmla="*/ 2042196 w 2053231"/>
              <a:gd name="connsiteY32" fmla="*/ 662709 h 1662194"/>
              <a:gd name="connsiteX33" fmla="*/ 2035244 w 2053231"/>
              <a:gd name="connsiteY33" fmla="*/ 644730 h 1662194"/>
              <a:gd name="connsiteX34" fmla="*/ 2031373 w 2053231"/>
              <a:gd name="connsiteY34" fmla="*/ 663758 h 1662194"/>
              <a:gd name="connsiteX35" fmla="*/ 2036701 w 2053231"/>
              <a:gd name="connsiteY35" fmla="*/ 672471 h 1662194"/>
              <a:gd name="connsiteX36" fmla="*/ 2040989 w 2053231"/>
              <a:gd name="connsiteY36" fmla="*/ 669007 h 1662194"/>
              <a:gd name="connsiteX37" fmla="*/ 2043509 w 2053231"/>
              <a:gd name="connsiteY37" fmla="*/ 667781 h 1662194"/>
              <a:gd name="connsiteX38" fmla="*/ 2045314 w 2053231"/>
              <a:gd name="connsiteY38" fmla="*/ 674752 h 1662194"/>
              <a:gd name="connsiteX39" fmla="*/ 2050826 w 2053231"/>
              <a:gd name="connsiteY39" fmla="*/ 696895 h 1662194"/>
              <a:gd name="connsiteX40" fmla="*/ 2051150 w 2053231"/>
              <a:gd name="connsiteY40" fmla="*/ 698083 h 1662194"/>
              <a:gd name="connsiteX41" fmla="*/ 2050479 w 2053231"/>
              <a:gd name="connsiteY41" fmla="*/ 708103 h 1662194"/>
              <a:gd name="connsiteX42" fmla="*/ 2021667 w 2053231"/>
              <a:gd name="connsiteY42" fmla="*/ 768748 h 1662194"/>
              <a:gd name="connsiteX43" fmla="*/ 2001026 w 2053231"/>
              <a:gd name="connsiteY43" fmla="*/ 807600 h 1662194"/>
              <a:gd name="connsiteX44" fmla="*/ 2003043 w 2053231"/>
              <a:gd name="connsiteY44" fmla="*/ 841573 h 1662194"/>
              <a:gd name="connsiteX45" fmla="*/ 1954454 w 2053231"/>
              <a:gd name="connsiteY45" fmla="*/ 863318 h 1662194"/>
              <a:gd name="connsiteX46" fmla="*/ 2013756 w 2053231"/>
              <a:gd name="connsiteY46" fmla="*/ 933398 h 1662194"/>
              <a:gd name="connsiteX47" fmla="*/ 2020814 w 2053231"/>
              <a:gd name="connsiteY47" fmla="*/ 948060 h 1662194"/>
              <a:gd name="connsiteX48" fmla="*/ 1999694 w 2053231"/>
              <a:gd name="connsiteY48" fmla="*/ 1002071 h 1662194"/>
              <a:gd name="connsiteX49" fmla="*/ 1996260 w 2053231"/>
              <a:gd name="connsiteY49" fmla="*/ 1010788 h 1662194"/>
              <a:gd name="connsiteX50" fmla="*/ 1988056 w 2053231"/>
              <a:gd name="connsiteY50" fmla="*/ 1028144 h 1662194"/>
              <a:gd name="connsiteX51" fmla="*/ 1957824 w 2053231"/>
              <a:gd name="connsiteY51" fmla="*/ 1033281 h 1662194"/>
              <a:gd name="connsiteX52" fmla="*/ 1975645 w 2053231"/>
              <a:gd name="connsiteY52" fmla="*/ 1044674 h 1662194"/>
              <a:gd name="connsiteX53" fmla="*/ 2012817 w 2053231"/>
              <a:gd name="connsiteY53" fmla="*/ 1084246 h 1662194"/>
              <a:gd name="connsiteX54" fmla="*/ 1998012 w 2053231"/>
              <a:gd name="connsiteY54" fmla="*/ 1123751 h 1662194"/>
              <a:gd name="connsiteX55" fmla="*/ 1992789 w 2053231"/>
              <a:gd name="connsiteY55" fmla="*/ 1130104 h 1662194"/>
              <a:gd name="connsiteX56" fmla="*/ 2002236 w 2053231"/>
              <a:gd name="connsiteY56" fmla="*/ 1137903 h 1662194"/>
              <a:gd name="connsiteX57" fmla="*/ 2023435 w 2053231"/>
              <a:gd name="connsiteY57" fmla="*/ 1165899 h 1662194"/>
              <a:gd name="connsiteX58" fmla="*/ 2035208 w 2053231"/>
              <a:gd name="connsiteY58" fmla="*/ 1185490 h 1662194"/>
              <a:gd name="connsiteX59" fmla="*/ 2046850 w 2053231"/>
              <a:gd name="connsiteY59" fmla="*/ 1193215 h 1662194"/>
              <a:gd name="connsiteX60" fmla="*/ 2050187 w 2053231"/>
              <a:gd name="connsiteY60" fmla="*/ 1200006 h 1662194"/>
              <a:gd name="connsiteX61" fmla="*/ 2049990 w 2053231"/>
              <a:gd name="connsiteY61" fmla="*/ 1233932 h 1662194"/>
              <a:gd name="connsiteX62" fmla="*/ 2048331 w 2053231"/>
              <a:gd name="connsiteY62" fmla="*/ 1242710 h 1662194"/>
              <a:gd name="connsiteX63" fmla="*/ 2029492 w 2053231"/>
              <a:gd name="connsiteY63" fmla="*/ 1275930 h 1662194"/>
              <a:gd name="connsiteX64" fmla="*/ 2015196 w 2053231"/>
              <a:gd name="connsiteY64" fmla="*/ 1329833 h 1662194"/>
              <a:gd name="connsiteX65" fmla="*/ 2015858 w 2053231"/>
              <a:gd name="connsiteY65" fmla="*/ 1364335 h 1662194"/>
              <a:gd name="connsiteX66" fmla="*/ 2015170 w 2053231"/>
              <a:gd name="connsiteY66" fmla="*/ 1372232 h 1662194"/>
              <a:gd name="connsiteX67" fmla="*/ 2019257 w 2053231"/>
              <a:gd name="connsiteY67" fmla="*/ 1403832 h 1662194"/>
              <a:gd name="connsiteX68" fmla="*/ 2015624 w 2053231"/>
              <a:gd name="connsiteY68" fmla="*/ 1411223 h 1662194"/>
              <a:gd name="connsiteX69" fmla="*/ 1971985 w 2053231"/>
              <a:gd name="connsiteY69" fmla="*/ 1413782 h 1662194"/>
              <a:gd name="connsiteX70" fmla="*/ 1966206 w 2053231"/>
              <a:gd name="connsiteY70" fmla="*/ 1436993 h 1662194"/>
              <a:gd name="connsiteX71" fmla="*/ 1974002 w 2053231"/>
              <a:gd name="connsiteY71" fmla="*/ 1447754 h 1662194"/>
              <a:gd name="connsiteX72" fmla="*/ 1972546 w 2053231"/>
              <a:gd name="connsiteY72" fmla="*/ 1454950 h 1662194"/>
              <a:gd name="connsiteX73" fmla="*/ 1965670 w 2053231"/>
              <a:gd name="connsiteY73" fmla="*/ 1452516 h 1662194"/>
              <a:gd name="connsiteX74" fmla="*/ 1928933 w 2053231"/>
              <a:gd name="connsiteY74" fmla="*/ 1428314 h 1662194"/>
              <a:gd name="connsiteX75" fmla="*/ 1875468 w 2053231"/>
              <a:gd name="connsiteY75" fmla="*/ 1394863 h 1662194"/>
              <a:gd name="connsiteX76" fmla="*/ 1866020 w 2053231"/>
              <a:gd name="connsiteY76" fmla="*/ 1400268 h 1662194"/>
              <a:gd name="connsiteX77" fmla="*/ 1858896 w 2053231"/>
              <a:gd name="connsiteY77" fmla="*/ 1404990 h 1662194"/>
              <a:gd name="connsiteX78" fmla="*/ 1842400 w 2053231"/>
              <a:gd name="connsiteY78" fmla="*/ 1400216 h 1662194"/>
              <a:gd name="connsiteX79" fmla="*/ 1832282 w 2053231"/>
              <a:gd name="connsiteY79" fmla="*/ 1388684 h 1662194"/>
              <a:gd name="connsiteX80" fmla="*/ 1831924 w 2053231"/>
              <a:gd name="connsiteY80" fmla="*/ 1385578 h 1662194"/>
              <a:gd name="connsiteX81" fmla="*/ 1832842 w 2053231"/>
              <a:gd name="connsiteY81" fmla="*/ 1384401 h 1662194"/>
              <a:gd name="connsiteX82" fmla="*/ 1834049 w 2053231"/>
              <a:gd name="connsiteY82" fmla="*/ 1383903 h 1662194"/>
              <a:gd name="connsiteX83" fmla="*/ 1833405 w 2053231"/>
              <a:gd name="connsiteY83" fmla="*/ 1383680 h 1662194"/>
              <a:gd name="connsiteX84" fmla="*/ 1832842 w 2053231"/>
              <a:gd name="connsiteY84" fmla="*/ 1384401 h 1662194"/>
              <a:gd name="connsiteX85" fmla="*/ 1827631 w 2053231"/>
              <a:gd name="connsiteY85" fmla="*/ 1386555 h 1662194"/>
              <a:gd name="connsiteX86" fmla="*/ 1814508 w 2053231"/>
              <a:gd name="connsiteY86" fmla="*/ 1394492 h 1662194"/>
              <a:gd name="connsiteX87" fmla="*/ 1725537 w 2053231"/>
              <a:gd name="connsiteY87" fmla="*/ 1369261 h 1662194"/>
              <a:gd name="connsiteX88" fmla="*/ 1121393 w 2053231"/>
              <a:gd name="connsiteY88" fmla="*/ 1300561 h 1662194"/>
              <a:gd name="connsiteX89" fmla="*/ 1087231 w 2053231"/>
              <a:gd name="connsiteY89" fmla="*/ 1303770 h 1662194"/>
              <a:gd name="connsiteX90" fmla="*/ 847272 w 2053231"/>
              <a:gd name="connsiteY90" fmla="*/ 1325173 h 1662194"/>
              <a:gd name="connsiteX91" fmla="*/ 609922 w 2053231"/>
              <a:gd name="connsiteY91" fmla="*/ 1411659 h 1662194"/>
              <a:gd name="connsiteX92" fmla="*/ 481993 w 2053231"/>
              <a:gd name="connsiteY92" fmla="*/ 1527291 h 1662194"/>
              <a:gd name="connsiteX93" fmla="*/ 428986 w 2053231"/>
              <a:gd name="connsiteY93" fmla="*/ 1579832 h 1662194"/>
              <a:gd name="connsiteX94" fmla="*/ 381477 w 2053231"/>
              <a:gd name="connsiteY94" fmla="*/ 1638123 h 1662194"/>
              <a:gd name="connsiteX95" fmla="*/ 363420 w 2053231"/>
              <a:gd name="connsiteY95" fmla="*/ 1650118 h 1662194"/>
              <a:gd name="connsiteX96" fmla="*/ 357693 w 2053231"/>
              <a:gd name="connsiteY96" fmla="*/ 1650190 h 1662194"/>
              <a:gd name="connsiteX97" fmla="*/ 352667 w 2053231"/>
              <a:gd name="connsiteY97" fmla="*/ 1646846 h 1662194"/>
              <a:gd name="connsiteX98" fmla="*/ 354028 w 2053231"/>
              <a:gd name="connsiteY98" fmla="*/ 1641955 h 1662194"/>
              <a:gd name="connsiteX99" fmla="*/ 357289 w 2053231"/>
              <a:gd name="connsiteY99" fmla="*/ 1639422 h 1662194"/>
              <a:gd name="connsiteX100" fmla="*/ 371784 w 2053231"/>
              <a:gd name="connsiteY100" fmla="*/ 1623550 h 1662194"/>
              <a:gd name="connsiteX101" fmla="*/ 370883 w 2053231"/>
              <a:gd name="connsiteY101" fmla="*/ 1614616 h 1662194"/>
              <a:gd name="connsiteX102" fmla="*/ 373124 w 2053231"/>
              <a:gd name="connsiteY102" fmla="*/ 1608241 h 1662194"/>
              <a:gd name="connsiteX103" fmla="*/ 386470 w 2053231"/>
              <a:gd name="connsiteY103" fmla="*/ 1602340 h 1662194"/>
              <a:gd name="connsiteX104" fmla="*/ 355700 w 2053231"/>
              <a:gd name="connsiteY104" fmla="*/ 1625181 h 1662194"/>
              <a:gd name="connsiteX105" fmla="*/ 349826 w 2053231"/>
              <a:gd name="connsiteY105" fmla="*/ 1638219 h 1662194"/>
              <a:gd name="connsiteX106" fmla="*/ 337986 w 2053231"/>
              <a:gd name="connsiteY106" fmla="*/ 1639466 h 1662194"/>
              <a:gd name="connsiteX107" fmla="*/ 330482 w 2053231"/>
              <a:gd name="connsiteY107" fmla="*/ 1641657 h 1662194"/>
              <a:gd name="connsiteX108" fmla="*/ 317482 w 2053231"/>
              <a:gd name="connsiteY108" fmla="*/ 1660871 h 1662194"/>
              <a:gd name="connsiteX109" fmla="*/ 314646 w 2053231"/>
              <a:gd name="connsiteY109" fmla="*/ 1662102 h 1662194"/>
              <a:gd name="connsiteX110" fmla="*/ 311554 w 2053231"/>
              <a:gd name="connsiteY110" fmla="*/ 1661070 h 1662194"/>
              <a:gd name="connsiteX111" fmla="*/ 311545 w 2053231"/>
              <a:gd name="connsiteY111" fmla="*/ 1655134 h 1662194"/>
              <a:gd name="connsiteX112" fmla="*/ 314614 w 2053231"/>
              <a:gd name="connsiteY112" fmla="*/ 1645462 h 1662194"/>
              <a:gd name="connsiteX113" fmla="*/ 313142 w 2053231"/>
              <a:gd name="connsiteY113" fmla="*/ 1638607 h 1662194"/>
              <a:gd name="connsiteX114" fmla="*/ 314556 w 2053231"/>
              <a:gd name="connsiteY114" fmla="*/ 1623053 h 1662194"/>
              <a:gd name="connsiteX115" fmla="*/ 319806 w 2053231"/>
              <a:gd name="connsiteY115" fmla="*/ 1599255 h 1662194"/>
              <a:gd name="connsiteX116" fmla="*/ 323146 w 2053231"/>
              <a:gd name="connsiteY116" fmla="*/ 1592843 h 1662194"/>
              <a:gd name="connsiteX117" fmla="*/ 325583 w 2053231"/>
              <a:gd name="connsiteY117" fmla="*/ 1589975 h 1662194"/>
              <a:gd name="connsiteX118" fmla="*/ 370015 w 2053231"/>
              <a:gd name="connsiteY118" fmla="*/ 1496536 h 1662194"/>
              <a:gd name="connsiteX119" fmla="*/ 423387 w 2053231"/>
              <a:gd name="connsiteY119" fmla="*/ 1432474 h 1662194"/>
              <a:gd name="connsiteX120" fmla="*/ 424653 w 2053231"/>
              <a:gd name="connsiteY120" fmla="*/ 1429888 h 1662194"/>
              <a:gd name="connsiteX121" fmla="*/ 398489 w 2053231"/>
              <a:gd name="connsiteY121" fmla="*/ 1443730 h 1662194"/>
              <a:gd name="connsiteX122" fmla="*/ 344235 w 2053231"/>
              <a:gd name="connsiteY122" fmla="*/ 1498251 h 1662194"/>
              <a:gd name="connsiteX123" fmla="*/ 311709 w 2053231"/>
              <a:gd name="connsiteY123" fmla="*/ 1532174 h 1662194"/>
              <a:gd name="connsiteX124" fmla="*/ 307346 w 2053231"/>
              <a:gd name="connsiteY124" fmla="*/ 1538378 h 1662194"/>
              <a:gd name="connsiteX125" fmla="*/ 303885 w 2053231"/>
              <a:gd name="connsiteY125" fmla="*/ 1540312 h 1662194"/>
              <a:gd name="connsiteX126" fmla="*/ 300616 w 2053231"/>
              <a:gd name="connsiteY126" fmla="*/ 1536182 h 1662194"/>
              <a:gd name="connsiteX127" fmla="*/ 301738 w 2053231"/>
              <a:gd name="connsiteY127" fmla="*/ 1520154 h 1662194"/>
              <a:gd name="connsiteX128" fmla="*/ 325516 w 2053231"/>
              <a:gd name="connsiteY128" fmla="*/ 1487494 h 1662194"/>
              <a:gd name="connsiteX129" fmla="*/ 359878 w 2053231"/>
              <a:gd name="connsiteY129" fmla="*/ 1448180 h 1662194"/>
              <a:gd name="connsiteX130" fmla="*/ 361202 w 2053231"/>
              <a:gd name="connsiteY130" fmla="*/ 1443774 h 1662194"/>
              <a:gd name="connsiteX131" fmla="*/ 341396 w 2053231"/>
              <a:gd name="connsiteY131" fmla="*/ 1463217 h 1662194"/>
              <a:gd name="connsiteX132" fmla="*/ 321920 w 2053231"/>
              <a:gd name="connsiteY132" fmla="*/ 1481922 h 1662194"/>
              <a:gd name="connsiteX133" fmla="*/ 316026 w 2053231"/>
              <a:gd name="connsiteY133" fmla="*/ 1483817 h 1662194"/>
              <a:gd name="connsiteX134" fmla="*/ 313293 w 2053231"/>
              <a:gd name="connsiteY134" fmla="*/ 1476640 h 1662194"/>
              <a:gd name="connsiteX135" fmla="*/ 320987 w 2053231"/>
              <a:gd name="connsiteY135" fmla="*/ 1457363 h 1662194"/>
              <a:gd name="connsiteX136" fmla="*/ 366421 w 2053231"/>
              <a:gd name="connsiteY136" fmla="*/ 1404350 h 1662194"/>
              <a:gd name="connsiteX137" fmla="*/ 388676 w 2053231"/>
              <a:gd name="connsiteY137" fmla="*/ 1374043 h 1662194"/>
              <a:gd name="connsiteX138" fmla="*/ 388815 w 2053231"/>
              <a:gd name="connsiteY138" fmla="*/ 1366891 h 1662194"/>
              <a:gd name="connsiteX139" fmla="*/ 399153 w 2053231"/>
              <a:gd name="connsiteY139" fmla="*/ 1354187 h 1662194"/>
              <a:gd name="connsiteX140" fmla="*/ 406567 w 2053231"/>
              <a:gd name="connsiteY140" fmla="*/ 1351394 h 1662194"/>
              <a:gd name="connsiteX141" fmla="*/ 482069 w 2053231"/>
              <a:gd name="connsiteY141" fmla="*/ 1267205 h 1662194"/>
              <a:gd name="connsiteX142" fmla="*/ 518959 w 2053231"/>
              <a:gd name="connsiteY142" fmla="*/ 1238829 h 1662194"/>
              <a:gd name="connsiteX143" fmla="*/ 518670 w 2053231"/>
              <a:gd name="connsiteY143" fmla="*/ 1236900 h 1662194"/>
              <a:gd name="connsiteX144" fmla="*/ 518032 w 2053231"/>
              <a:gd name="connsiteY144" fmla="*/ 1234863 h 1662194"/>
              <a:gd name="connsiteX145" fmla="*/ 466046 w 2053231"/>
              <a:gd name="connsiteY145" fmla="*/ 1277315 h 1662194"/>
              <a:gd name="connsiteX146" fmla="*/ 333346 w 2053231"/>
              <a:gd name="connsiteY146" fmla="*/ 1401587 h 1662194"/>
              <a:gd name="connsiteX147" fmla="*/ 295020 w 2053231"/>
              <a:gd name="connsiteY147" fmla="*/ 1449030 h 1662194"/>
              <a:gd name="connsiteX148" fmla="*/ 267879 w 2053231"/>
              <a:gd name="connsiteY148" fmla="*/ 1479137 h 1662194"/>
              <a:gd name="connsiteX149" fmla="*/ 252355 w 2053231"/>
              <a:gd name="connsiteY149" fmla="*/ 1485233 h 1662194"/>
              <a:gd name="connsiteX150" fmla="*/ 245464 w 2053231"/>
              <a:gd name="connsiteY150" fmla="*/ 1481225 h 1662194"/>
              <a:gd name="connsiteX151" fmla="*/ 248199 w 2053231"/>
              <a:gd name="connsiteY151" fmla="*/ 1475198 h 1662194"/>
              <a:gd name="connsiteX152" fmla="*/ 249719 w 2053231"/>
              <a:gd name="connsiteY152" fmla="*/ 1474298 h 1662194"/>
              <a:gd name="connsiteX153" fmla="*/ 265022 w 2053231"/>
              <a:gd name="connsiteY153" fmla="*/ 1457187 h 1662194"/>
              <a:gd name="connsiteX154" fmla="*/ 264043 w 2053231"/>
              <a:gd name="connsiteY154" fmla="*/ 1450679 h 1662194"/>
              <a:gd name="connsiteX155" fmla="*/ 265994 w 2053231"/>
              <a:gd name="connsiteY155" fmla="*/ 1443103 h 1662194"/>
              <a:gd name="connsiteX156" fmla="*/ 277856 w 2053231"/>
              <a:gd name="connsiteY156" fmla="*/ 1438342 h 1662194"/>
              <a:gd name="connsiteX157" fmla="*/ 262409 w 2053231"/>
              <a:gd name="connsiteY157" fmla="*/ 1442012 h 1662194"/>
              <a:gd name="connsiteX158" fmla="*/ 244092 w 2053231"/>
              <a:gd name="connsiteY158" fmla="*/ 1469157 h 1662194"/>
              <a:gd name="connsiteX159" fmla="*/ 241101 w 2053231"/>
              <a:gd name="connsiteY159" fmla="*/ 1474951 h 1662194"/>
              <a:gd name="connsiteX160" fmla="*/ 230946 w 2053231"/>
              <a:gd name="connsiteY160" fmla="*/ 1474930 h 1662194"/>
              <a:gd name="connsiteX161" fmla="*/ 222876 w 2053231"/>
              <a:gd name="connsiteY161" fmla="*/ 1477019 h 1662194"/>
              <a:gd name="connsiteX162" fmla="*/ 210022 w 2053231"/>
              <a:gd name="connsiteY162" fmla="*/ 1495743 h 1662194"/>
              <a:gd name="connsiteX163" fmla="*/ 204551 w 2053231"/>
              <a:gd name="connsiteY163" fmla="*/ 1496049 h 1662194"/>
              <a:gd name="connsiteX164" fmla="*/ 203865 w 2053231"/>
              <a:gd name="connsiteY164" fmla="*/ 1490741 h 1662194"/>
              <a:gd name="connsiteX165" fmla="*/ 206053 w 2053231"/>
              <a:gd name="connsiteY165" fmla="*/ 1482552 h 1662194"/>
              <a:gd name="connsiteX166" fmla="*/ 202817 w 2053231"/>
              <a:gd name="connsiteY166" fmla="*/ 1469093 h 1662194"/>
              <a:gd name="connsiteX167" fmla="*/ 202700 w 2053231"/>
              <a:gd name="connsiteY167" fmla="*/ 1461708 h 1662194"/>
              <a:gd name="connsiteX168" fmla="*/ 211471 w 2053231"/>
              <a:gd name="connsiteY168" fmla="*/ 1431976 h 1662194"/>
              <a:gd name="connsiteX169" fmla="*/ 213105 w 2053231"/>
              <a:gd name="connsiteY169" fmla="*/ 1428166 h 1662194"/>
              <a:gd name="connsiteX170" fmla="*/ 218896 w 2053231"/>
              <a:gd name="connsiteY170" fmla="*/ 1421914 h 1662194"/>
              <a:gd name="connsiteX171" fmla="*/ 259072 w 2053231"/>
              <a:gd name="connsiteY171" fmla="*/ 1336129 h 1662194"/>
              <a:gd name="connsiteX172" fmla="*/ 318969 w 2053231"/>
              <a:gd name="connsiteY172" fmla="*/ 1264095 h 1662194"/>
              <a:gd name="connsiteX173" fmla="*/ 295279 w 2053231"/>
              <a:gd name="connsiteY173" fmla="*/ 1275310 h 1662194"/>
              <a:gd name="connsiteX174" fmla="*/ 240496 w 2053231"/>
              <a:gd name="connsiteY174" fmla="*/ 1328516 h 1662194"/>
              <a:gd name="connsiteX175" fmla="*/ 203609 w 2053231"/>
              <a:gd name="connsiteY175" fmla="*/ 1367190 h 1662194"/>
              <a:gd name="connsiteX176" fmla="*/ 200364 w 2053231"/>
              <a:gd name="connsiteY176" fmla="*/ 1372023 h 1662194"/>
              <a:gd name="connsiteX177" fmla="*/ 196243 w 2053231"/>
              <a:gd name="connsiteY177" fmla="*/ 1374706 h 1662194"/>
              <a:gd name="connsiteX178" fmla="*/ 192975 w 2053231"/>
              <a:gd name="connsiteY178" fmla="*/ 1369850 h 1662194"/>
              <a:gd name="connsiteX179" fmla="*/ 196298 w 2053231"/>
              <a:gd name="connsiteY179" fmla="*/ 1350114 h 1662194"/>
              <a:gd name="connsiteX180" fmla="*/ 220824 w 2053231"/>
              <a:gd name="connsiteY180" fmla="*/ 1319488 h 1662194"/>
              <a:gd name="connsiteX181" fmla="*/ 254952 w 2053231"/>
              <a:gd name="connsiteY181" fmla="*/ 1277152 h 1662194"/>
              <a:gd name="connsiteX182" fmla="*/ 231829 w 2053231"/>
              <a:gd name="connsiteY182" fmla="*/ 1300220 h 1662194"/>
              <a:gd name="connsiteX183" fmla="*/ 213856 w 2053231"/>
              <a:gd name="connsiteY183" fmla="*/ 1317178 h 1662194"/>
              <a:gd name="connsiteX184" fmla="*/ 208292 w 2053231"/>
              <a:gd name="connsiteY184" fmla="*/ 1318335 h 1662194"/>
              <a:gd name="connsiteX185" fmla="*/ 206069 w 2053231"/>
              <a:gd name="connsiteY185" fmla="*/ 1312353 h 1662194"/>
              <a:gd name="connsiteX186" fmla="*/ 214792 w 2053231"/>
              <a:gd name="connsiteY186" fmla="*/ 1290375 h 1662194"/>
              <a:gd name="connsiteX187" fmla="*/ 233212 w 2053231"/>
              <a:gd name="connsiteY187" fmla="*/ 1268314 h 1662194"/>
              <a:gd name="connsiteX188" fmla="*/ 209985 w 2053231"/>
              <a:gd name="connsiteY188" fmla="*/ 1274547 h 1662194"/>
              <a:gd name="connsiteX189" fmla="*/ 226792 w 2053231"/>
              <a:gd name="connsiteY189" fmla="*/ 1254963 h 1662194"/>
              <a:gd name="connsiteX190" fmla="*/ 254893 w 2053231"/>
              <a:gd name="connsiteY190" fmla="*/ 1243720 h 1662194"/>
              <a:gd name="connsiteX191" fmla="*/ 265174 w 2053231"/>
              <a:gd name="connsiteY191" fmla="*/ 1231381 h 1662194"/>
              <a:gd name="connsiteX192" fmla="*/ 274983 w 2053231"/>
              <a:gd name="connsiteY192" fmla="*/ 1218089 h 1662194"/>
              <a:gd name="connsiteX193" fmla="*/ 276097 w 2053231"/>
              <a:gd name="connsiteY193" fmla="*/ 1206423 h 1662194"/>
              <a:gd name="connsiteX194" fmla="*/ 284394 w 2053231"/>
              <a:gd name="connsiteY194" fmla="*/ 1188942 h 1662194"/>
              <a:gd name="connsiteX195" fmla="*/ 285564 w 2053231"/>
              <a:gd name="connsiteY195" fmla="*/ 1188660 h 1662194"/>
              <a:gd name="connsiteX196" fmla="*/ 292146 w 2053231"/>
              <a:gd name="connsiteY196" fmla="*/ 1179596 h 1662194"/>
              <a:gd name="connsiteX197" fmla="*/ 298508 w 2053231"/>
              <a:gd name="connsiteY197" fmla="*/ 1170539 h 1662194"/>
              <a:gd name="connsiteX198" fmla="*/ 299955 w 2053231"/>
              <a:gd name="connsiteY198" fmla="*/ 1169157 h 1662194"/>
              <a:gd name="connsiteX199" fmla="*/ 332770 w 2053231"/>
              <a:gd name="connsiteY199" fmla="*/ 1112935 h 1662194"/>
              <a:gd name="connsiteX200" fmla="*/ 335024 w 2053231"/>
              <a:gd name="connsiteY200" fmla="*/ 1110316 h 1662194"/>
              <a:gd name="connsiteX201" fmla="*/ 249476 w 2053231"/>
              <a:gd name="connsiteY201" fmla="*/ 1121069 h 1662194"/>
              <a:gd name="connsiteX202" fmla="*/ 144761 w 2053231"/>
              <a:gd name="connsiteY202" fmla="*/ 1165054 h 1662194"/>
              <a:gd name="connsiteX203" fmla="*/ 147960 w 2053231"/>
              <a:gd name="connsiteY203" fmla="*/ 1142293 h 1662194"/>
              <a:gd name="connsiteX204" fmla="*/ 140945 w 2053231"/>
              <a:gd name="connsiteY204" fmla="*/ 1122784 h 1662194"/>
              <a:gd name="connsiteX205" fmla="*/ 132995 w 2053231"/>
              <a:gd name="connsiteY205" fmla="*/ 1080169 h 1662194"/>
              <a:gd name="connsiteX206" fmla="*/ 132932 w 2053231"/>
              <a:gd name="connsiteY206" fmla="*/ 1073145 h 1662194"/>
              <a:gd name="connsiteX207" fmla="*/ 107471 w 2053231"/>
              <a:gd name="connsiteY207" fmla="*/ 1069641 h 1662194"/>
              <a:gd name="connsiteX208" fmla="*/ 237170 w 2053231"/>
              <a:gd name="connsiteY208" fmla="*/ 944501 h 1662194"/>
              <a:gd name="connsiteX209" fmla="*/ 141885 w 2053231"/>
              <a:gd name="connsiteY209" fmla="*/ 970482 h 1662194"/>
              <a:gd name="connsiteX210" fmla="*/ 122894 w 2053231"/>
              <a:gd name="connsiteY210" fmla="*/ 933690 h 1662194"/>
              <a:gd name="connsiteX211" fmla="*/ 164349 w 2053231"/>
              <a:gd name="connsiteY211" fmla="*/ 898983 h 1662194"/>
              <a:gd name="connsiteX212" fmla="*/ 171729 w 2053231"/>
              <a:gd name="connsiteY212" fmla="*/ 832835 h 1662194"/>
              <a:gd name="connsiteX213" fmla="*/ 154364 w 2053231"/>
              <a:gd name="connsiteY213" fmla="*/ 773093 h 1662194"/>
              <a:gd name="connsiteX214" fmla="*/ 131632 w 2053231"/>
              <a:gd name="connsiteY214" fmla="*/ 754718 h 1662194"/>
              <a:gd name="connsiteX215" fmla="*/ 97724 w 2053231"/>
              <a:gd name="connsiteY215" fmla="*/ 721457 h 1662194"/>
              <a:gd name="connsiteX216" fmla="*/ 76752 w 2053231"/>
              <a:gd name="connsiteY216" fmla="*/ 700842 h 1662194"/>
              <a:gd name="connsiteX217" fmla="*/ 16087 w 2053231"/>
              <a:gd name="connsiteY217" fmla="*/ 711242 h 1662194"/>
              <a:gd name="connsiteX218" fmla="*/ 90653 w 2053231"/>
              <a:gd name="connsiteY218" fmla="*/ 654584 h 1662194"/>
              <a:gd name="connsiteX219" fmla="*/ 24812 w 2053231"/>
              <a:gd name="connsiteY219" fmla="*/ 663584 h 1662194"/>
              <a:gd name="connsiteX220" fmla="*/ 2404 w 2053231"/>
              <a:gd name="connsiteY220" fmla="*/ 660583 h 1662194"/>
              <a:gd name="connsiteX221" fmla="*/ 12183 w 2053231"/>
              <a:gd name="connsiteY221" fmla="*/ 642689 h 1662194"/>
              <a:gd name="connsiteX222" fmla="*/ 56815 w 2053231"/>
              <a:gd name="connsiteY222" fmla="*/ 611508 h 1662194"/>
              <a:gd name="connsiteX223" fmla="*/ 146002 w 2053231"/>
              <a:gd name="connsiteY223" fmla="*/ 528070 h 1662194"/>
              <a:gd name="connsiteX224" fmla="*/ 53605 w 2053231"/>
              <a:gd name="connsiteY224" fmla="*/ 568128 h 1662194"/>
              <a:gd name="connsiteX225" fmla="*/ 144533 w 2053231"/>
              <a:gd name="connsiteY225" fmla="*/ 482331 h 1662194"/>
              <a:gd name="connsiteX226" fmla="*/ 163364 w 2053231"/>
              <a:gd name="connsiteY226" fmla="*/ 454197 h 1662194"/>
              <a:gd name="connsiteX227" fmla="*/ 199601 w 2053231"/>
              <a:gd name="connsiteY227" fmla="*/ 384777 h 1662194"/>
              <a:gd name="connsiteX228" fmla="*/ 196137 w 2053231"/>
              <a:gd name="connsiteY228" fmla="*/ 377142 h 1662194"/>
              <a:gd name="connsiteX229" fmla="*/ 144214 w 2053231"/>
              <a:gd name="connsiteY229" fmla="*/ 389913 h 1662194"/>
              <a:gd name="connsiteX230" fmla="*/ 205134 w 2053231"/>
              <a:gd name="connsiteY230" fmla="*/ 330564 h 1662194"/>
              <a:gd name="connsiteX231" fmla="*/ 270335 w 2053231"/>
              <a:gd name="connsiteY231" fmla="*/ 284275 h 1662194"/>
              <a:gd name="connsiteX232" fmla="*/ 220394 w 2053231"/>
              <a:gd name="connsiteY232" fmla="*/ 292619 h 1662194"/>
              <a:gd name="connsiteX233" fmla="*/ 154123 w 2053231"/>
              <a:gd name="connsiteY233" fmla="*/ 320046 h 1662194"/>
              <a:gd name="connsiteX234" fmla="*/ 128340 w 2053231"/>
              <a:gd name="connsiteY234" fmla="*/ 311465 h 1662194"/>
              <a:gd name="connsiteX235" fmla="*/ 188414 w 2053231"/>
              <a:gd name="connsiteY235" fmla="*/ 267772 h 1662194"/>
              <a:gd name="connsiteX236" fmla="*/ 223518 w 2053231"/>
              <a:gd name="connsiteY236" fmla="*/ 247329 h 1662194"/>
              <a:gd name="connsiteX237" fmla="*/ 236566 w 2053231"/>
              <a:gd name="connsiteY237" fmla="*/ 232111 h 1662194"/>
              <a:gd name="connsiteX238" fmla="*/ 272158 w 2053231"/>
              <a:gd name="connsiteY238" fmla="*/ 178219 h 1662194"/>
              <a:gd name="connsiteX239" fmla="*/ 391098 w 2053231"/>
              <a:gd name="connsiteY239" fmla="*/ 116554 h 1662194"/>
              <a:gd name="connsiteX240" fmla="*/ 824736 w 2053231"/>
              <a:gd name="connsiteY240" fmla="*/ 7349 h 1662194"/>
              <a:gd name="connsiteX241" fmla="*/ 916305 w 2053231"/>
              <a:gd name="connsiteY241" fmla="*/ 445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1" h="1662194">
                <a:moveTo>
                  <a:pt x="520698" y="1336286"/>
                </a:moveTo>
                <a:cubicBezTo>
                  <a:pt x="493631" y="1354399"/>
                  <a:pt x="468499" y="1374385"/>
                  <a:pt x="450256" y="1401286"/>
                </a:cubicBezTo>
                <a:cubicBezTo>
                  <a:pt x="474217" y="1380128"/>
                  <a:pt x="498161" y="1358850"/>
                  <a:pt x="522124" y="1337692"/>
                </a:cubicBezTo>
                <a:cubicBezTo>
                  <a:pt x="521611" y="1337225"/>
                  <a:pt x="521210" y="1336753"/>
                  <a:pt x="520698" y="1336286"/>
                </a:cubicBezTo>
                <a:close/>
                <a:moveTo>
                  <a:pt x="356022" y="1224326"/>
                </a:moveTo>
                <a:cubicBezTo>
                  <a:pt x="353624" y="1225255"/>
                  <a:pt x="351007" y="1226191"/>
                  <a:pt x="348499" y="1227123"/>
                </a:cubicBezTo>
                <a:cubicBezTo>
                  <a:pt x="346610" y="1229246"/>
                  <a:pt x="344595" y="1231252"/>
                  <a:pt x="342727" y="1233496"/>
                </a:cubicBezTo>
                <a:cubicBezTo>
                  <a:pt x="343128" y="1233967"/>
                  <a:pt x="343639" y="1234433"/>
                  <a:pt x="344041" y="1234905"/>
                </a:cubicBezTo>
                <a:cubicBezTo>
                  <a:pt x="348035" y="1231379"/>
                  <a:pt x="352028" y="1227852"/>
                  <a:pt x="356022" y="1224326"/>
                </a:cubicBezTo>
                <a:close/>
                <a:moveTo>
                  <a:pt x="2051485" y="693085"/>
                </a:moveTo>
                <a:lnTo>
                  <a:pt x="2052521" y="699027"/>
                </a:lnTo>
                <a:cubicBezTo>
                  <a:pt x="2052973" y="701801"/>
                  <a:pt x="2053227" y="703634"/>
                  <a:pt x="2053231" y="704209"/>
                </a:cubicBezTo>
                <a:cubicBezTo>
                  <a:pt x="2053232" y="705042"/>
                  <a:pt x="2052996" y="704645"/>
                  <a:pt x="2052578" y="703324"/>
                </a:cubicBezTo>
                <a:lnTo>
                  <a:pt x="2051150" y="698083"/>
                </a:lnTo>
                <a:close/>
                <a:moveTo>
                  <a:pt x="2047071" y="666050"/>
                </a:moveTo>
                <a:cubicBezTo>
                  <a:pt x="2050290" y="667927"/>
                  <a:pt x="2051845" y="676823"/>
                  <a:pt x="2051782" y="688658"/>
                </a:cubicBezTo>
                <a:lnTo>
                  <a:pt x="2051485" y="693085"/>
                </a:lnTo>
                <a:lnTo>
                  <a:pt x="2050633" y="688201"/>
                </a:lnTo>
                <a:cubicBezTo>
                  <a:pt x="2049844" y="683863"/>
                  <a:pt x="2048914" y="678901"/>
                  <a:pt x="2047896" y="673632"/>
                </a:cubicBezTo>
                <a:lnTo>
                  <a:pt x="2046450" y="666352"/>
                </a:lnTo>
                <a:close/>
                <a:moveTo>
                  <a:pt x="916305" y="445"/>
                </a:moveTo>
                <a:cubicBezTo>
                  <a:pt x="1368523" y="-12890"/>
                  <a:pt x="1730383" y="278428"/>
                  <a:pt x="1732589" y="282783"/>
                </a:cubicBezTo>
                <a:cubicBezTo>
                  <a:pt x="1743478" y="304585"/>
                  <a:pt x="1763682" y="313475"/>
                  <a:pt x="1782473" y="324713"/>
                </a:cubicBezTo>
                <a:cubicBezTo>
                  <a:pt x="1798851" y="334580"/>
                  <a:pt x="1816308" y="345016"/>
                  <a:pt x="1825119" y="362527"/>
                </a:cubicBezTo>
                <a:cubicBezTo>
                  <a:pt x="1836775" y="385756"/>
                  <a:pt x="1810822" y="367248"/>
                  <a:pt x="1807900" y="376431"/>
                </a:cubicBezTo>
                <a:cubicBezTo>
                  <a:pt x="1818512" y="388309"/>
                  <a:pt x="1833810" y="399060"/>
                  <a:pt x="1839516" y="412799"/>
                </a:cubicBezTo>
                <a:cubicBezTo>
                  <a:pt x="1860006" y="462502"/>
                  <a:pt x="1893379" y="498084"/>
                  <a:pt x="1939352" y="525003"/>
                </a:cubicBezTo>
                <a:cubicBezTo>
                  <a:pt x="1952550" y="532797"/>
                  <a:pt x="1962664" y="547235"/>
                  <a:pt x="1979383" y="549095"/>
                </a:cubicBezTo>
                <a:cubicBezTo>
                  <a:pt x="2016500" y="553055"/>
                  <a:pt x="2011060" y="593940"/>
                  <a:pt x="2032970" y="611252"/>
                </a:cubicBezTo>
                <a:cubicBezTo>
                  <a:pt x="2035034" y="612878"/>
                  <a:pt x="2040092" y="634967"/>
                  <a:pt x="2044637" y="657225"/>
                </a:cubicBezTo>
                <a:lnTo>
                  <a:pt x="2046450" y="666352"/>
                </a:lnTo>
                <a:lnTo>
                  <a:pt x="2043509" y="667781"/>
                </a:lnTo>
                <a:lnTo>
                  <a:pt x="2042196" y="662709"/>
                </a:lnTo>
                <a:cubicBezTo>
                  <a:pt x="2039116" y="651261"/>
                  <a:pt x="2036317" y="642514"/>
                  <a:pt x="2035244" y="644730"/>
                </a:cubicBezTo>
                <a:cubicBezTo>
                  <a:pt x="2032399" y="650763"/>
                  <a:pt x="2027469" y="656137"/>
                  <a:pt x="2031373" y="663758"/>
                </a:cubicBezTo>
                <a:cubicBezTo>
                  <a:pt x="2032563" y="666171"/>
                  <a:pt x="2033366" y="673027"/>
                  <a:pt x="2036701" y="672471"/>
                </a:cubicBezTo>
                <a:cubicBezTo>
                  <a:pt x="2037813" y="672286"/>
                  <a:pt x="2039206" y="671278"/>
                  <a:pt x="2040989" y="669007"/>
                </a:cubicBezTo>
                <a:lnTo>
                  <a:pt x="2043509" y="667781"/>
                </a:lnTo>
                <a:lnTo>
                  <a:pt x="2045314" y="674752"/>
                </a:lnTo>
                <a:cubicBezTo>
                  <a:pt x="2047384" y="682973"/>
                  <a:pt x="2049364" y="691170"/>
                  <a:pt x="2050826" y="696895"/>
                </a:cubicBezTo>
                <a:lnTo>
                  <a:pt x="2051150" y="698083"/>
                </a:lnTo>
                <a:lnTo>
                  <a:pt x="2050479" y="708103"/>
                </a:lnTo>
                <a:cubicBezTo>
                  <a:pt x="2047138" y="735607"/>
                  <a:pt x="2037413" y="766704"/>
                  <a:pt x="2021667" y="768748"/>
                </a:cubicBezTo>
                <a:cubicBezTo>
                  <a:pt x="2038321" y="801742"/>
                  <a:pt x="2038321" y="801742"/>
                  <a:pt x="2001026" y="807600"/>
                </a:cubicBezTo>
                <a:cubicBezTo>
                  <a:pt x="2018815" y="828322"/>
                  <a:pt x="2019630" y="833746"/>
                  <a:pt x="2003043" y="841573"/>
                </a:cubicBezTo>
                <a:cubicBezTo>
                  <a:pt x="1987078" y="849136"/>
                  <a:pt x="1968540" y="852062"/>
                  <a:pt x="1954454" y="863318"/>
                </a:cubicBezTo>
                <a:cubicBezTo>
                  <a:pt x="1973021" y="889948"/>
                  <a:pt x="1981793" y="921149"/>
                  <a:pt x="2013756" y="933398"/>
                </a:cubicBezTo>
                <a:cubicBezTo>
                  <a:pt x="2018784" y="935289"/>
                  <a:pt x="2023200" y="943377"/>
                  <a:pt x="2020814" y="948060"/>
                </a:cubicBezTo>
                <a:cubicBezTo>
                  <a:pt x="2012501" y="965421"/>
                  <a:pt x="2032980" y="997439"/>
                  <a:pt x="1999694" y="1002071"/>
                </a:cubicBezTo>
                <a:cubicBezTo>
                  <a:pt x="1995594" y="1002694"/>
                  <a:pt x="1992260" y="1006198"/>
                  <a:pt x="1996260" y="1010788"/>
                </a:cubicBezTo>
                <a:cubicBezTo>
                  <a:pt x="2009977" y="1026437"/>
                  <a:pt x="1996091" y="1025815"/>
                  <a:pt x="1988056" y="1028144"/>
                </a:cubicBezTo>
                <a:cubicBezTo>
                  <a:pt x="1978318" y="1030895"/>
                  <a:pt x="1965850" y="1024289"/>
                  <a:pt x="1957824" y="1033281"/>
                </a:cubicBezTo>
                <a:cubicBezTo>
                  <a:pt x="1961396" y="1042367"/>
                  <a:pt x="1969502" y="1041973"/>
                  <a:pt x="1975645" y="1044674"/>
                </a:cubicBezTo>
                <a:cubicBezTo>
                  <a:pt x="1993618" y="1052670"/>
                  <a:pt x="2008752" y="1062335"/>
                  <a:pt x="2012817" y="1084246"/>
                </a:cubicBezTo>
                <a:cubicBezTo>
                  <a:pt x="2016139" y="1101942"/>
                  <a:pt x="2020251" y="1117551"/>
                  <a:pt x="1998012" y="1123751"/>
                </a:cubicBezTo>
                <a:cubicBezTo>
                  <a:pt x="1994517" y="1124716"/>
                  <a:pt x="1992995" y="1127069"/>
                  <a:pt x="1992789" y="1130104"/>
                </a:cubicBezTo>
                <a:cubicBezTo>
                  <a:pt x="1995858" y="1132908"/>
                  <a:pt x="1998836" y="1135836"/>
                  <a:pt x="2002236" y="1137903"/>
                </a:cubicBezTo>
                <a:cubicBezTo>
                  <a:pt x="2013624" y="1144667"/>
                  <a:pt x="2018713" y="1155034"/>
                  <a:pt x="2023435" y="1165899"/>
                </a:cubicBezTo>
                <a:cubicBezTo>
                  <a:pt x="2026462" y="1172823"/>
                  <a:pt x="2029800" y="1179615"/>
                  <a:pt x="2035208" y="1185490"/>
                </a:cubicBezTo>
                <a:cubicBezTo>
                  <a:pt x="2038513" y="1189134"/>
                  <a:pt x="2042333" y="1191791"/>
                  <a:pt x="2046850" y="1193215"/>
                </a:cubicBezTo>
                <a:cubicBezTo>
                  <a:pt x="2050799" y="1194535"/>
                  <a:pt x="2052187" y="1196426"/>
                  <a:pt x="2050187" y="1200006"/>
                </a:cubicBezTo>
                <a:cubicBezTo>
                  <a:pt x="2044556" y="1210251"/>
                  <a:pt x="2043350" y="1221315"/>
                  <a:pt x="2049990" y="1233932"/>
                </a:cubicBezTo>
                <a:cubicBezTo>
                  <a:pt x="2051998" y="1237741"/>
                  <a:pt x="2051516" y="1241149"/>
                  <a:pt x="2048331" y="1242710"/>
                </a:cubicBezTo>
                <a:cubicBezTo>
                  <a:pt x="2035094" y="1249334"/>
                  <a:pt x="2033719" y="1263674"/>
                  <a:pt x="2029492" y="1275930"/>
                </a:cubicBezTo>
                <a:cubicBezTo>
                  <a:pt x="2023502" y="1293333"/>
                  <a:pt x="2018334" y="1311072"/>
                  <a:pt x="2015196" y="1329833"/>
                </a:cubicBezTo>
                <a:cubicBezTo>
                  <a:pt x="2013350" y="1341039"/>
                  <a:pt x="2011596" y="1352122"/>
                  <a:pt x="2015858" y="1364335"/>
                </a:cubicBezTo>
                <a:cubicBezTo>
                  <a:pt x="2016860" y="1367329"/>
                  <a:pt x="2016253" y="1369894"/>
                  <a:pt x="2015170" y="1372232"/>
                </a:cubicBezTo>
                <a:cubicBezTo>
                  <a:pt x="2010635" y="1382439"/>
                  <a:pt x="2012998" y="1393019"/>
                  <a:pt x="2019257" y="1403832"/>
                </a:cubicBezTo>
                <a:cubicBezTo>
                  <a:pt x="2023108" y="1410365"/>
                  <a:pt x="2022905" y="1411220"/>
                  <a:pt x="2015624" y="1411223"/>
                </a:cubicBezTo>
                <a:cubicBezTo>
                  <a:pt x="2000860" y="1411357"/>
                  <a:pt x="1986168" y="1411245"/>
                  <a:pt x="1971985" y="1413782"/>
                </a:cubicBezTo>
                <a:cubicBezTo>
                  <a:pt x="1956082" y="1416619"/>
                  <a:pt x="1951610" y="1422099"/>
                  <a:pt x="1966206" y="1436993"/>
                </a:cubicBezTo>
                <a:cubicBezTo>
                  <a:pt x="1969330" y="1440158"/>
                  <a:pt x="1972178" y="1443697"/>
                  <a:pt x="1974002" y="1447754"/>
                </a:cubicBezTo>
                <a:cubicBezTo>
                  <a:pt x="1975370" y="1450979"/>
                  <a:pt x="1974945" y="1453294"/>
                  <a:pt x="1972546" y="1454950"/>
                </a:cubicBezTo>
                <a:cubicBezTo>
                  <a:pt x="1969762" y="1456982"/>
                  <a:pt x="1967717" y="1454386"/>
                  <a:pt x="1965670" y="1452516"/>
                </a:cubicBezTo>
                <a:cubicBezTo>
                  <a:pt x="1954561" y="1442472"/>
                  <a:pt x="1941527" y="1435764"/>
                  <a:pt x="1928933" y="1428314"/>
                </a:cubicBezTo>
                <a:cubicBezTo>
                  <a:pt x="1910872" y="1417535"/>
                  <a:pt x="1892134" y="1408112"/>
                  <a:pt x="1875468" y="1394863"/>
                </a:cubicBezTo>
                <a:cubicBezTo>
                  <a:pt x="1871210" y="1391493"/>
                  <a:pt x="1865571" y="1394348"/>
                  <a:pt x="1866020" y="1400268"/>
                </a:cubicBezTo>
                <a:cubicBezTo>
                  <a:pt x="1866468" y="1406189"/>
                  <a:pt x="1863504" y="1406289"/>
                  <a:pt x="1858896" y="1404990"/>
                </a:cubicBezTo>
                <a:cubicBezTo>
                  <a:pt x="1853372" y="1403481"/>
                  <a:pt x="1847849" y="1401970"/>
                  <a:pt x="1842400" y="1400216"/>
                </a:cubicBezTo>
                <a:cubicBezTo>
                  <a:pt x="1836713" y="1398348"/>
                  <a:pt x="1833646" y="1394090"/>
                  <a:pt x="1832282" y="1388684"/>
                </a:cubicBezTo>
                <a:cubicBezTo>
                  <a:pt x="1832018" y="1387664"/>
                  <a:pt x="1831818" y="1386520"/>
                  <a:pt x="1831924" y="1385578"/>
                </a:cubicBezTo>
                <a:lnTo>
                  <a:pt x="1832842" y="1384401"/>
                </a:lnTo>
                <a:lnTo>
                  <a:pt x="1834049" y="1383903"/>
                </a:lnTo>
                <a:cubicBezTo>
                  <a:pt x="1835301" y="1383359"/>
                  <a:pt x="1835377" y="1383220"/>
                  <a:pt x="1833405" y="1383680"/>
                </a:cubicBezTo>
                <a:lnTo>
                  <a:pt x="1832842" y="1384401"/>
                </a:lnTo>
                <a:lnTo>
                  <a:pt x="1827631" y="1386555"/>
                </a:lnTo>
                <a:cubicBezTo>
                  <a:pt x="1822159" y="1388874"/>
                  <a:pt x="1815463" y="1392037"/>
                  <a:pt x="1814508" y="1394492"/>
                </a:cubicBezTo>
                <a:cubicBezTo>
                  <a:pt x="1814434" y="1394737"/>
                  <a:pt x="1746947" y="1379564"/>
                  <a:pt x="1725537" y="1369261"/>
                </a:cubicBezTo>
                <a:cubicBezTo>
                  <a:pt x="1712210" y="1362805"/>
                  <a:pt x="1453259" y="1262256"/>
                  <a:pt x="1121393" y="1300561"/>
                </a:cubicBezTo>
                <a:cubicBezTo>
                  <a:pt x="1109682" y="1301924"/>
                  <a:pt x="1098576" y="1302904"/>
                  <a:pt x="1087231" y="1303770"/>
                </a:cubicBezTo>
                <a:cubicBezTo>
                  <a:pt x="986978" y="1312112"/>
                  <a:pt x="888210" y="1317859"/>
                  <a:pt x="847272" y="1325173"/>
                </a:cubicBezTo>
                <a:cubicBezTo>
                  <a:pt x="815265" y="1330975"/>
                  <a:pt x="653940" y="1376380"/>
                  <a:pt x="609922" y="1411659"/>
                </a:cubicBezTo>
                <a:cubicBezTo>
                  <a:pt x="564936" y="1447819"/>
                  <a:pt x="523346" y="1487498"/>
                  <a:pt x="481993" y="1527291"/>
                </a:cubicBezTo>
                <a:cubicBezTo>
                  <a:pt x="464057" y="1544491"/>
                  <a:pt x="444585" y="1560288"/>
                  <a:pt x="428986" y="1579832"/>
                </a:cubicBezTo>
                <a:cubicBezTo>
                  <a:pt x="413406" y="1599495"/>
                  <a:pt x="398813" y="1619854"/>
                  <a:pt x="381477" y="1638123"/>
                </a:cubicBezTo>
                <a:cubicBezTo>
                  <a:pt x="376530" y="1643377"/>
                  <a:pt x="371637" y="1648993"/>
                  <a:pt x="363420" y="1650118"/>
                </a:cubicBezTo>
                <a:cubicBezTo>
                  <a:pt x="361590" y="1650422"/>
                  <a:pt x="359596" y="1650368"/>
                  <a:pt x="357693" y="1650190"/>
                </a:cubicBezTo>
                <a:cubicBezTo>
                  <a:pt x="355571" y="1650019"/>
                  <a:pt x="353744" y="1648869"/>
                  <a:pt x="352667" y="1646846"/>
                </a:cubicBezTo>
                <a:cubicBezTo>
                  <a:pt x="351554" y="1644581"/>
                  <a:pt x="352673" y="1643211"/>
                  <a:pt x="354028" y="1641955"/>
                </a:cubicBezTo>
                <a:cubicBezTo>
                  <a:pt x="354999" y="1641074"/>
                  <a:pt x="355898" y="1639711"/>
                  <a:pt x="357289" y="1639422"/>
                </a:cubicBezTo>
                <a:cubicBezTo>
                  <a:pt x="366183" y="1637669"/>
                  <a:pt x="368481" y="1630202"/>
                  <a:pt x="371784" y="1623550"/>
                </a:cubicBezTo>
                <a:cubicBezTo>
                  <a:pt x="373233" y="1620714"/>
                  <a:pt x="374884" y="1618479"/>
                  <a:pt x="370883" y="1614616"/>
                </a:cubicBezTo>
                <a:cubicBezTo>
                  <a:pt x="367394" y="1611220"/>
                  <a:pt x="370195" y="1609309"/>
                  <a:pt x="373124" y="1608241"/>
                </a:cubicBezTo>
                <a:cubicBezTo>
                  <a:pt x="377206" y="1606771"/>
                  <a:pt x="382292" y="1606842"/>
                  <a:pt x="386470" y="1602340"/>
                </a:cubicBezTo>
                <a:cubicBezTo>
                  <a:pt x="368302" y="1602589"/>
                  <a:pt x="362339" y="1614298"/>
                  <a:pt x="355700" y="1625181"/>
                </a:cubicBezTo>
                <a:cubicBezTo>
                  <a:pt x="353206" y="1629142"/>
                  <a:pt x="351808" y="1633792"/>
                  <a:pt x="349826" y="1638219"/>
                </a:cubicBezTo>
                <a:cubicBezTo>
                  <a:pt x="347329" y="1643634"/>
                  <a:pt x="343524" y="1644004"/>
                  <a:pt x="337986" y="1639466"/>
                </a:cubicBezTo>
                <a:cubicBezTo>
                  <a:pt x="333072" y="1635392"/>
                  <a:pt x="331040" y="1635823"/>
                  <a:pt x="330482" y="1641657"/>
                </a:cubicBezTo>
                <a:cubicBezTo>
                  <a:pt x="329646" y="1650770"/>
                  <a:pt x="325556" y="1657329"/>
                  <a:pt x="317482" y="1660871"/>
                </a:cubicBezTo>
                <a:cubicBezTo>
                  <a:pt x="316603" y="1661264"/>
                  <a:pt x="315647" y="1661871"/>
                  <a:pt x="314646" y="1662102"/>
                </a:cubicBezTo>
                <a:cubicBezTo>
                  <a:pt x="313647" y="1662332"/>
                  <a:pt x="312605" y="1662186"/>
                  <a:pt x="311554" y="1661070"/>
                </a:cubicBezTo>
                <a:cubicBezTo>
                  <a:pt x="309728" y="1659193"/>
                  <a:pt x="310701" y="1656859"/>
                  <a:pt x="311545" y="1655134"/>
                </a:cubicBezTo>
                <a:cubicBezTo>
                  <a:pt x="313068" y="1652055"/>
                  <a:pt x="314390" y="1649104"/>
                  <a:pt x="314614" y="1645462"/>
                </a:cubicBezTo>
                <a:cubicBezTo>
                  <a:pt x="314801" y="1643033"/>
                  <a:pt x="314952" y="1640362"/>
                  <a:pt x="313142" y="1638607"/>
                </a:cubicBezTo>
                <a:cubicBezTo>
                  <a:pt x="305616" y="1631107"/>
                  <a:pt x="309683" y="1627336"/>
                  <a:pt x="314556" y="1623053"/>
                </a:cubicBezTo>
                <a:cubicBezTo>
                  <a:pt x="321298" y="1617253"/>
                  <a:pt x="323030" y="1608959"/>
                  <a:pt x="319806" y="1599255"/>
                </a:cubicBezTo>
                <a:cubicBezTo>
                  <a:pt x="318549" y="1595299"/>
                  <a:pt x="318626" y="1592874"/>
                  <a:pt x="323146" y="1592843"/>
                </a:cubicBezTo>
                <a:cubicBezTo>
                  <a:pt x="324902" y="1592784"/>
                  <a:pt x="325142" y="1591443"/>
                  <a:pt x="325583" y="1589975"/>
                </a:cubicBezTo>
                <a:cubicBezTo>
                  <a:pt x="334508" y="1555393"/>
                  <a:pt x="350324" y="1524818"/>
                  <a:pt x="370015" y="1496536"/>
                </a:cubicBezTo>
                <a:cubicBezTo>
                  <a:pt x="385986" y="1473588"/>
                  <a:pt x="404257" y="1452743"/>
                  <a:pt x="423387" y="1432474"/>
                </a:cubicBezTo>
                <a:cubicBezTo>
                  <a:pt x="423956" y="1431850"/>
                  <a:pt x="424506" y="1431105"/>
                  <a:pt x="424653" y="1429888"/>
                </a:cubicBezTo>
                <a:cubicBezTo>
                  <a:pt x="414588" y="1432649"/>
                  <a:pt x="406329" y="1437894"/>
                  <a:pt x="398489" y="1443730"/>
                </a:cubicBezTo>
                <a:cubicBezTo>
                  <a:pt x="377646" y="1459210"/>
                  <a:pt x="361077" y="1478908"/>
                  <a:pt x="344235" y="1498251"/>
                </a:cubicBezTo>
                <a:cubicBezTo>
                  <a:pt x="333990" y="1510104"/>
                  <a:pt x="323362" y="1521607"/>
                  <a:pt x="311709" y="1532174"/>
                </a:cubicBezTo>
                <a:cubicBezTo>
                  <a:pt x="309768" y="1533936"/>
                  <a:pt x="308556" y="1536157"/>
                  <a:pt x="307346" y="1538378"/>
                </a:cubicBezTo>
                <a:cubicBezTo>
                  <a:pt x="306649" y="1539613"/>
                  <a:pt x="305714" y="1540735"/>
                  <a:pt x="303885" y="1540312"/>
                </a:cubicBezTo>
                <a:cubicBezTo>
                  <a:pt x="301599" y="1539783"/>
                  <a:pt x="301108" y="1537982"/>
                  <a:pt x="300616" y="1536182"/>
                </a:cubicBezTo>
                <a:cubicBezTo>
                  <a:pt x="299089" y="1530419"/>
                  <a:pt x="299737" y="1525188"/>
                  <a:pt x="301738" y="1520154"/>
                </a:cubicBezTo>
                <a:cubicBezTo>
                  <a:pt x="306972" y="1507258"/>
                  <a:pt x="316043" y="1497141"/>
                  <a:pt x="325516" y="1487494"/>
                </a:cubicBezTo>
                <a:cubicBezTo>
                  <a:pt x="337773" y="1475089"/>
                  <a:pt x="349521" y="1462217"/>
                  <a:pt x="359878" y="1448180"/>
                </a:cubicBezTo>
                <a:cubicBezTo>
                  <a:pt x="360612" y="1447186"/>
                  <a:pt x="362168" y="1446527"/>
                  <a:pt x="361202" y="1443774"/>
                </a:cubicBezTo>
                <a:cubicBezTo>
                  <a:pt x="354369" y="1450424"/>
                  <a:pt x="347955" y="1456939"/>
                  <a:pt x="341396" y="1463217"/>
                </a:cubicBezTo>
                <a:cubicBezTo>
                  <a:pt x="334947" y="1469491"/>
                  <a:pt x="328387" y="1475769"/>
                  <a:pt x="321920" y="1481922"/>
                </a:cubicBezTo>
                <a:cubicBezTo>
                  <a:pt x="320381" y="1483428"/>
                  <a:pt x="318823" y="1485539"/>
                  <a:pt x="316026" y="1483817"/>
                </a:cubicBezTo>
                <a:cubicBezTo>
                  <a:pt x="313120" y="1482098"/>
                  <a:pt x="312996" y="1479073"/>
                  <a:pt x="313293" y="1476640"/>
                </a:cubicBezTo>
                <a:cubicBezTo>
                  <a:pt x="314309" y="1469459"/>
                  <a:pt x="316990" y="1463070"/>
                  <a:pt x="320987" y="1457363"/>
                </a:cubicBezTo>
                <a:cubicBezTo>
                  <a:pt x="334700" y="1438488"/>
                  <a:pt x="351319" y="1422060"/>
                  <a:pt x="366421" y="1404350"/>
                </a:cubicBezTo>
                <a:cubicBezTo>
                  <a:pt x="374576" y="1394748"/>
                  <a:pt x="381873" y="1384569"/>
                  <a:pt x="388676" y="1374043"/>
                </a:cubicBezTo>
                <a:cubicBezTo>
                  <a:pt x="390198" y="1371690"/>
                  <a:pt x="389763" y="1369525"/>
                  <a:pt x="388815" y="1366891"/>
                </a:cubicBezTo>
                <a:cubicBezTo>
                  <a:pt x="385008" y="1356238"/>
                  <a:pt x="387867" y="1352507"/>
                  <a:pt x="399153" y="1354187"/>
                </a:cubicBezTo>
                <a:cubicBezTo>
                  <a:pt x="402647" y="1354676"/>
                  <a:pt x="404861" y="1353995"/>
                  <a:pt x="406567" y="1351394"/>
                </a:cubicBezTo>
                <a:cubicBezTo>
                  <a:pt x="427105" y="1319207"/>
                  <a:pt x="452997" y="1291806"/>
                  <a:pt x="482069" y="1267205"/>
                </a:cubicBezTo>
                <a:cubicBezTo>
                  <a:pt x="493922" y="1257237"/>
                  <a:pt x="506286" y="1247735"/>
                  <a:pt x="518959" y="1238829"/>
                </a:cubicBezTo>
                <a:cubicBezTo>
                  <a:pt x="518868" y="1238227"/>
                  <a:pt x="518760" y="1237504"/>
                  <a:pt x="518670" y="1236900"/>
                </a:cubicBezTo>
                <a:cubicBezTo>
                  <a:pt x="518432" y="1236061"/>
                  <a:pt x="518250" y="1235582"/>
                  <a:pt x="518032" y="1234863"/>
                </a:cubicBezTo>
                <a:cubicBezTo>
                  <a:pt x="500338" y="1248541"/>
                  <a:pt x="482918" y="1262574"/>
                  <a:pt x="466046" y="1277315"/>
                </a:cubicBezTo>
                <a:cubicBezTo>
                  <a:pt x="420302" y="1317256"/>
                  <a:pt x="377281" y="1359890"/>
                  <a:pt x="333346" y="1401587"/>
                </a:cubicBezTo>
                <a:cubicBezTo>
                  <a:pt x="318580" y="1415651"/>
                  <a:pt x="307887" y="1433334"/>
                  <a:pt x="295020" y="1449030"/>
                </a:cubicBezTo>
                <a:cubicBezTo>
                  <a:pt x="286442" y="1459495"/>
                  <a:pt x="278375" y="1470426"/>
                  <a:pt x="267879" y="1479137"/>
                </a:cubicBezTo>
                <a:cubicBezTo>
                  <a:pt x="263556" y="1482676"/>
                  <a:pt x="258960" y="1485859"/>
                  <a:pt x="252355" y="1485233"/>
                </a:cubicBezTo>
                <a:cubicBezTo>
                  <a:pt x="249776" y="1484957"/>
                  <a:pt x="246813" y="1484329"/>
                  <a:pt x="245464" y="1481225"/>
                </a:cubicBezTo>
                <a:cubicBezTo>
                  <a:pt x="244224" y="1478118"/>
                  <a:pt x="246312" y="1476593"/>
                  <a:pt x="248199" y="1475198"/>
                </a:cubicBezTo>
                <a:cubicBezTo>
                  <a:pt x="248694" y="1474817"/>
                  <a:pt x="249170" y="1474317"/>
                  <a:pt x="249719" y="1474298"/>
                </a:cubicBezTo>
                <a:cubicBezTo>
                  <a:pt x="260039" y="1473224"/>
                  <a:pt x="261078" y="1463982"/>
                  <a:pt x="265022" y="1457187"/>
                </a:cubicBezTo>
                <a:cubicBezTo>
                  <a:pt x="266251" y="1455086"/>
                  <a:pt x="266052" y="1453033"/>
                  <a:pt x="264043" y="1450679"/>
                </a:cubicBezTo>
                <a:cubicBezTo>
                  <a:pt x="260427" y="1446440"/>
                  <a:pt x="262223" y="1444441"/>
                  <a:pt x="265994" y="1443103"/>
                </a:cubicBezTo>
                <a:cubicBezTo>
                  <a:pt x="269764" y="1441764"/>
                  <a:pt x="273991" y="1441259"/>
                  <a:pt x="277856" y="1438342"/>
                </a:cubicBezTo>
                <a:cubicBezTo>
                  <a:pt x="270706" y="1436282"/>
                  <a:pt x="266348" y="1438850"/>
                  <a:pt x="262409" y="1442012"/>
                </a:cubicBezTo>
                <a:cubicBezTo>
                  <a:pt x="253526" y="1448973"/>
                  <a:pt x="248626" y="1458951"/>
                  <a:pt x="244092" y="1469157"/>
                </a:cubicBezTo>
                <a:cubicBezTo>
                  <a:pt x="243174" y="1471127"/>
                  <a:pt x="242512" y="1473329"/>
                  <a:pt x="241101" y="1474951"/>
                </a:cubicBezTo>
                <a:cubicBezTo>
                  <a:pt x="238498" y="1478189"/>
                  <a:pt x="235259" y="1478661"/>
                  <a:pt x="230946" y="1474930"/>
                </a:cubicBezTo>
                <a:cubicBezTo>
                  <a:pt x="225246" y="1470034"/>
                  <a:pt x="223544" y="1470455"/>
                  <a:pt x="222876" y="1477019"/>
                </a:cubicBezTo>
                <a:cubicBezTo>
                  <a:pt x="222002" y="1485891"/>
                  <a:pt x="217986" y="1492204"/>
                  <a:pt x="210022" y="1495743"/>
                </a:cubicBezTo>
                <a:cubicBezTo>
                  <a:pt x="208375" y="1496526"/>
                  <a:pt x="206653" y="1497553"/>
                  <a:pt x="204551" y="1496049"/>
                </a:cubicBezTo>
                <a:cubicBezTo>
                  <a:pt x="202304" y="1494307"/>
                  <a:pt x="203350" y="1492455"/>
                  <a:pt x="203865" y="1490741"/>
                </a:cubicBezTo>
                <a:cubicBezTo>
                  <a:pt x="204563" y="1488052"/>
                  <a:pt x="205482" y="1485357"/>
                  <a:pt x="206053" y="1482552"/>
                </a:cubicBezTo>
                <a:cubicBezTo>
                  <a:pt x="207140" y="1478033"/>
                  <a:pt x="206763" y="1473321"/>
                  <a:pt x="202817" y="1469093"/>
                </a:cubicBezTo>
                <a:cubicBezTo>
                  <a:pt x="199930" y="1466041"/>
                  <a:pt x="199842" y="1463985"/>
                  <a:pt x="202700" y="1461708"/>
                </a:cubicBezTo>
                <a:cubicBezTo>
                  <a:pt x="211895" y="1454615"/>
                  <a:pt x="217050" y="1445598"/>
                  <a:pt x="211471" y="1431976"/>
                </a:cubicBezTo>
                <a:cubicBezTo>
                  <a:pt x="210632" y="1430066"/>
                  <a:pt x="211001" y="1428115"/>
                  <a:pt x="213105" y="1428166"/>
                </a:cubicBezTo>
                <a:cubicBezTo>
                  <a:pt x="217770" y="1428372"/>
                  <a:pt x="218067" y="1425213"/>
                  <a:pt x="218896" y="1421914"/>
                </a:cubicBezTo>
                <a:cubicBezTo>
                  <a:pt x="227047" y="1390265"/>
                  <a:pt x="241506" y="1362401"/>
                  <a:pt x="259072" y="1336129"/>
                </a:cubicBezTo>
                <a:cubicBezTo>
                  <a:pt x="276455" y="1310105"/>
                  <a:pt x="296872" y="1286644"/>
                  <a:pt x="318969" y="1264095"/>
                </a:cubicBezTo>
                <a:cubicBezTo>
                  <a:pt x="311942" y="1265059"/>
                  <a:pt x="303391" y="1269828"/>
                  <a:pt x="295279" y="1275310"/>
                </a:cubicBezTo>
                <a:cubicBezTo>
                  <a:pt x="273869" y="1289962"/>
                  <a:pt x="257374" y="1309414"/>
                  <a:pt x="240496" y="1328516"/>
                </a:cubicBezTo>
                <a:cubicBezTo>
                  <a:pt x="228711" y="1341875"/>
                  <a:pt x="217311" y="1355584"/>
                  <a:pt x="203609" y="1367190"/>
                </a:cubicBezTo>
                <a:cubicBezTo>
                  <a:pt x="202034" y="1368454"/>
                  <a:pt x="201062" y="1370061"/>
                  <a:pt x="200364" y="1372023"/>
                </a:cubicBezTo>
                <a:cubicBezTo>
                  <a:pt x="199739" y="1373740"/>
                  <a:pt x="198657" y="1375352"/>
                  <a:pt x="196243" y="1374706"/>
                </a:cubicBezTo>
                <a:cubicBezTo>
                  <a:pt x="193811" y="1373940"/>
                  <a:pt x="193265" y="1371778"/>
                  <a:pt x="192975" y="1369850"/>
                </a:cubicBezTo>
                <a:cubicBezTo>
                  <a:pt x="192218" y="1362606"/>
                  <a:pt x="193106" y="1356035"/>
                  <a:pt x="196298" y="1350114"/>
                </a:cubicBezTo>
                <a:cubicBezTo>
                  <a:pt x="202463" y="1338277"/>
                  <a:pt x="211643" y="1328882"/>
                  <a:pt x="220824" y="1319488"/>
                </a:cubicBezTo>
                <a:cubicBezTo>
                  <a:pt x="233558" y="1306582"/>
                  <a:pt x="245032" y="1292629"/>
                  <a:pt x="254952" y="1277152"/>
                </a:cubicBezTo>
                <a:cubicBezTo>
                  <a:pt x="247275" y="1284800"/>
                  <a:pt x="239616" y="1292569"/>
                  <a:pt x="231829" y="1300220"/>
                </a:cubicBezTo>
                <a:cubicBezTo>
                  <a:pt x="225966" y="1305990"/>
                  <a:pt x="219847" y="1311525"/>
                  <a:pt x="213856" y="1317178"/>
                </a:cubicBezTo>
                <a:cubicBezTo>
                  <a:pt x="212408" y="1318560"/>
                  <a:pt x="210869" y="1320065"/>
                  <a:pt x="208292" y="1318335"/>
                </a:cubicBezTo>
                <a:cubicBezTo>
                  <a:pt x="205971" y="1316838"/>
                  <a:pt x="205956" y="1314537"/>
                  <a:pt x="206069" y="1312353"/>
                </a:cubicBezTo>
                <a:cubicBezTo>
                  <a:pt x="206429" y="1303739"/>
                  <a:pt x="210008" y="1296714"/>
                  <a:pt x="214792" y="1290375"/>
                </a:cubicBezTo>
                <a:cubicBezTo>
                  <a:pt x="220603" y="1282791"/>
                  <a:pt x="226798" y="1275556"/>
                  <a:pt x="233212" y="1268314"/>
                </a:cubicBezTo>
                <a:cubicBezTo>
                  <a:pt x="225488" y="1270512"/>
                  <a:pt x="217764" y="1272711"/>
                  <a:pt x="209985" y="1274547"/>
                </a:cubicBezTo>
                <a:cubicBezTo>
                  <a:pt x="211507" y="1260444"/>
                  <a:pt x="219544" y="1257387"/>
                  <a:pt x="226792" y="1254963"/>
                </a:cubicBezTo>
                <a:cubicBezTo>
                  <a:pt x="236585" y="1251847"/>
                  <a:pt x="245830" y="1248023"/>
                  <a:pt x="254893" y="1243720"/>
                </a:cubicBezTo>
                <a:cubicBezTo>
                  <a:pt x="258357" y="1239606"/>
                  <a:pt x="261838" y="1235612"/>
                  <a:pt x="265174" y="1231381"/>
                </a:cubicBezTo>
                <a:cubicBezTo>
                  <a:pt x="268603" y="1227026"/>
                  <a:pt x="271810" y="1222678"/>
                  <a:pt x="274983" y="1218089"/>
                </a:cubicBezTo>
                <a:cubicBezTo>
                  <a:pt x="277238" y="1214743"/>
                  <a:pt x="280114" y="1211861"/>
                  <a:pt x="276097" y="1206423"/>
                </a:cubicBezTo>
                <a:cubicBezTo>
                  <a:pt x="274290" y="1203940"/>
                  <a:pt x="281556" y="1189886"/>
                  <a:pt x="284394" y="1188942"/>
                </a:cubicBezTo>
                <a:cubicBezTo>
                  <a:pt x="284814" y="1188807"/>
                  <a:pt x="285236" y="1188671"/>
                  <a:pt x="285564" y="1188660"/>
                </a:cubicBezTo>
                <a:cubicBezTo>
                  <a:pt x="292004" y="1188929"/>
                  <a:pt x="292815" y="1184782"/>
                  <a:pt x="292146" y="1179596"/>
                </a:cubicBezTo>
                <a:cubicBezTo>
                  <a:pt x="291495" y="1174530"/>
                  <a:pt x="289455" y="1168299"/>
                  <a:pt x="298508" y="1170539"/>
                </a:cubicBezTo>
                <a:cubicBezTo>
                  <a:pt x="299532" y="1170747"/>
                  <a:pt x="299644" y="1170016"/>
                  <a:pt x="299955" y="1169157"/>
                </a:cubicBezTo>
                <a:cubicBezTo>
                  <a:pt x="306154" y="1147265"/>
                  <a:pt x="319572" y="1130097"/>
                  <a:pt x="332770" y="1112935"/>
                </a:cubicBezTo>
                <a:cubicBezTo>
                  <a:pt x="333521" y="1112062"/>
                  <a:pt x="334273" y="1111189"/>
                  <a:pt x="335024" y="1110316"/>
                </a:cubicBezTo>
                <a:cubicBezTo>
                  <a:pt x="319191" y="1115089"/>
                  <a:pt x="265666" y="1122341"/>
                  <a:pt x="249476" y="1121069"/>
                </a:cubicBezTo>
                <a:cubicBezTo>
                  <a:pt x="235080" y="1119979"/>
                  <a:pt x="159000" y="1148948"/>
                  <a:pt x="144761" y="1165054"/>
                </a:cubicBezTo>
                <a:cubicBezTo>
                  <a:pt x="140625" y="1152958"/>
                  <a:pt x="144841" y="1147971"/>
                  <a:pt x="147960" y="1142293"/>
                </a:cubicBezTo>
                <a:cubicBezTo>
                  <a:pt x="152380" y="1134270"/>
                  <a:pt x="152426" y="1128696"/>
                  <a:pt x="140945" y="1122784"/>
                </a:cubicBezTo>
                <a:cubicBezTo>
                  <a:pt x="108074" y="1105962"/>
                  <a:pt x="108313" y="1105348"/>
                  <a:pt x="132995" y="1080169"/>
                </a:cubicBezTo>
                <a:cubicBezTo>
                  <a:pt x="134149" y="1079040"/>
                  <a:pt x="132966" y="1075567"/>
                  <a:pt x="132932" y="1073145"/>
                </a:cubicBezTo>
                <a:cubicBezTo>
                  <a:pt x="125034" y="1069777"/>
                  <a:pt x="117774" y="1079470"/>
                  <a:pt x="107471" y="1069641"/>
                </a:cubicBezTo>
                <a:cubicBezTo>
                  <a:pt x="138659" y="1023892"/>
                  <a:pt x="189934" y="979646"/>
                  <a:pt x="237170" y="944501"/>
                </a:cubicBezTo>
                <a:cubicBezTo>
                  <a:pt x="193257" y="934956"/>
                  <a:pt x="173695" y="974378"/>
                  <a:pt x="141885" y="970482"/>
                </a:cubicBezTo>
                <a:cubicBezTo>
                  <a:pt x="124594" y="958951"/>
                  <a:pt x="167767" y="937873"/>
                  <a:pt x="122894" y="933690"/>
                </a:cubicBezTo>
                <a:cubicBezTo>
                  <a:pt x="140401" y="922440"/>
                  <a:pt x="153005" y="911599"/>
                  <a:pt x="164349" y="898983"/>
                </a:cubicBezTo>
                <a:cubicBezTo>
                  <a:pt x="184453" y="876379"/>
                  <a:pt x="186889" y="861761"/>
                  <a:pt x="171729" y="832835"/>
                </a:cubicBezTo>
                <a:cubicBezTo>
                  <a:pt x="161695" y="813791"/>
                  <a:pt x="148713" y="796420"/>
                  <a:pt x="154364" y="773093"/>
                </a:cubicBezTo>
                <a:cubicBezTo>
                  <a:pt x="158248" y="757093"/>
                  <a:pt x="154275" y="746809"/>
                  <a:pt x="131632" y="754718"/>
                </a:cubicBezTo>
                <a:cubicBezTo>
                  <a:pt x="107194" y="763172"/>
                  <a:pt x="95396" y="749276"/>
                  <a:pt x="97724" y="721457"/>
                </a:cubicBezTo>
                <a:cubicBezTo>
                  <a:pt x="99233" y="703599"/>
                  <a:pt x="94009" y="698202"/>
                  <a:pt x="76752" y="700842"/>
                </a:cubicBezTo>
                <a:cubicBezTo>
                  <a:pt x="57665" y="703786"/>
                  <a:pt x="40962" y="715978"/>
                  <a:pt x="16087" y="711242"/>
                </a:cubicBezTo>
                <a:cubicBezTo>
                  <a:pt x="30443" y="678294"/>
                  <a:pt x="72878" y="686073"/>
                  <a:pt x="90653" y="654584"/>
                </a:cubicBezTo>
                <a:cubicBezTo>
                  <a:pt x="63958" y="655362"/>
                  <a:pt x="43557" y="656170"/>
                  <a:pt x="24812" y="663584"/>
                </a:cubicBezTo>
                <a:cubicBezTo>
                  <a:pt x="16994" y="666634"/>
                  <a:pt x="8410" y="669708"/>
                  <a:pt x="2404" y="660583"/>
                </a:cubicBezTo>
                <a:cubicBezTo>
                  <a:pt x="-4769" y="649559"/>
                  <a:pt x="5794" y="644964"/>
                  <a:pt x="12183" y="642689"/>
                </a:cubicBezTo>
                <a:cubicBezTo>
                  <a:pt x="30212" y="636389"/>
                  <a:pt x="42692" y="622523"/>
                  <a:pt x="56815" y="611508"/>
                </a:cubicBezTo>
                <a:cubicBezTo>
                  <a:pt x="87716" y="587331"/>
                  <a:pt x="122599" y="566896"/>
                  <a:pt x="146002" y="528070"/>
                </a:cubicBezTo>
                <a:cubicBezTo>
                  <a:pt x="110894" y="538943"/>
                  <a:pt x="86947" y="562402"/>
                  <a:pt x="53605" y="568128"/>
                </a:cubicBezTo>
                <a:cubicBezTo>
                  <a:pt x="77936" y="532542"/>
                  <a:pt x="112422" y="508728"/>
                  <a:pt x="144533" y="482331"/>
                </a:cubicBezTo>
                <a:cubicBezTo>
                  <a:pt x="153674" y="474875"/>
                  <a:pt x="163378" y="469703"/>
                  <a:pt x="163364" y="454197"/>
                </a:cubicBezTo>
                <a:cubicBezTo>
                  <a:pt x="163373" y="424156"/>
                  <a:pt x="172924" y="398880"/>
                  <a:pt x="199601" y="384777"/>
                </a:cubicBezTo>
                <a:cubicBezTo>
                  <a:pt x="199803" y="384650"/>
                  <a:pt x="197595" y="380242"/>
                  <a:pt x="196137" y="377142"/>
                </a:cubicBezTo>
                <a:cubicBezTo>
                  <a:pt x="178537" y="376765"/>
                  <a:pt x="167478" y="394944"/>
                  <a:pt x="144214" y="389913"/>
                </a:cubicBezTo>
                <a:cubicBezTo>
                  <a:pt x="161905" y="365211"/>
                  <a:pt x="176556" y="343034"/>
                  <a:pt x="205134" y="330564"/>
                </a:cubicBezTo>
                <a:cubicBezTo>
                  <a:pt x="228018" y="320587"/>
                  <a:pt x="257209" y="314396"/>
                  <a:pt x="270335" y="284275"/>
                </a:cubicBezTo>
                <a:cubicBezTo>
                  <a:pt x="249048" y="279178"/>
                  <a:pt x="234875" y="286923"/>
                  <a:pt x="220394" y="292619"/>
                </a:cubicBezTo>
                <a:cubicBezTo>
                  <a:pt x="198098" y="301365"/>
                  <a:pt x="176403" y="311180"/>
                  <a:pt x="154123" y="320046"/>
                </a:cubicBezTo>
                <a:cubicBezTo>
                  <a:pt x="145684" y="323359"/>
                  <a:pt x="136259" y="325978"/>
                  <a:pt x="128340" y="311465"/>
                </a:cubicBezTo>
                <a:cubicBezTo>
                  <a:pt x="157619" y="307330"/>
                  <a:pt x="172542" y="286962"/>
                  <a:pt x="188414" y="267772"/>
                </a:cubicBezTo>
                <a:cubicBezTo>
                  <a:pt x="197377" y="256931"/>
                  <a:pt x="203838" y="242662"/>
                  <a:pt x="223518" y="247329"/>
                </a:cubicBezTo>
                <a:cubicBezTo>
                  <a:pt x="233924" y="249765"/>
                  <a:pt x="239113" y="241717"/>
                  <a:pt x="236566" y="232111"/>
                </a:cubicBezTo>
                <a:cubicBezTo>
                  <a:pt x="227725" y="198248"/>
                  <a:pt x="249095" y="185536"/>
                  <a:pt x="272158" y="178219"/>
                </a:cubicBezTo>
                <a:cubicBezTo>
                  <a:pt x="315740" y="164274"/>
                  <a:pt x="349248" y="133952"/>
                  <a:pt x="391098" y="116554"/>
                </a:cubicBezTo>
                <a:cubicBezTo>
                  <a:pt x="431811" y="99677"/>
                  <a:pt x="744020" y="17213"/>
                  <a:pt x="824736" y="7349"/>
                </a:cubicBezTo>
                <a:cubicBezTo>
                  <a:pt x="855607" y="3576"/>
                  <a:pt x="886157" y="1334"/>
                  <a:pt x="916305" y="445"/>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35" name="Picture Placeholder 34">
            <a:extLst>
              <a:ext uri="{FF2B5EF4-FFF2-40B4-BE49-F238E27FC236}">
                <a16:creationId xmlns:a16="http://schemas.microsoft.com/office/drawing/2014/main" id="{BD40DE90-4612-4826-930E-6AE003A47C94}"/>
              </a:ext>
            </a:extLst>
          </p:cNvPr>
          <p:cNvSpPr>
            <a:spLocks noGrp="1"/>
          </p:cNvSpPr>
          <p:nvPr>
            <p:ph type="pic" sz="quarter" idx="17"/>
          </p:nvPr>
        </p:nvSpPr>
        <p:spPr>
          <a:xfrm>
            <a:off x="9810369" y="2139888"/>
            <a:ext cx="2053232" cy="1662194"/>
          </a:xfrm>
          <a:custGeom>
            <a:avLst/>
            <a:gdLst>
              <a:gd name="connsiteX0" fmla="*/ 1747 w 2053232"/>
              <a:gd name="connsiteY0" fmla="*/ 969110 h 1662194"/>
              <a:gd name="connsiteX1" fmla="*/ 2599 w 2053232"/>
              <a:gd name="connsiteY1" fmla="*/ 973994 h 1662194"/>
              <a:gd name="connsiteX2" fmla="*/ 5336 w 2053232"/>
              <a:gd name="connsiteY2" fmla="*/ 988563 h 1662194"/>
              <a:gd name="connsiteX3" fmla="*/ 6783 w 2053232"/>
              <a:gd name="connsiteY3" fmla="*/ 995844 h 1662194"/>
              <a:gd name="connsiteX4" fmla="*/ 6162 w 2053232"/>
              <a:gd name="connsiteY4" fmla="*/ 996145 h 1662194"/>
              <a:gd name="connsiteX5" fmla="*/ 1451 w 2053232"/>
              <a:gd name="connsiteY5" fmla="*/ 973537 h 1662194"/>
              <a:gd name="connsiteX6" fmla="*/ 1 w 2053232"/>
              <a:gd name="connsiteY6" fmla="*/ 957986 h 1662194"/>
              <a:gd name="connsiteX7" fmla="*/ 655 w 2053232"/>
              <a:gd name="connsiteY7" fmla="*/ 958871 h 1662194"/>
              <a:gd name="connsiteX8" fmla="*/ 2083 w 2053232"/>
              <a:gd name="connsiteY8" fmla="*/ 964112 h 1662194"/>
              <a:gd name="connsiteX9" fmla="*/ 1747 w 2053232"/>
              <a:gd name="connsiteY9" fmla="*/ 969110 h 1662194"/>
              <a:gd name="connsiteX10" fmla="*/ 711 w 2053232"/>
              <a:gd name="connsiteY10" fmla="*/ 963168 h 1662194"/>
              <a:gd name="connsiteX11" fmla="*/ 1 w 2053232"/>
              <a:gd name="connsiteY11" fmla="*/ 957986 h 1662194"/>
              <a:gd name="connsiteX12" fmla="*/ 1709192 w 2053232"/>
              <a:gd name="connsiteY12" fmla="*/ 427290 h 1662194"/>
              <a:gd name="connsiteX13" fmla="*/ 1697211 w 2053232"/>
              <a:gd name="connsiteY13" fmla="*/ 437869 h 1662194"/>
              <a:gd name="connsiteX14" fmla="*/ 1704733 w 2053232"/>
              <a:gd name="connsiteY14" fmla="*/ 435072 h 1662194"/>
              <a:gd name="connsiteX15" fmla="*/ 1710506 w 2053232"/>
              <a:gd name="connsiteY15" fmla="*/ 428699 h 1662194"/>
              <a:gd name="connsiteX16" fmla="*/ 1709192 w 2053232"/>
              <a:gd name="connsiteY16" fmla="*/ 427290 h 1662194"/>
              <a:gd name="connsiteX17" fmla="*/ 1602977 w 2053232"/>
              <a:gd name="connsiteY17" fmla="*/ 260909 h 1662194"/>
              <a:gd name="connsiteX18" fmla="*/ 1531109 w 2053232"/>
              <a:gd name="connsiteY18" fmla="*/ 324503 h 1662194"/>
              <a:gd name="connsiteX19" fmla="*/ 1532534 w 2053232"/>
              <a:gd name="connsiteY19" fmla="*/ 325909 h 1662194"/>
              <a:gd name="connsiteX20" fmla="*/ 1602977 w 2053232"/>
              <a:gd name="connsiteY20" fmla="*/ 260909 h 1662194"/>
              <a:gd name="connsiteX21" fmla="*/ 1738586 w 2053232"/>
              <a:gd name="connsiteY21" fmla="*/ 93 h 1662194"/>
              <a:gd name="connsiteX22" fmla="*/ 1741678 w 2053232"/>
              <a:gd name="connsiteY22" fmla="*/ 1125 h 1662194"/>
              <a:gd name="connsiteX23" fmla="*/ 1741688 w 2053232"/>
              <a:gd name="connsiteY23" fmla="*/ 7060 h 1662194"/>
              <a:gd name="connsiteX24" fmla="*/ 1738619 w 2053232"/>
              <a:gd name="connsiteY24" fmla="*/ 16733 h 1662194"/>
              <a:gd name="connsiteX25" fmla="*/ 1740091 w 2053232"/>
              <a:gd name="connsiteY25" fmla="*/ 23588 h 1662194"/>
              <a:gd name="connsiteX26" fmla="*/ 1738677 w 2053232"/>
              <a:gd name="connsiteY26" fmla="*/ 39142 h 1662194"/>
              <a:gd name="connsiteX27" fmla="*/ 1733427 w 2053232"/>
              <a:gd name="connsiteY27" fmla="*/ 62940 h 1662194"/>
              <a:gd name="connsiteX28" fmla="*/ 1730087 w 2053232"/>
              <a:gd name="connsiteY28" fmla="*/ 69352 h 1662194"/>
              <a:gd name="connsiteX29" fmla="*/ 1727650 w 2053232"/>
              <a:gd name="connsiteY29" fmla="*/ 72220 h 1662194"/>
              <a:gd name="connsiteX30" fmla="*/ 1683217 w 2053232"/>
              <a:gd name="connsiteY30" fmla="*/ 165659 h 1662194"/>
              <a:gd name="connsiteX31" fmla="*/ 1629846 w 2053232"/>
              <a:gd name="connsiteY31" fmla="*/ 229721 h 1662194"/>
              <a:gd name="connsiteX32" fmla="*/ 1628579 w 2053232"/>
              <a:gd name="connsiteY32" fmla="*/ 232307 h 1662194"/>
              <a:gd name="connsiteX33" fmla="*/ 1654744 w 2053232"/>
              <a:gd name="connsiteY33" fmla="*/ 218464 h 1662194"/>
              <a:gd name="connsiteX34" fmla="*/ 1708998 w 2053232"/>
              <a:gd name="connsiteY34" fmla="*/ 163943 h 1662194"/>
              <a:gd name="connsiteX35" fmla="*/ 1741523 w 2053232"/>
              <a:gd name="connsiteY35" fmla="*/ 130021 h 1662194"/>
              <a:gd name="connsiteX36" fmla="*/ 1745887 w 2053232"/>
              <a:gd name="connsiteY36" fmla="*/ 123817 h 1662194"/>
              <a:gd name="connsiteX37" fmla="*/ 1749347 w 2053232"/>
              <a:gd name="connsiteY37" fmla="*/ 121883 h 1662194"/>
              <a:gd name="connsiteX38" fmla="*/ 1752617 w 2053232"/>
              <a:gd name="connsiteY38" fmla="*/ 126013 h 1662194"/>
              <a:gd name="connsiteX39" fmla="*/ 1751495 w 2053232"/>
              <a:gd name="connsiteY39" fmla="*/ 142041 h 1662194"/>
              <a:gd name="connsiteX40" fmla="*/ 1727717 w 2053232"/>
              <a:gd name="connsiteY40" fmla="*/ 174701 h 1662194"/>
              <a:gd name="connsiteX41" fmla="*/ 1693354 w 2053232"/>
              <a:gd name="connsiteY41" fmla="*/ 214015 h 1662194"/>
              <a:gd name="connsiteX42" fmla="*/ 1692030 w 2053232"/>
              <a:gd name="connsiteY42" fmla="*/ 218421 h 1662194"/>
              <a:gd name="connsiteX43" fmla="*/ 1711837 w 2053232"/>
              <a:gd name="connsiteY43" fmla="*/ 198978 h 1662194"/>
              <a:gd name="connsiteX44" fmla="*/ 1731313 w 2053232"/>
              <a:gd name="connsiteY44" fmla="*/ 180273 h 1662194"/>
              <a:gd name="connsiteX45" fmla="*/ 1737207 w 2053232"/>
              <a:gd name="connsiteY45" fmla="*/ 178378 h 1662194"/>
              <a:gd name="connsiteX46" fmla="*/ 1739940 w 2053232"/>
              <a:gd name="connsiteY46" fmla="*/ 185555 h 1662194"/>
              <a:gd name="connsiteX47" fmla="*/ 1732245 w 2053232"/>
              <a:gd name="connsiteY47" fmla="*/ 204832 h 1662194"/>
              <a:gd name="connsiteX48" fmla="*/ 1686812 w 2053232"/>
              <a:gd name="connsiteY48" fmla="*/ 257845 h 1662194"/>
              <a:gd name="connsiteX49" fmla="*/ 1664556 w 2053232"/>
              <a:gd name="connsiteY49" fmla="*/ 288152 h 1662194"/>
              <a:gd name="connsiteX50" fmla="*/ 1664418 w 2053232"/>
              <a:gd name="connsiteY50" fmla="*/ 295304 h 1662194"/>
              <a:gd name="connsiteX51" fmla="*/ 1654080 w 2053232"/>
              <a:gd name="connsiteY51" fmla="*/ 308008 h 1662194"/>
              <a:gd name="connsiteX52" fmla="*/ 1646666 w 2053232"/>
              <a:gd name="connsiteY52" fmla="*/ 310801 h 1662194"/>
              <a:gd name="connsiteX53" fmla="*/ 1571163 w 2053232"/>
              <a:gd name="connsiteY53" fmla="*/ 394989 h 1662194"/>
              <a:gd name="connsiteX54" fmla="*/ 1534273 w 2053232"/>
              <a:gd name="connsiteY54" fmla="*/ 423366 h 1662194"/>
              <a:gd name="connsiteX55" fmla="*/ 1534563 w 2053232"/>
              <a:gd name="connsiteY55" fmla="*/ 425295 h 1662194"/>
              <a:gd name="connsiteX56" fmla="*/ 1535201 w 2053232"/>
              <a:gd name="connsiteY56" fmla="*/ 427332 h 1662194"/>
              <a:gd name="connsiteX57" fmla="*/ 1587187 w 2053232"/>
              <a:gd name="connsiteY57" fmla="*/ 384880 h 1662194"/>
              <a:gd name="connsiteX58" fmla="*/ 1719887 w 2053232"/>
              <a:gd name="connsiteY58" fmla="*/ 260608 h 1662194"/>
              <a:gd name="connsiteX59" fmla="*/ 1758213 w 2053232"/>
              <a:gd name="connsiteY59" fmla="*/ 213165 h 1662194"/>
              <a:gd name="connsiteX60" fmla="*/ 1785353 w 2053232"/>
              <a:gd name="connsiteY60" fmla="*/ 183058 h 1662194"/>
              <a:gd name="connsiteX61" fmla="*/ 1800877 w 2053232"/>
              <a:gd name="connsiteY61" fmla="*/ 176962 h 1662194"/>
              <a:gd name="connsiteX62" fmla="*/ 1807769 w 2053232"/>
              <a:gd name="connsiteY62" fmla="*/ 180970 h 1662194"/>
              <a:gd name="connsiteX63" fmla="*/ 1805034 w 2053232"/>
              <a:gd name="connsiteY63" fmla="*/ 186998 h 1662194"/>
              <a:gd name="connsiteX64" fmla="*/ 1803514 w 2053232"/>
              <a:gd name="connsiteY64" fmla="*/ 187897 h 1662194"/>
              <a:gd name="connsiteX65" fmla="*/ 1788211 w 2053232"/>
              <a:gd name="connsiteY65" fmla="*/ 205008 h 1662194"/>
              <a:gd name="connsiteX66" fmla="*/ 1789190 w 2053232"/>
              <a:gd name="connsiteY66" fmla="*/ 211516 h 1662194"/>
              <a:gd name="connsiteX67" fmla="*/ 1787239 w 2053232"/>
              <a:gd name="connsiteY67" fmla="*/ 219092 h 1662194"/>
              <a:gd name="connsiteX68" fmla="*/ 1775377 w 2053232"/>
              <a:gd name="connsiteY68" fmla="*/ 223853 h 1662194"/>
              <a:gd name="connsiteX69" fmla="*/ 1790824 w 2053232"/>
              <a:gd name="connsiteY69" fmla="*/ 220183 h 1662194"/>
              <a:gd name="connsiteX70" fmla="*/ 1809141 w 2053232"/>
              <a:gd name="connsiteY70" fmla="*/ 193038 h 1662194"/>
              <a:gd name="connsiteX71" fmla="*/ 1812132 w 2053232"/>
              <a:gd name="connsiteY71" fmla="*/ 187244 h 1662194"/>
              <a:gd name="connsiteX72" fmla="*/ 1822286 w 2053232"/>
              <a:gd name="connsiteY72" fmla="*/ 187265 h 1662194"/>
              <a:gd name="connsiteX73" fmla="*/ 1830357 w 2053232"/>
              <a:gd name="connsiteY73" fmla="*/ 185176 h 1662194"/>
              <a:gd name="connsiteX74" fmla="*/ 1843211 w 2053232"/>
              <a:gd name="connsiteY74" fmla="*/ 166452 h 1662194"/>
              <a:gd name="connsiteX75" fmla="*/ 1848681 w 2053232"/>
              <a:gd name="connsiteY75" fmla="*/ 166146 h 1662194"/>
              <a:gd name="connsiteX76" fmla="*/ 1849368 w 2053232"/>
              <a:gd name="connsiteY76" fmla="*/ 171453 h 1662194"/>
              <a:gd name="connsiteX77" fmla="*/ 1847179 w 2053232"/>
              <a:gd name="connsiteY77" fmla="*/ 179643 h 1662194"/>
              <a:gd name="connsiteX78" fmla="*/ 1850416 w 2053232"/>
              <a:gd name="connsiteY78" fmla="*/ 193102 h 1662194"/>
              <a:gd name="connsiteX79" fmla="*/ 1850533 w 2053232"/>
              <a:gd name="connsiteY79" fmla="*/ 200487 h 1662194"/>
              <a:gd name="connsiteX80" fmla="*/ 1841762 w 2053232"/>
              <a:gd name="connsiteY80" fmla="*/ 230219 h 1662194"/>
              <a:gd name="connsiteX81" fmla="*/ 1840128 w 2053232"/>
              <a:gd name="connsiteY81" fmla="*/ 234029 h 1662194"/>
              <a:gd name="connsiteX82" fmla="*/ 1834337 w 2053232"/>
              <a:gd name="connsiteY82" fmla="*/ 240281 h 1662194"/>
              <a:gd name="connsiteX83" fmla="*/ 1794161 w 2053232"/>
              <a:gd name="connsiteY83" fmla="*/ 326066 h 1662194"/>
              <a:gd name="connsiteX84" fmla="*/ 1734263 w 2053232"/>
              <a:gd name="connsiteY84" fmla="*/ 398100 h 1662194"/>
              <a:gd name="connsiteX85" fmla="*/ 1757954 w 2053232"/>
              <a:gd name="connsiteY85" fmla="*/ 386885 h 1662194"/>
              <a:gd name="connsiteX86" fmla="*/ 1812737 w 2053232"/>
              <a:gd name="connsiteY86" fmla="*/ 333679 h 1662194"/>
              <a:gd name="connsiteX87" fmla="*/ 1849624 w 2053232"/>
              <a:gd name="connsiteY87" fmla="*/ 295005 h 1662194"/>
              <a:gd name="connsiteX88" fmla="*/ 1852869 w 2053232"/>
              <a:gd name="connsiteY88" fmla="*/ 290172 h 1662194"/>
              <a:gd name="connsiteX89" fmla="*/ 1856990 w 2053232"/>
              <a:gd name="connsiteY89" fmla="*/ 287489 h 1662194"/>
              <a:gd name="connsiteX90" fmla="*/ 1860257 w 2053232"/>
              <a:gd name="connsiteY90" fmla="*/ 292345 h 1662194"/>
              <a:gd name="connsiteX91" fmla="*/ 1856935 w 2053232"/>
              <a:gd name="connsiteY91" fmla="*/ 312082 h 1662194"/>
              <a:gd name="connsiteX92" fmla="*/ 1832409 w 2053232"/>
              <a:gd name="connsiteY92" fmla="*/ 342707 h 1662194"/>
              <a:gd name="connsiteX93" fmla="*/ 1798281 w 2053232"/>
              <a:gd name="connsiteY93" fmla="*/ 385043 h 1662194"/>
              <a:gd name="connsiteX94" fmla="*/ 1821404 w 2053232"/>
              <a:gd name="connsiteY94" fmla="*/ 361975 h 1662194"/>
              <a:gd name="connsiteX95" fmla="*/ 1839377 w 2053232"/>
              <a:gd name="connsiteY95" fmla="*/ 345017 h 1662194"/>
              <a:gd name="connsiteX96" fmla="*/ 1844941 w 2053232"/>
              <a:gd name="connsiteY96" fmla="*/ 343860 h 1662194"/>
              <a:gd name="connsiteX97" fmla="*/ 1847164 w 2053232"/>
              <a:gd name="connsiteY97" fmla="*/ 349842 h 1662194"/>
              <a:gd name="connsiteX98" fmla="*/ 1838441 w 2053232"/>
              <a:gd name="connsiteY98" fmla="*/ 371820 h 1662194"/>
              <a:gd name="connsiteX99" fmla="*/ 1820021 w 2053232"/>
              <a:gd name="connsiteY99" fmla="*/ 393881 h 1662194"/>
              <a:gd name="connsiteX100" fmla="*/ 1843247 w 2053232"/>
              <a:gd name="connsiteY100" fmla="*/ 387648 h 1662194"/>
              <a:gd name="connsiteX101" fmla="*/ 1826441 w 2053232"/>
              <a:gd name="connsiteY101" fmla="*/ 407232 h 1662194"/>
              <a:gd name="connsiteX102" fmla="*/ 1798340 w 2053232"/>
              <a:gd name="connsiteY102" fmla="*/ 418475 h 1662194"/>
              <a:gd name="connsiteX103" fmla="*/ 1788058 w 2053232"/>
              <a:gd name="connsiteY103" fmla="*/ 430814 h 1662194"/>
              <a:gd name="connsiteX104" fmla="*/ 1778250 w 2053232"/>
              <a:gd name="connsiteY104" fmla="*/ 444105 h 1662194"/>
              <a:gd name="connsiteX105" fmla="*/ 1777135 w 2053232"/>
              <a:gd name="connsiteY105" fmla="*/ 455772 h 1662194"/>
              <a:gd name="connsiteX106" fmla="*/ 1768840 w 2053232"/>
              <a:gd name="connsiteY106" fmla="*/ 473253 h 1662194"/>
              <a:gd name="connsiteX107" fmla="*/ 1767669 w 2053232"/>
              <a:gd name="connsiteY107" fmla="*/ 473535 h 1662194"/>
              <a:gd name="connsiteX108" fmla="*/ 1761087 w 2053232"/>
              <a:gd name="connsiteY108" fmla="*/ 482599 h 1662194"/>
              <a:gd name="connsiteX109" fmla="*/ 1754725 w 2053232"/>
              <a:gd name="connsiteY109" fmla="*/ 491656 h 1662194"/>
              <a:gd name="connsiteX110" fmla="*/ 1753278 w 2053232"/>
              <a:gd name="connsiteY110" fmla="*/ 493037 h 1662194"/>
              <a:gd name="connsiteX111" fmla="*/ 1720463 w 2053232"/>
              <a:gd name="connsiteY111" fmla="*/ 549260 h 1662194"/>
              <a:gd name="connsiteX112" fmla="*/ 1718209 w 2053232"/>
              <a:gd name="connsiteY112" fmla="*/ 551879 h 1662194"/>
              <a:gd name="connsiteX113" fmla="*/ 1803757 w 2053232"/>
              <a:gd name="connsiteY113" fmla="*/ 541126 h 1662194"/>
              <a:gd name="connsiteX114" fmla="*/ 1908472 w 2053232"/>
              <a:gd name="connsiteY114" fmla="*/ 497141 h 1662194"/>
              <a:gd name="connsiteX115" fmla="*/ 1905273 w 2053232"/>
              <a:gd name="connsiteY115" fmla="*/ 519902 h 1662194"/>
              <a:gd name="connsiteX116" fmla="*/ 1912288 w 2053232"/>
              <a:gd name="connsiteY116" fmla="*/ 539411 h 1662194"/>
              <a:gd name="connsiteX117" fmla="*/ 1920238 w 2053232"/>
              <a:gd name="connsiteY117" fmla="*/ 582026 h 1662194"/>
              <a:gd name="connsiteX118" fmla="*/ 1920301 w 2053232"/>
              <a:gd name="connsiteY118" fmla="*/ 589050 h 1662194"/>
              <a:gd name="connsiteX119" fmla="*/ 1945762 w 2053232"/>
              <a:gd name="connsiteY119" fmla="*/ 592554 h 1662194"/>
              <a:gd name="connsiteX120" fmla="*/ 1816063 w 2053232"/>
              <a:gd name="connsiteY120" fmla="*/ 717694 h 1662194"/>
              <a:gd name="connsiteX121" fmla="*/ 1911348 w 2053232"/>
              <a:gd name="connsiteY121" fmla="*/ 691712 h 1662194"/>
              <a:gd name="connsiteX122" fmla="*/ 1930339 w 2053232"/>
              <a:gd name="connsiteY122" fmla="*/ 728505 h 1662194"/>
              <a:gd name="connsiteX123" fmla="*/ 1888884 w 2053232"/>
              <a:gd name="connsiteY123" fmla="*/ 763212 h 1662194"/>
              <a:gd name="connsiteX124" fmla="*/ 1881504 w 2053232"/>
              <a:gd name="connsiteY124" fmla="*/ 829360 h 1662194"/>
              <a:gd name="connsiteX125" fmla="*/ 1898869 w 2053232"/>
              <a:gd name="connsiteY125" fmla="*/ 889102 h 1662194"/>
              <a:gd name="connsiteX126" fmla="*/ 1921601 w 2053232"/>
              <a:gd name="connsiteY126" fmla="*/ 907477 h 1662194"/>
              <a:gd name="connsiteX127" fmla="*/ 1955508 w 2053232"/>
              <a:gd name="connsiteY127" fmla="*/ 940738 h 1662194"/>
              <a:gd name="connsiteX128" fmla="*/ 1976481 w 2053232"/>
              <a:gd name="connsiteY128" fmla="*/ 961353 h 1662194"/>
              <a:gd name="connsiteX129" fmla="*/ 2037146 w 2053232"/>
              <a:gd name="connsiteY129" fmla="*/ 950953 h 1662194"/>
              <a:gd name="connsiteX130" fmla="*/ 1962580 w 2053232"/>
              <a:gd name="connsiteY130" fmla="*/ 1007610 h 1662194"/>
              <a:gd name="connsiteX131" fmla="*/ 2028421 w 2053232"/>
              <a:gd name="connsiteY131" fmla="*/ 998611 h 1662194"/>
              <a:gd name="connsiteX132" fmla="*/ 2050829 w 2053232"/>
              <a:gd name="connsiteY132" fmla="*/ 1001611 h 1662194"/>
              <a:gd name="connsiteX133" fmla="*/ 2041050 w 2053232"/>
              <a:gd name="connsiteY133" fmla="*/ 1019506 h 1662194"/>
              <a:gd name="connsiteX134" fmla="*/ 1996418 w 2053232"/>
              <a:gd name="connsiteY134" fmla="*/ 1050687 h 1662194"/>
              <a:gd name="connsiteX135" fmla="*/ 1907231 w 2053232"/>
              <a:gd name="connsiteY135" fmla="*/ 1134124 h 1662194"/>
              <a:gd name="connsiteX136" fmla="*/ 1999628 w 2053232"/>
              <a:gd name="connsiteY136" fmla="*/ 1094067 h 1662194"/>
              <a:gd name="connsiteX137" fmla="*/ 1908700 w 2053232"/>
              <a:gd name="connsiteY137" fmla="*/ 1179865 h 1662194"/>
              <a:gd name="connsiteX138" fmla="*/ 1889868 w 2053232"/>
              <a:gd name="connsiteY138" fmla="*/ 1207997 h 1662194"/>
              <a:gd name="connsiteX139" fmla="*/ 1853631 w 2053232"/>
              <a:gd name="connsiteY139" fmla="*/ 1277417 h 1662194"/>
              <a:gd name="connsiteX140" fmla="*/ 1857096 w 2053232"/>
              <a:gd name="connsiteY140" fmla="*/ 1285053 h 1662194"/>
              <a:gd name="connsiteX141" fmla="*/ 1909019 w 2053232"/>
              <a:gd name="connsiteY141" fmla="*/ 1272282 h 1662194"/>
              <a:gd name="connsiteX142" fmla="*/ 1848098 w 2053232"/>
              <a:gd name="connsiteY142" fmla="*/ 1331631 h 1662194"/>
              <a:gd name="connsiteX143" fmla="*/ 1782897 w 2053232"/>
              <a:gd name="connsiteY143" fmla="*/ 1377919 h 1662194"/>
              <a:gd name="connsiteX144" fmla="*/ 1832839 w 2053232"/>
              <a:gd name="connsiteY144" fmla="*/ 1369576 h 1662194"/>
              <a:gd name="connsiteX145" fmla="*/ 1899109 w 2053232"/>
              <a:gd name="connsiteY145" fmla="*/ 1342149 h 1662194"/>
              <a:gd name="connsiteX146" fmla="*/ 1924893 w 2053232"/>
              <a:gd name="connsiteY146" fmla="*/ 1350730 h 1662194"/>
              <a:gd name="connsiteX147" fmla="*/ 1864819 w 2053232"/>
              <a:gd name="connsiteY147" fmla="*/ 1394423 h 1662194"/>
              <a:gd name="connsiteX148" fmla="*/ 1829715 w 2053232"/>
              <a:gd name="connsiteY148" fmla="*/ 1414866 h 1662194"/>
              <a:gd name="connsiteX149" fmla="*/ 1816666 w 2053232"/>
              <a:gd name="connsiteY149" fmla="*/ 1430084 h 1662194"/>
              <a:gd name="connsiteX150" fmla="*/ 1781075 w 2053232"/>
              <a:gd name="connsiteY150" fmla="*/ 1483976 h 1662194"/>
              <a:gd name="connsiteX151" fmla="*/ 1662135 w 2053232"/>
              <a:gd name="connsiteY151" fmla="*/ 1545641 h 1662194"/>
              <a:gd name="connsiteX152" fmla="*/ 1228496 w 2053232"/>
              <a:gd name="connsiteY152" fmla="*/ 1654846 h 1662194"/>
              <a:gd name="connsiteX153" fmla="*/ 320644 w 2053232"/>
              <a:gd name="connsiteY153" fmla="*/ 1379412 h 1662194"/>
              <a:gd name="connsiteX154" fmla="*/ 270759 w 2053232"/>
              <a:gd name="connsiteY154" fmla="*/ 1337481 h 1662194"/>
              <a:gd name="connsiteX155" fmla="*/ 228113 w 2053232"/>
              <a:gd name="connsiteY155" fmla="*/ 1299667 h 1662194"/>
              <a:gd name="connsiteX156" fmla="*/ 245333 w 2053232"/>
              <a:gd name="connsiteY156" fmla="*/ 1285763 h 1662194"/>
              <a:gd name="connsiteX157" fmla="*/ 213717 w 2053232"/>
              <a:gd name="connsiteY157" fmla="*/ 1249396 h 1662194"/>
              <a:gd name="connsiteX158" fmla="*/ 113881 w 2053232"/>
              <a:gd name="connsiteY158" fmla="*/ 1137192 h 1662194"/>
              <a:gd name="connsiteX159" fmla="*/ 73849 w 2053232"/>
              <a:gd name="connsiteY159" fmla="*/ 1113100 h 1662194"/>
              <a:gd name="connsiteX160" fmla="*/ 20263 w 2053232"/>
              <a:gd name="connsiteY160" fmla="*/ 1050943 h 1662194"/>
              <a:gd name="connsiteX161" fmla="*/ 8595 w 2053232"/>
              <a:gd name="connsiteY161" fmla="*/ 1004970 h 1662194"/>
              <a:gd name="connsiteX162" fmla="*/ 6783 w 2053232"/>
              <a:gd name="connsiteY162" fmla="*/ 995844 h 1662194"/>
              <a:gd name="connsiteX163" fmla="*/ 9724 w 2053232"/>
              <a:gd name="connsiteY163" fmla="*/ 994413 h 1662194"/>
              <a:gd name="connsiteX164" fmla="*/ 11037 w 2053232"/>
              <a:gd name="connsiteY164" fmla="*/ 999486 h 1662194"/>
              <a:gd name="connsiteX165" fmla="*/ 17989 w 2053232"/>
              <a:gd name="connsiteY165" fmla="*/ 1017464 h 1662194"/>
              <a:gd name="connsiteX166" fmla="*/ 21860 w 2053232"/>
              <a:gd name="connsiteY166" fmla="*/ 998437 h 1662194"/>
              <a:gd name="connsiteX167" fmla="*/ 16531 w 2053232"/>
              <a:gd name="connsiteY167" fmla="*/ 989724 h 1662194"/>
              <a:gd name="connsiteX168" fmla="*/ 12243 w 2053232"/>
              <a:gd name="connsiteY168" fmla="*/ 993188 h 1662194"/>
              <a:gd name="connsiteX169" fmla="*/ 9724 w 2053232"/>
              <a:gd name="connsiteY169" fmla="*/ 994413 h 1662194"/>
              <a:gd name="connsiteX170" fmla="*/ 7918 w 2053232"/>
              <a:gd name="connsiteY170" fmla="*/ 987443 h 1662194"/>
              <a:gd name="connsiteX171" fmla="*/ 2406 w 2053232"/>
              <a:gd name="connsiteY171" fmla="*/ 965300 h 1662194"/>
              <a:gd name="connsiteX172" fmla="*/ 2083 w 2053232"/>
              <a:gd name="connsiteY172" fmla="*/ 964112 h 1662194"/>
              <a:gd name="connsiteX173" fmla="*/ 2754 w 2053232"/>
              <a:gd name="connsiteY173" fmla="*/ 954092 h 1662194"/>
              <a:gd name="connsiteX174" fmla="*/ 31566 w 2053232"/>
              <a:gd name="connsiteY174" fmla="*/ 893447 h 1662194"/>
              <a:gd name="connsiteX175" fmla="*/ 52206 w 2053232"/>
              <a:gd name="connsiteY175" fmla="*/ 854594 h 1662194"/>
              <a:gd name="connsiteX176" fmla="*/ 50190 w 2053232"/>
              <a:gd name="connsiteY176" fmla="*/ 820622 h 1662194"/>
              <a:gd name="connsiteX177" fmla="*/ 98778 w 2053232"/>
              <a:gd name="connsiteY177" fmla="*/ 798878 h 1662194"/>
              <a:gd name="connsiteX178" fmla="*/ 39477 w 2053232"/>
              <a:gd name="connsiteY178" fmla="*/ 728797 h 1662194"/>
              <a:gd name="connsiteX179" fmla="*/ 32418 w 2053232"/>
              <a:gd name="connsiteY179" fmla="*/ 714135 h 1662194"/>
              <a:gd name="connsiteX180" fmla="*/ 53539 w 2053232"/>
              <a:gd name="connsiteY180" fmla="*/ 660124 h 1662194"/>
              <a:gd name="connsiteX181" fmla="*/ 56973 w 2053232"/>
              <a:gd name="connsiteY181" fmla="*/ 651407 h 1662194"/>
              <a:gd name="connsiteX182" fmla="*/ 65177 w 2053232"/>
              <a:gd name="connsiteY182" fmla="*/ 634051 h 1662194"/>
              <a:gd name="connsiteX183" fmla="*/ 95409 w 2053232"/>
              <a:gd name="connsiteY183" fmla="*/ 628914 h 1662194"/>
              <a:gd name="connsiteX184" fmla="*/ 77587 w 2053232"/>
              <a:gd name="connsiteY184" fmla="*/ 617521 h 1662194"/>
              <a:gd name="connsiteX185" fmla="*/ 40415 w 2053232"/>
              <a:gd name="connsiteY185" fmla="*/ 577949 h 1662194"/>
              <a:gd name="connsiteX186" fmla="*/ 55220 w 2053232"/>
              <a:gd name="connsiteY186" fmla="*/ 538444 h 1662194"/>
              <a:gd name="connsiteX187" fmla="*/ 60444 w 2053232"/>
              <a:gd name="connsiteY187" fmla="*/ 532091 h 1662194"/>
              <a:gd name="connsiteX188" fmla="*/ 50997 w 2053232"/>
              <a:gd name="connsiteY188" fmla="*/ 524292 h 1662194"/>
              <a:gd name="connsiteX189" fmla="*/ 29797 w 2053232"/>
              <a:gd name="connsiteY189" fmla="*/ 496296 h 1662194"/>
              <a:gd name="connsiteX190" fmla="*/ 18025 w 2053232"/>
              <a:gd name="connsiteY190" fmla="*/ 476705 h 1662194"/>
              <a:gd name="connsiteX191" fmla="*/ 6383 w 2053232"/>
              <a:gd name="connsiteY191" fmla="*/ 468980 h 1662194"/>
              <a:gd name="connsiteX192" fmla="*/ 3045 w 2053232"/>
              <a:gd name="connsiteY192" fmla="*/ 462188 h 1662194"/>
              <a:gd name="connsiteX193" fmla="*/ 3242 w 2053232"/>
              <a:gd name="connsiteY193" fmla="*/ 428263 h 1662194"/>
              <a:gd name="connsiteX194" fmla="*/ 4901 w 2053232"/>
              <a:gd name="connsiteY194" fmla="*/ 419485 h 1662194"/>
              <a:gd name="connsiteX195" fmla="*/ 23741 w 2053232"/>
              <a:gd name="connsiteY195" fmla="*/ 386265 h 1662194"/>
              <a:gd name="connsiteX196" fmla="*/ 38036 w 2053232"/>
              <a:gd name="connsiteY196" fmla="*/ 332362 h 1662194"/>
              <a:gd name="connsiteX197" fmla="*/ 37374 w 2053232"/>
              <a:gd name="connsiteY197" fmla="*/ 297860 h 1662194"/>
              <a:gd name="connsiteX198" fmla="*/ 38063 w 2053232"/>
              <a:gd name="connsiteY198" fmla="*/ 289963 h 1662194"/>
              <a:gd name="connsiteX199" fmla="*/ 33975 w 2053232"/>
              <a:gd name="connsiteY199" fmla="*/ 258363 h 1662194"/>
              <a:gd name="connsiteX200" fmla="*/ 37609 w 2053232"/>
              <a:gd name="connsiteY200" fmla="*/ 250972 h 1662194"/>
              <a:gd name="connsiteX201" fmla="*/ 81247 w 2053232"/>
              <a:gd name="connsiteY201" fmla="*/ 248413 h 1662194"/>
              <a:gd name="connsiteX202" fmla="*/ 87027 w 2053232"/>
              <a:gd name="connsiteY202" fmla="*/ 225202 h 1662194"/>
              <a:gd name="connsiteX203" fmla="*/ 79230 w 2053232"/>
              <a:gd name="connsiteY203" fmla="*/ 214441 h 1662194"/>
              <a:gd name="connsiteX204" fmla="*/ 80687 w 2053232"/>
              <a:gd name="connsiteY204" fmla="*/ 207245 h 1662194"/>
              <a:gd name="connsiteX205" fmla="*/ 87562 w 2053232"/>
              <a:gd name="connsiteY205" fmla="*/ 209678 h 1662194"/>
              <a:gd name="connsiteX206" fmla="*/ 124300 w 2053232"/>
              <a:gd name="connsiteY206" fmla="*/ 233881 h 1662194"/>
              <a:gd name="connsiteX207" fmla="*/ 177765 w 2053232"/>
              <a:gd name="connsiteY207" fmla="*/ 267332 h 1662194"/>
              <a:gd name="connsiteX208" fmla="*/ 187213 w 2053232"/>
              <a:gd name="connsiteY208" fmla="*/ 261926 h 1662194"/>
              <a:gd name="connsiteX209" fmla="*/ 194337 w 2053232"/>
              <a:gd name="connsiteY209" fmla="*/ 257205 h 1662194"/>
              <a:gd name="connsiteX210" fmla="*/ 210833 w 2053232"/>
              <a:gd name="connsiteY210" fmla="*/ 261979 h 1662194"/>
              <a:gd name="connsiteX211" fmla="*/ 220951 w 2053232"/>
              <a:gd name="connsiteY211" fmla="*/ 273511 h 1662194"/>
              <a:gd name="connsiteX212" fmla="*/ 221308 w 2053232"/>
              <a:gd name="connsiteY212" fmla="*/ 276617 h 1662194"/>
              <a:gd name="connsiteX213" fmla="*/ 220390 w 2053232"/>
              <a:gd name="connsiteY213" fmla="*/ 277794 h 1662194"/>
              <a:gd name="connsiteX214" fmla="*/ 219184 w 2053232"/>
              <a:gd name="connsiteY214" fmla="*/ 278292 h 1662194"/>
              <a:gd name="connsiteX215" fmla="*/ 219827 w 2053232"/>
              <a:gd name="connsiteY215" fmla="*/ 278515 h 1662194"/>
              <a:gd name="connsiteX216" fmla="*/ 220390 w 2053232"/>
              <a:gd name="connsiteY216" fmla="*/ 277794 h 1662194"/>
              <a:gd name="connsiteX217" fmla="*/ 225602 w 2053232"/>
              <a:gd name="connsiteY217" fmla="*/ 275640 h 1662194"/>
              <a:gd name="connsiteX218" fmla="*/ 238725 w 2053232"/>
              <a:gd name="connsiteY218" fmla="*/ 267703 h 1662194"/>
              <a:gd name="connsiteX219" fmla="*/ 327695 w 2053232"/>
              <a:gd name="connsiteY219" fmla="*/ 292934 h 1662194"/>
              <a:gd name="connsiteX220" fmla="*/ 931839 w 2053232"/>
              <a:gd name="connsiteY220" fmla="*/ 361634 h 1662194"/>
              <a:gd name="connsiteX221" fmla="*/ 966002 w 2053232"/>
              <a:gd name="connsiteY221" fmla="*/ 358425 h 1662194"/>
              <a:gd name="connsiteX222" fmla="*/ 1205961 w 2053232"/>
              <a:gd name="connsiteY222" fmla="*/ 337022 h 1662194"/>
              <a:gd name="connsiteX223" fmla="*/ 1443310 w 2053232"/>
              <a:gd name="connsiteY223" fmla="*/ 250536 h 1662194"/>
              <a:gd name="connsiteX224" fmla="*/ 1571239 w 2053232"/>
              <a:gd name="connsiteY224" fmla="*/ 134904 h 1662194"/>
              <a:gd name="connsiteX225" fmla="*/ 1624247 w 2053232"/>
              <a:gd name="connsiteY225" fmla="*/ 82363 h 1662194"/>
              <a:gd name="connsiteX226" fmla="*/ 1671755 w 2053232"/>
              <a:gd name="connsiteY226" fmla="*/ 24072 h 1662194"/>
              <a:gd name="connsiteX227" fmla="*/ 1689813 w 2053232"/>
              <a:gd name="connsiteY227" fmla="*/ 12077 h 1662194"/>
              <a:gd name="connsiteX228" fmla="*/ 1695539 w 2053232"/>
              <a:gd name="connsiteY228" fmla="*/ 12005 h 1662194"/>
              <a:gd name="connsiteX229" fmla="*/ 1700566 w 2053232"/>
              <a:gd name="connsiteY229" fmla="*/ 15349 h 1662194"/>
              <a:gd name="connsiteX230" fmla="*/ 1699205 w 2053232"/>
              <a:gd name="connsiteY230" fmla="*/ 20240 h 1662194"/>
              <a:gd name="connsiteX231" fmla="*/ 1695944 w 2053232"/>
              <a:gd name="connsiteY231" fmla="*/ 22773 h 1662194"/>
              <a:gd name="connsiteX232" fmla="*/ 1681449 w 2053232"/>
              <a:gd name="connsiteY232" fmla="*/ 38645 h 1662194"/>
              <a:gd name="connsiteX233" fmla="*/ 1682350 w 2053232"/>
              <a:gd name="connsiteY233" fmla="*/ 47579 h 1662194"/>
              <a:gd name="connsiteX234" fmla="*/ 1680109 w 2053232"/>
              <a:gd name="connsiteY234" fmla="*/ 53954 h 1662194"/>
              <a:gd name="connsiteX235" fmla="*/ 1666763 w 2053232"/>
              <a:gd name="connsiteY235" fmla="*/ 59855 h 1662194"/>
              <a:gd name="connsiteX236" fmla="*/ 1697533 w 2053232"/>
              <a:gd name="connsiteY236" fmla="*/ 37014 h 1662194"/>
              <a:gd name="connsiteX237" fmla="*/ 1703407 w 2053232"/>
              <a:gd name="connsiteY237" fmla="*/ 23976 h 1662194"/>
              <a:gd name="connsiteX238" fmla="*/ 1715247 w 2053232"/>
              <a:gd name="connsiteY238" fmla="*/ 22729 h 1662194"/>
              <a:gd name="connsiteX239" fmla="*/ 1722750 w 2053232"/>
              <a:gd name="connsiteY239" fmla="*/ 20538 h 1662194"/>
              <a:gd name="connsiteX240" fmla="*/ 1735751 w 2053232"/>
              <a:gd name="connsiteY240" fmla="*/ 1324 h 1662194"/>
              <a:gd name="connsiteX241" fmla="*/ 1738586 w 2053232"/>
              <a:gd name="connsiteY241" fmla="*/ 93 h 166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Lst>
            <a:rect l="l" t="t" r="r" b="b"/>
            <a:pathLst>
              <a:path w="2053232" h="1662194">
                <a:moveTo>
                  <a:pt x="1747" y="969110"/>
                </a:moveTo>
                <a:lnTo>
                  <a:pt x="2599" y="973994"/>
                </a:lnTo>
                <a:cubicBezTo>
                  <a:pt x="3388" y="978333"/>
                  <a:pt x="4319" y="983294"/>
                  <a:pt x="5336" y="988563"/>
                </a:cubicBezTo>
                <a:lnTo>
                  <a:pt x="6783" y="995844"/>
                </a:lnTo>
                <a:lnTo>
                  <a:pt x="6162" y="996145"/>
                </a:lnTo>
                <a:cubicBezTo>
                  <a:pt x="2943" y="994268"/>
                  <a:pt x="1387" y="985372"/>
                  <a:pt x="1451" y="973537"/>
                </a:cubicBezTo>
                <a:close/>
                <a:moveTo>
                  <a:pt x="1" y="957986"/>
                </a:moveTo>
                <a:cubicBezTo>
                  <a:pt x="0" y="957153"/>
                  <a:pt x="236" y="957550"/>
                  <a:pt x="655" y="958871"/>
                </a:cubicBezTo>
                <a:lnTo>
                  <a:pt x="2083" y="964112"/>
                </a:lnTo>
                <a:lnTo>
                  <a:pt x="1747" y="969110"/>
                </a:lnTo>
                <a:lnTo>
                  <a:pt x="711" y="963168"/>
                </a:lnTo>
                <a:cubicBezTo>
                  <a:pt x="260" y="960394"/>
                  <a:pt x="6" y="958561"/>
                  <a:pt x="1" y="957986"/>
                </a:cubicBezTo>
                <a:close/>
                <a:moveTo>
                  <a:pt x="1709192" y="427290"/>
                </a:moveTo>
                <a:cubicBezTo>
                  <a:pt x="1705197" y="430816"/>
                  <a:pt x="1701204" y="434343"/>
                  <a:pt x="1697211" y="437869"/>
                </a:cubicBezTo>
                <a:cubicBezTo>
                  <a:pt x="1699608" y="436940"/>
                  <a:pt x="1702226" y="436004"/>
                  <a:pt x="1704733" y="435072"/>
                </a:cubicBezTo>
                <a:cubicBezTo>
                  <a:pt x="1706622" y="432949"/>
                  <a:pt x="1708637" y="430943"/>
                  <a:pt x="1710506" y="428699"/>
                </a:cubicBezTo>
                <a:cubicBezTo>
                  <a:pt x="1710105" y="428228"/>
                  <a:pt x="1709593" y="427761"/>
                  <a:pt x="1709192" y="427290"/>
                </a:cubicBezTo>
                <a:close/>
                <a:moveTo>
                  <a:pt x="1602977" y="260909"/>
                </a:moveTo>
                <a:cubicBezTo>
                  <a:pt x="1579015" y="282067"/>
                  <a:pt x="1555072" y="303345"/>
                  <a:pt x="1531109" y="324503"/>
                </a:cubicBezTo>
                <a:cubicBezTo>
                  <a:pt x="1531621" y="324970"/>
                  <a:pt x="1532023" y="325441"/>
                  <a:pt x="1532534" y="325909"/>
                </a:cubicBezTo>
                <a:cubicBezTo>
                  <a:pt x="1559602" y="307796"/>
                  <a:pt x="1584734" y="287810"/>
                  <a:pt x="1602977" y="260909"/>
                </a:cubicBezTo>
                <a:close/>
                <a:moveTo>
                  <a:pt x="1738586" y="93"/>
                </a:moveTo>
                <a:cubicBezTo>
                  <a:pt x="1739586" y="-137"/>
                  <a:pt x="1740628" y="9"/>
                  <a:pt x="1741678" y="1125"/>
                </a:cubicBezTo>
                <a:cubicBezTo>
                  <a:pt x="1743505" y="3001"/>
                  <a:pt x="1742532" y="5336"/>
                  <a:pt x="1741688" y="7060"/>
                </a:cubicBezTo>
                <a:cubicBezTo>
                  <a:pt x="1740165" y="10140"/>
                  <a:pt x="1738843" y="13091"/>
                  <a:pt x="1738619" y="16733"/>
                </a:cubicBezTo>
                <a:cubicBezTo>
                  <a:pt x="1738431" y="19162"/>
                  <a:pt x="1738281" y="21833"/>
                  <a:pt x="1740091" y="23588"/>
                </a:cubicBezTo>
                <a:cubicBezTo>
                  <a:pt x="1747617" y="31088"/>
                  <a:pt x="1743550" y="34859"/>
                  <a:pt x="1738677" y="39142"/>
                </a:cubicBezTo>
                <a:cubicBezTo>
                  <a:pt x="1731935" y="44942"/>
                  <a:pt x="1730203" y="53237"/>
                  <a:pt x="1733427" y="62940"/>
                </a:cubicBezTo>
                <a:cubicBezTo>
                  <a:pt x="1734683" y="66896"/>
                  <a:pt x="1734606" y="69321"/>
                  <a:pt x="1730087" y="69352"/>
                </a:cubicBezTo>
                <a:cubicBezTo>
                  <a:pt x="1728331" y="69411"/>
                  <a:pt x="1728091" y="70752"/>
                  <a:pt x="1727650" y="72220"/>
                </a:cubicBezTo>
                <a:cubicBezTo>
                  <a:pt x="1718725" y="106803"/>
                  <a:pt x="1702909" y="137377"/>
                  <a:pt x="1683217" y="165659"/>
                </a:cubicBezTo>
                <a:cubicBezTo>
                  <a:pt x="1667247" y="188608"/>
                  <a:pt x="1648976" y="209452"/>
                  <a:pt x="1629846" y="229721"/>
                </a:cubicBezTo>
                <a:cubicBezTo>
                  <a:pt x="1629277" y="230345"/>
                  <a:pt x="1628727" y="231090"/>
                  <a:pt x="1628579" y="232307"/>
                </a:cubicBezTo>
                <a:cubicBezTo>
                  <a:pt x="1638645" y="229546"/>
                  <a:pt x="1646905" y="224301"/>
                  <a:pt x="1654744" y="218464"/>
                </a:cubicBezTo>
                <a:cubicBezTo>
                  <a:pt x="1675587" y="202985"/>
                  <a:pt x="1692156" y="183287"/>
                  <a:pt x="1708998" y="163943"/>
                </a:cubicBezTo>
                <a:cubicBezTo>
                  <a:pt x="1719244" y="152090"/>
                  <a:pt x="1729871" y="140588"/>
                  <a:pt x="1741523" y="130021"/>
                </a:cubicBezTo>
                <a:cubicBezTo>
                  <a:pt x="1743465" y="128259"/>
                  <a:pt x="1744676" y="126038"/>
                  <a:pt x="1745887" y="123817"/>
                </a:cubicBezTo>
                <a:cubicBezTo>
                  <a:pt x="1746584" y="122582"/>
                  <a:pt x="1747519" y="121460"/>
                  <a:pt x="1749347" y="121883"/>
                </a:cubicBezTo>
                <a:cubicBezTo>
                  <a:pt x="1751634" y="122412"/>
                  <a:pt x="1752125" y="124213"/>
                  <a:pt x="1752617" y="126013"/>
                </a:cubicBezTo>
                <a:cubicBezTo>
                  <a:pt x="1754144" y="131776"/>
                  <a:pt x="1753496" y="137007"/>
                  <a:pt x="1751495" y="142041"/>
                </a:cubicBezTo>
                <a:cubicBezTo>
                  <a:pt x="1746261" y="154936"/>
                  <a:pt x="1737190" y="165054"/>
                  <a:pt x="1727717" y="174701"/>
                </a:cubicBezTo>
                <a:cubicBezTo>
                  <a:pt x="1715459" y="187106"/>
                  <a:pt x="1703712" y="199978"/>
                  <a:pt x="1693354" y="214015"/>
                </a:cubicBezTo>
                <a:cubicBezTo>
                  <a:pt x="1692621" y="215009"/>
                  <a:pt x="1691065" y="215668"/>
                  <a:pt x="1692030" y="218421"/>
                </a:cubicBezTo>
                <a:cubicBezTo>
                  <a:pt x="1698864" y="211771"/>
                  <a:pt x="1705277" y="205255"/>
                  <a:pt x="1711837" y="198978"/>
                </a:cubicBezTo>
                <a:cubicBezTo>
                  <a:pt x="1718286" y="192704"/>
                  <a:pt x="1724845" y="186426"/>
                  <a:pt x="1731313" y="180273"/>
                </a:cubicBezTo>
                <a:cubicBezTo>
                  <a:pt x="1732852" y="178767"/>
                  <a:pt x="1734410" y="176656"/>
                  <a:pt x="1737207" y="178378"/>
                </a:cubicBezTo>
                <a:cubicBezTo>
                  <a:pt x="1740113" y="180098"/>
                  <a:pt x="1740237" y="183122"/>
                  <a:pt x="1739940" y="185555"/>
                </a:cubicBezTo>
                <a:cubicBezTo>
                  <a:pt x="1738923" y="192736"/>
                  <a:pt x="1736242" y="199125"/>
                  <a:pt x="1732245" y="204832"/>
                </a:cubicBezTo>
                <a:cubicBezTo>
                  <a:pt x="1718533" y="223707"/>
                  <a:pt x="1701914" y="240135"/>
                  <a:pt x="1686812" y="257845"/>
                </a:cubicBezTo>
                <a:cubicBezTo>
                  <a:pt x="1678657" y="267448"/>
                  <a:pt x="1671360" y="277626"/>
                  <a:pt x="1664556" y="288152"/>
                </a:cubicBezTo>
                <a:cubicBezTo>
                  <a:pt x="1663034" y="290505"/>
                  <a:pt x="1663470" y="292670"/>
                  <a:pt x="1664418" y="295304"/>
                </a:cubicBezTo>
                <a:cubicBezTo>
                  <a:pt x="1668225" y="305957"/>
                  <a:pt x="1665366" y="309688"/>
                  <a:pt x="1654080" y="308008"/>
                </a:cubicBezTo>
                <a:cubicBezTo>
                  <a:pt x="1650586" y="307520"/>
                  <a:pt x="1648371" y="308200"/>
                  <a:pt x="1646666" y="310801"/>
                </a:cubicBezTo>
                <a:cubicBezTo>
                  <a:pt x="1626127" y="342988"/>
                  <a:pt x="1600235" y="370389"/>
                  <a:pt x="1571163" y="394989"/>
                </a:cubicBezTo>
                <a:cubicBezTo>
                  <a:pt x="1559311" y="404958"/>
                  <a:pt x="1546947" y="414460"/>
                  <a:pt x="1534273" y="423366"/>
                </a:cubicBezTo>
                <a:cubicBezTo>
                  <a:pt x="1534365" y="423968"/>
                  <a:pt x="1534473" y="424692"/>
                  <a:pt x="1534563" y="425295"/>
                </a:cubicBezTo>
                <a:cubicBezTo>
                  <a:pt x="1534801" y="426134"/>
                  <a:pt x="1534983" y="426613"/>
                  <a:pt x="1535201" y="427332"/>
                </a:cubicBezTo>
                <a:cubicBezTo>
                  <a:pt x="1552895" y="413654"/>
                  <a:pt x="1570315" y="399621"/>
                  <a:pt x="1587187" y="384880"/>
                </a:cubicBezTo>
                <a:cubicBezTo>
                  <a:pt x="1632930" y="344940"/>
                  <a:pt x="1675952" y="302305"/>
                  <a:pt x="1719887" y="260608"/>
                </a:cubicBezTo>
                <a:cubicBezTo>
                  <a:pt x="1734653" y="246544"/>
                  <a:pt x="1745346" y="228861"/>
                  <a:pt x="1758213" y="213165"/>
                </a:cubicBezTo>
                <a:cubicBezTo>
                  <a:pt x="1766791" y="202700"/>
                  <a:pt x="1774857" y="191769"/>
                  <a:pt x="1785353" y="183058"/>
                </a:cubicBezTo>
                <a:cubicBezTo>
                  <a:pt x="1789677" y="179520"/>
                  <a:pt x="1794273" y="176336"/>
                  <a:pt x="1800877" y="176962"/>
                </a:cubicBezTo>
                <a:cubicBezTo>
                  <a:pt x="1803457" y="177238"/>
                  <a:pt x="1806419" y="177866"/>
                  <a:pt x="1807769" y="180970"/>
                </a:cubicBezTo>
                <a:cubicBezTo>
                  <a:pt x="1809008" y="184077"/>
                  <a:pt x="1806920" y="185602"/>
                  <a:pt x="1805034" y="186998"/>
                </a:cubicBezTo>
                <a:cubicBezTo>
                  <a:pt x="1804539" y="187378"/>
                  <a:pt x="1804063" y="187878"/>
                  <a:pt x="1803514" y="187897"/>
                </a:cubicBezTo>
                <a:cubicBezTo>
                  <a:pt x="1793193" y="188971"/>
                  <a:pt x="1792155" y="198213"/>
                  <a:pt x="1788211" y="205008"/>
                </a:cubicBezTo>
                <a:cubicBezTo>
                  <a:pt x="1786982" y="207109"/>
                  <a:pt x="1787181" y="209161"/>
                  <a:pt x="1789190" y="211516"/>
                </a:cubicBezTo>
                <a:cubicBezTo>
                  <a:pt x="1792806" y="215755"/>
                  <a:pt x="1791010" y="217754"/>
                  <a:pt x="1787239" y="219092"/>
                </a:cubicBezTo>
                <a:cubicBezTo>
                  <a:pt x="1783469" y="220431"/>
                  <a:pt x="1779241" y="220936"/>
                  <a:pt x="1775377" y="223853"/>
                </a:cubicBezTo>
                <a:cubicBezTo>
                  <a:pt x="1782527" y="225913"/>
                  <a:pt x="1786885" y="223344"/>
                  <a:pt x="1790824" y="220183"/>
                </a:cubicBezTo>
                <a:cubicBezTo>
                  <a:pt x="1799707" y="213222"/>
                  <a:pt x="1804607" y="203244"/>
                  <a:pt x="1809141" y="193038"/>
                </a:cubicBezTo>
                <a:cubicBezTo>
                  <a:pt x="1810059" y="191068"/>
                  <a:pt x="1810721" y="188866"/>
                  <a:pt x="1812132" y="187244"/>
                </a:cubicBezTo>
                <a:cubicBezTo>
                  <a:pt x="1814735" y="184006"/>
                  <a:pt x="1817974" y="183534"/>
                  <a:pt x="1822286" y="187265"/>
                </a:cubicBezTo>
                <a:cubicBezTo>
                  <a:pt x="1827987" y="192161"/>
                  <a:pt x="1829689" y="191740"/>
                  <a:pt x="1830357" y="185176"/>
                </a:cubicBezTo>
                <a:cubicBezTo>
                  <a:pt x="1831231" y="176304"/>
                  <a:pt x="1835247" y="169991"/>
                  <a:pt x="1843211" y="166452"/>
                </a:cubicBezTo>
                <a:cubicBezTo>
                  <a:pt x="1844858" y="165669"/>
                  <a:pt x="1846580" y="164642"/>
                  <a:pt x="1848681" y="166146"/>
                </a:cubicBezTo>
                <a:cubicBezTo>
                  <a:pt x="1850929" y="167888"/>
                  <a:pt x="1849883" y="169740"/>
                  <a:pt x="1849368" y="171453"/>
                </a:cubicBezTo>
                <a:cubicBezTo>
                  <a:pt x="1848669" y="174142"/>
                  <a:pt x="1847751" y="176838"/>
                  <a:pt x="1847179" y="179643"/>
                </a:cubicBezTo>
                <a:cubicBezTo>
                  <a:pt x="1846093" y="184162"/>
                  <a:pt x="1846470" y="188874"/>
                  <a:pt x="1850416" y="193102"/>
                </a:cubicBezTo>
                <a:cubicBezTo>
                  <a:pt x="1853303" y="196154"/>
                  <a:pt x="1853390" y="198210"/>
                  <a:pt x="1850533" y="200487"/>
                </a:cubicBezTo>
                <a:cubicBezTo>
                  <a:pt x="1841338" y="207580"/>
                  <a:pt x="1836183" y="216597"/>
                  <a:pt x="1841762" y="230219"/>
                </a:cubicBezTo>
                <a:cubicBezTo>
                  <a:pt x="1842601" y="232129"/>
                  <a:pt x="1842232" y="234080"/>
                  <a:pt x="1840128" y="234029"/>
                </a:cubicBezTo>
                <a:cubicBezTo>
                  <a:pt x="1835463" y="233823"/>
                  <a:pt x="1835166" y="236983"/>
                  <a:pt x="1834337" y="240281"/>
                </a:cubicBezTo>
                <a:cubicBezTo>
                  <a:pt x="1826185" y="271930"/>
                  <a:pt x="1811727" y="299794"/>
                  <a:pt x="1794161" y="326066"/>
                </a:cubicBezTo>
                <a:cubicBezTo>
                  <a:pt x="1776777" y="352090"/>
                  <a:pt x="1756361" y="375551"/>
                  <a:pt x="1734263" y="398100"/>
                </a:cubicBezTo>
                <a:cubicBezTo>
                  <a:pt x="1741291" y="397137"/>
                  <a:pt x="1749842" y="392367"/>
                  <a:pt x="1757954" y="386885"/>
                </a:cubicBezTo>
                <a:cubicBezTo>
                  <a:pt x="1779364" y="372233"/>
                  <a:pt x="1795859" y="352780"/>
                  <a:pt x="1812737" y="333679"/>
                </a:cubicBezTo>
                <a:cubicBezTo>
                  <a:pt x="1824521" y="320320"/>
                  <a:pt x="1835922" y="306611"/>
                  <a:pt x="1849624" y="295005"/>
                </a:cubicBezTo>
                <a:cubicBezTo>
                  <a:pt x="1851199" y="293741"/>
                  <a:pt x="1852171" y="292134"/>
                  <a:pt x="1852869" y="290172"/>
                </a:cubicBezTo>
                <a:cubicBezTo>
                  <a:pt x="1853494" y="288455"/>
                  <a:pt x="1854576" y="286843"/>
                  <a:pt x="1856990" y="287489"/>
                </a:cubicBezTo>
                <a:cubicBezTo>
                  <a:pt x="1859422" y="288255"/>
                  <a:pt x="1859968" y="290417"/>
                  <a:pt x="1860257" y="292345"/>
                </a:cubicBezTo>
                <a:cubicBezTo>
                  <a:pt x="1861015" y="299589"/>
                  <a:pt x="1860127" y="306160"/>
                  <a:pt x="1856935" y="312082"/>
                </a:cubicBezTo>
                <a:cubicBezTo>
                  <a:pt x="1850770" y="323919"/>
                  <a:pt x="1841590" y="333313"/>
                  <a:pt x="1832409" y="342707"/>
                </a:cubicBezTo>
                <a:cubicBezTo>
                  <a:pt x="1819675" y="355613"/>
                  <a:pt x="1808201" y="369566"/>
                  <a:pt x="1798281" y="385043"/>
                </a:cubicBezTo>
                <a:cubicBezTo>
                  <a:pt x="1805958" y="377395"/>
                  <a:pt x="1813617" y="369627"/>
                  <a:pt x="1821404" y="361975"/>
                </a:cubicBezTo>
                <a:cubicBezTo>
                  <a:pt x="1827267" y="356205"/>
                  <a:pt x="1833386" y="350669"/>
                  <a:pt x="1839377" y="345017"/>
                </a:cubicBezTo>
                <a:cubicBezTo>
                  <a:pt x="1840825" y="343635"/>
                  <a:pt x="1842363" y="342130"/>
                  <a:pt x="1844941" y="343860"/>
                </a:cubicBezTo>
                <a:cubicBezTo>
                  <a:pt x="1847262" y="345357"/>
                  <a:pt x="1847277" y="347658"/>
                  <a:pt x="1847164" y="349842"/>
                </a:cubicBezTo>
                <a:cubicBezTo>
                  <a:pt x="1846803" y="358455"/>
                  <a:pt x="1843225" y="365480"/>
                  <a:pt x="1838441" y="371820"/>
                </a:cubicBezTo>
                <a:cubicBezTo>
                  <a:pt x="1832630" y="379404"/>
                  <a:pt x="1826435" y="386639"/>
                  <a:pt x="1820021" y="393881"/>
                </a:cubicBezTo>
                <a:cubicBezTo>
                  <a:pt x="1827745" y="391683"/>
                  <a:pt x="1835469" y="389484"/>
                  <a:pt x="1843247" y="387648"/>
                </a:cubicBezTo>
                <a:cubicBezTo>
                  <a:pt x="1841726" y="401751"/>
                  <a:pt x="1833689" y="404808"/>
                  <a:pt x="1826441" y="407232"/>
                </a:cubicBezTo>
                <a:cubicBezTo>
                  <a:pt x="1816648" y="410348"/>
                  <a:pt x="1807403" y="414172"/>
                  <a:pt x="1798340" y="418475"/>
                </a:cubicBezTo>
                <a:cubicBezTo>
                  <a:pt x="1794876" y="422589"/>
                  <a:pt x="1791395" y="426583"/>
                  <a:pt x="1788058" y="430814"/>
                </a:cubicBezTo>
                <a:cubicBezTo>
                  <a:pt x="1784630" y="435169"/>
                  <a:pt x="1781423" y="439516"/>
                  <a:pt x="1778250" y="444105"/>
                </a:cubicBezTo>
                <a:cubicBezTo>
                  <a:pt x="1775995" y="447452"/>
                  <a:pt x="1773119" y="450334"/>
                  <a:pt x="1777135" y="455772"/>
                </a:cubicBezTo>
                <a:cubicBezTo>
                  <a:pt x="1778943" y="458255"/>
                  <a:pt x="1771677" y="472309"/>
                  <a:pt x="1768840" y="473253"/>
                </a:cubicBezTo>
                <a:cubicBezTo>
                  <a:pt x="1768419" y="473388"/>
                  <a:pt x="1767998" y="473524"/>
                  <a:pt x="1767669" y="473535"/>
                </a:cubicBezTo>
                <a:cubicBezTo>
                  <a:pt x="1761228" y="473267"/>
                  <a:pt x="1760417" y="477413"/>
                  <a:pt x="1761087" y="482599"/>
                </a:cubicBezTo>
                <a:cubicBezTo>
                  <a:pt x="1761738" y="487665"/>
                  <a:pt x="1763778" y="493895"/>
                  <a:pt x="1754725" y="491656"/>
                </a:cubicBezTo>
                <a:cubicBezTo>
                  <a:pt x="1753701" y="491449"/>
                  <a:pt x="1753589" y="492179"/>
                  <a:pt x="1753278" y="493037"/>
                </a:cubicBezTo>
                <a:cubicBezTo>
                  <a:pt x="1747079" y="514930"/>
                  <a:pt x="1733661" y="532098"/>
                  <a:pt x="1720463" y="549260"/>
                </a:cubicBezTo>
                <a:cubicBezTo>
                  <a:pt x="1719712" y="550133"/>
                  <a:pt x="1718960" y="551006"/>
                  <a:pt x="1718209" y="551879"/>
                </a:cubicBezTo>
                <a:cubicBezTo>
                  <a:pt x="1734041" y="547106"/>
                  <a:pt x="1787567" y="539854"/>
                  <a:pt x="1803757" y="541126"/>
                </a:cubicBezTo>
                <a:cubicBezTo>
                  <a:pt x="1818153" y="542216"/>
                  <a:pt x="1894232" y="513247"/>
                  <a:pt x="1908472" y="497141"/>
                </a:cubicBezTo>
                <a:cubicBezTo>
                  <a:pt x="1912607" y="509237"/>
                  <a:pt x="1908392" y="514224"/>
                  <a:pt x="1905273" y="519902"/>
                </a:cubicBezTo>
                <a:cubicBezTo>
                  <a:pt x="1900852" y="527925"/>
                  <a:pt x="1900807" y="533498"/>
                  <a:pt x="1912288" y="539411"/>
                </a:cubicBezTo>
                <a:cubicBezTo>
                  <a:pt x="1945159" y="556233"/>
                  <a:pt x="1944920" y="556847"/>
                  <a:pt x="1920238" y="582026"/>
                </a:cubicBezTo>
                <a:cubicBezTo>
                  <a:pt x="1919084" y="583155"/>
                  <a:pt x="1920267" y="586628"/>
                  <a:pt x="1920301" y="589050"/>
                </a:cubicBezTo>
                <a:cubicBezTo>
                  <a:pt x="1928199" y="592418"/>
                  <a:pt x="1935459" y="582725"/>
                  <a:pt x="1945762" y="592554"/>
                </a:cubicBezTo>
                <a:cubicBezTo>
                  <a:pt x="1914574" y="638303"/>
                  <a:pt x="1863299" y="682549"/>
                  <a:pt x="1816063" y="717694"/>
                </a:cubicBezTo>
                <a:cubicBezTo>
                  <a:pt x="1859976" y="727239"/>
                  <a:pt x="1879538" y="687817"/>
                  <a:pt x="1911348" y="691712"/>
                </a:cubicBezTo>
                <a:cubicBezTo>
                  <a:pt x="1928638" y="703244"/>
                  <a:pt x="1885466" y="724322"/>
                  <a:pt x="1930339" y="728505"/>
                </a:cubicBezTo>
                <a:cubicBezTo>
                  <a:pt x="1912832" y="739754"/>
                  <a:pt x="1900228" y="750596"/>
                  <a:pt x="1888884" y="763212"/>
                </a:cubicBezTo>
                <a:cubicBezTo>
                  <a:pt x="1868780" y="785816"/>
                  <a:pt x="1866343" y="800434"/>
                  <a:pt x="1881504" y="829360"/>
                </a:cubicBezTo>
                <a:cubicBezTo>
                  <a:pt x="1891538" y="848405"/>
                  <a:pt x="1904520" y="865775"/>
                  <a:pt x="1898869" y="889102"/>
                </a:cubicBezTo>
                <a:cubicBezTo>
                  <a:pt x="1894985" y="905102"/>
                  <a:pt x="1898958" y="915386"/>
                  <a:pt x="1921601" y="907477"/>
                </a:cubicBezTo>
                <a:cubicBezTo>
                  <a:pt x="1946039" y="899023"/>
                  <a:pt x="1957837" y="912919"/>
                  <a:pt x="1955508" y="940738"/>
                </a:cubicBezTo>
                <a:cubicBezTo>
                  <a:pt x="1954000" y="958597"/>
                  <a:pt x="1959224" y="963993"/>
                  <a:pt x="1976481" y="961353"/>
                </a:cubicBezTo>
                <a:cubicBezTo>
                  <a:pt x="1995567" y="958409"/>
                  <a:pt x="2012271" y="946217"/>
                  <a:pt x="2037146" y="950953"/>
                </a:cubicBezTo>
                <a:cubicBezTo>
                  <a:pt x="2022790" y="983900"/>
                  <a:pt x="1980355" y="976122"/>
                  <a:pt x="1962580" y="1007610"/>
                </a:cubicBezTo>
                <a:cubicBezTo>
                  <a:pt x="1989275" y="1006833"/>
                  <a:pt x="2009676" y="1006025"/>
                  <a:pt x="2028421" y="998611"/>
                </a:cubicBezTo>
                <a:cubicBezTo>
                  <a:pt x="2036238" y="995562"/>
                  <a:pt x="2044823" y="992486"/>
                  <a:pt x="2050829" y="1001611"/>
                </a:cubicBezTo>
                <a:cubicBezTo>
                  <a:pt x="2058003" y="1012636"/>
                  <a:pt x="2047439" y="1017232"/>
                  <a:pt x="2041050" y="1019506"/>
                </a:cubicBezTo>
                <a:cubicBezTo>
                  <a:pt x="2023020" y="1025806"/>
                  <a:pt x="2010541" y="1039673"/>
                  <a:pt x="1996418" y="1050687"/>
                </a:cubicBezTo>
                <a:cubicBezTo>
                  <a:pt x="1965517" y="1074864"/>
                  <a:pt x="1930634" y="1095299"/>
                  <a:pt x="1907231" y="1134124"/>
                </a:cubicBezTo>
                <a:cubicBezTo>
                  <a:pt x="1942339" y="1123252"/>
                  <a:pt x="1966286" y="1099793"/>
                  <a:pt x="1999628" y="1094067"/>
                </a:cubicBezTo>
                <a:cubicBezTo>
                  <a:pt x="1975297" y="1129653"/>
                  <a:pt x="1940811" y="1153466"/>
                  <a:pt x="1908700" y="1179865"/>
                </a:cubicBezTo>
                <a:cubicBezTo>
                  <a:pt x="1899559" y="1187320"/>
                  <a:pt x="1889855" y="1192492"/>
                  <a:pt x="1889868" y="1207997"/>
                </a:cubicBezTo>
                <a:cubicBezTo>
                  <a:pt x="1889860" y="1238039"/>
                  <a:pt x="1880309" y="1263315"/>
                  <a:pt x="1853631" y="1277417"/>
                </a:cubicBezTo>
                <a:cubicBezTo>
                  <a:pt x="1853430" y="1277545"/>
                  <a:pt x="1855637" y="1281953"/>
                  <a:pt x="1857096" y="1285053"/>
                </a:cubicBezTo>
                <a:cubicBezTo>
                  <a:pt x="1874696" y="1285430"/>
                  <a:pt x="1885755" y="1267251"/>
                  <a:pt x="1909019" y="1272282"/>
                </a:cubicBezTo>
                <a:cubicBezTo>
                  <a:pt x="1891328" y="1296984"/>
                  <a:pt x="1876677" y="1319161"/>
                  <a:pt x="1848098" y="1331631"/>
                </a:cubicBezTo>
                <a:cubicBezTo>
                  <a:pt x="1825215" y="1341608"/>
                  <a:pt x="1796024" y="1347799"/>
                  <a:pt x="1782897" y="1377919"/>
                </a:cubicBezTo>
                <a:cubicBezTo>
                  <a:pt x="1804185" y="1383017"/>
                  <a:pt x="1818358" y="1375272"/>
                  <a:pt x="1832839" y="1369576"/>
                </a:cubicBezTo>
                <a:cubicBezTo>
                  <a:pt x="1855135" y="1360830"/>
                  <a:pt x="1876830" y="1351015"/>
                  <a:pt x="1899109" y="1342149"/>
                </a:cubicBezTo>
                <a:cubicBezTo>
                  <a:pt x="1907548" y="1338836"/>
                  <a:pt x="1916975" y="1336217"/>
                  <a:pt x="1924893" y="1350730"/>
                </a:cubicBezTo>
                <a:cubicBezTo>
                  <a:pt x="1895614" y="1354864"/>
                  <a:pt x="1880691" y="1375233"/>
                  <a:pt x="1864819" y="1394423"/>
                </a:cubicBezTo>
                <a:cubicBezTo>
                  <a:pt x="1855856" y="1405264"/>
                  <a:pt x="1849395" y="1419533"/>
                  <a:pt x="1829715" y="1414866"/>
                </a:cubicBezTo>
                <a:cubicBezTo>
                  <a:pt x="1819309" y="1412429"/>
                  <a:pt x="1814120" y="1420479"/>
                  <a:pt x="1816666" y="1430084"/>
                </a:cubicBezTo>
                <a:cubicBezTo>
                  <a:pt x="1825508" y="1463947"/>
                  <a:pt x="1804138" y="1476658"/>
                  <a:pt x="1781075" y="1483976"/>
                </a:cubicBezTo>
                <a:cubicBezTo>
                  <a:pt x="1737493" y="1497921"/>
                  <a:pt x="1703985" y="1528243"/>
                  <a:pt x="1662135" y="1545641"/>
                </a:cubicBezTo>
                <a:cubicBezTo>
                  <a:pt x="1621421" y="1562518"/>
                  <a:pt x="1309213" y="1644982"/>
                  <a:pt x="1228496" y="1654846"/>
                </a:cubicBezTo>
                <a:cubicBezTo>
                  <a:pt x="734556" y="1715203"/>
                  <a:pt x="322997" y="1384057"/>
                  <a:pt x="320644" y="1379412"/>
                </a:cubicBezTo>
                <a:cubicBezTo>
                  <a:pt x="309754" y="1357610"/>
                  <a:pt x="289551" y="1348720"/>
                  <a:pt x="270759" y="1337481"/>
                </a:cubicBezTo>
                <a:cubicBezTo>
                  <a:pt x="254381" y="1327615"/>
                  <a:pt x="236924" y="1317178"/>
                  <a:pt x="228113" y="1299667"/>
                </a:cubicBezTo>
                <a:cubicBezTo>
                  <a:pt x="216458" y="1276439"/>
                  <a:pt x="242410" y="1294947"/>
                  <a:pt x="245333" y="1285763"/>
                </a:cubicBezTo>
                <a:cubicBezTo>
                  <a:pt x="234720" y="1273886"/>
                  <a:pt x="219423" y="1263135"/>
                  <a:pt x="213717" y="1249396"/>
                </a:cubicBezTo>
                <a:cubicBezTo>
                  <a:pt x="193226" y="1199693"/>
                  <a:pt x="159854" y="1164111"/>
                  <a:pt x="113881" y="1137192"/>
                </a:cubicBezTo>
                <a:cubicBezTo>
                  <a:pt x="100683" y="1129398"/>
                  <a:pt x="90568" y="1114960"/>
                  <a:pt x="73849" y="1113100"/>
                </a:cubicBezTo>
                <a:cubicBezTo>
                  <a:pt x="36733" y="1109140"/>
                  <a:pt x="42173" y="1068255"/>
                  <a:pt x="20263" y="1050943"/>
                </a:cubicBezTo>
                <a:cubicBezTo>
                  <a:pt x="18198" y="1049317"/>
                  <a:pt x="13140" y="1027228"/>
                  <a:pt x="8595" y="1004970"/>
                </a:cubicBezTo>
                <a:lnTo>
                  <a:pt x="6783" y="995844"/>
                </a:lnTo>
                <a:lnTo>
                  <a:pt x="9724" y="994413"/>
                </a:lnTo>
                <a:lnTo>
                  <a:pt x="11037" y="999486"/>
                </a:lnTo>
                <a:cubicBezTo>
                  <a:pt x="14116" y="1010934"/>
                  <a:pt x="16916" y="1019681"/>
                  <a:pt x="17989" y="1017464"/>
                </a:cubicBezTo>
                <a:cubicBezTo>
                  <a:pt x="20834" y="1011433"/>
                  <a:pt x="25764" y="1006058"/>
                  <a:pt x="21860" y="998437"/>
                </a:cubicBezTo>
                <a:cubicBezTo>
                  <a:pt x="20669" y="996024"/>
                  <a:pt x="19867" y="989169"/>
                  <a:pt x="16531" y="989724"/>
                </a:cubicBezTo>
                <a:cubicBezTo>
                  <a:pt x="15419" y="989909"/>
                  <a:pt x="14027" y="990917"/>
                  <a:pt x="12243" y="993188"/>
                </a:cubicBezTo>
                <a:lnTo>
                  <a:pt x="9724" y="994413"/>
                </a:lnTo>
                <a:lnTo>
                  <a:pt x="7918" y="987443"/>
                </a:lnTo>
                <a:cubicBezTo>
                  <a:pt x="5848" y="979222"/>
                  <a:pt x="3868" y="971026"/>
                  <a:pt x="2406" y="965300"/>
                </a:cubicBezTo>
                <a:lnTo>
                  <a:pt x="2083" y="964112"/>
                </a:lnTo>
                <a:lnTo>
                  <a:pt x="2754" y="954092"/>
                </a:lnTo>
                <a:cubicBezTo>
                  <a:pt x="6095" y="926587"/>
                  <a:pt x="15820" y="895491"/>
                  <a:pt x="31566" y="893447"/>
                </a:cubicBezTo>
                <a:cubicBezTo>
                  <a:pt x="14911" y="860452"/>
                  <a:pt x="14911" y="860452"/>
                  <a:pt x="52206" y="854594"/>
                </a:cubicBezTo>
                <a:cubicBezTo>
                  <a:pt x="34418" y="833873"/>
                  <a:pt x="33602" y="828449"/>
                  <a:pt x="50190" y="820622"/>
                </a:cubicBezTo>
                <a:cubicBezTo>
                  <a:pt x="66155" y="813059"/>
                  <a:pt x="84692" y="810133"/>
                  <a:pt x="98778" y="798878"/>
                </a:cubicBezTo>
                <a:cubicBezTo>
                  <a:pt x="80211" y="772247"/>
                  <a:pt x="71440" y="741046"/>
                  <a:pt x="39477" y="728797"/>
                </a:cubicBezTo>
                <a:cubicBezTo>
                  <a:pt x="34449" y="726907"/>
                  <a:pt x="30033" y="718818"/>
                  <a:pt x="32418" y="714135"/>
                </a:cubicBezTo>
                <a:cubicBezTo>
                  <a:pt x="40732" y="696774"/>
                  <a:pt x="20252" y="664756"/>
                  <a:pt x="53539" y="660124"/>
                </a:cubicBezTo>
                <a:cubicBezTo>
                  <a:pt x="57638" y="659501"/>
                  <a:pt x="60973" y="655997"/>
                  <a:pt x="56973" y="651407"/>
                </a:cubicBezTo>
                <a:cubicBezTo>
                  <a:pt x="43256" y="635757"/>
                  <a:pt x="57141" y="636380"/>
                  <a:pt x="65177" y="634051"/>
                </a:cubicBezTo>
                <a:cubicBezTo>
                  <a:pt x="74914" y="631300"/>
                  <a:pt x="87382" y="637906"/>
                  <a:pt x="95409" y="628914"/>
                </a:cubicBezTo>
                <a:cubicBezTo>
                  <a:pt x="91836" y="619828"/>
                  <a:pt x="83731" y="620221"/>
                  <a:pt x="77587" y="617521"/>
                </a:cubicBezTo>
                <a:cubicBezTo>
                  <a:pt x="59615" y="609525"/>
                  <a:pt x="44480" y="599859"/>
                  <a:pt x="40415" y="577949"/>
                </a:cubicBezTo>
                <a:cubicBezTo>
                  <a:pt x="37093" y="560253"/>
                  <a:pt x="32982" y="544644"/>
                  <a:pt x="55220" y="538444"/>
                </a:cubicBezTo>
                <a:cubicBezTo>
                  <a:pt x="58716" y="537479"/>
                  <a:pt x="60238" y="535126"/>
                  <a:pt x="60444" y="532091"/>
                </a:cubicBezTo>
                <a:cubicBezTo>
                  <a:pt x="57375" y="529287"/>
                  <a:pt x="54397" y="526359"/>
                  <a:pt x="50997" y="524292"/>
                </a:cubicBezTo>
                <a:cubicBezTo>
                  <a:pt x="39609" y="517528"/>
                  <a:pt x="34519" y="507161"/>
                  <a:pt x="29797" y="496296"/>
                </a:cubicBezTo>
                <a:cubicBezTo>
                  <a:pt x="26771" y="489372"/>
                  <a:pt x="23432" y="482580"/>
                  <a:pt x="18025" y="476705"/>
                </a:cubicBezTo>
                <a:cubicBezTo>
                  <a:pt x="14719" y="473061"/>
                  <a:pt x="10900" y="470404"/>
                  <a:pt x="6383" y="468980"/>
                </a:cubicBezTo>
                <a:cubicBezTo>
                  <a:pt x="2433" y="467660"/>
                  <a:pt x="1045" y="465768"/>
                  <a:pt x="3045" y="462188"/>
                </a:cubicBezTo>
                <a:cubicBezTo>
                  <a:pt x="8677" y="451944"/>
                  <a:pt x="9882" y="440880"/>
                  <a:pt x="3242" y="428263"/>
                </a:cubicBezTo>
                <a:cubicBezTo>
                  <a:pt x="1235" y="424454"/>
                  <a:pt x="1716" y="421046"/>
                  <a:pt x="4901" y="419485"/>
                </a:cubicBezTo>
                <a:cubicBezTo>
                  <a:pt x="18139" y="412862"/>
                  <a:pt x="19514" y="398521"/>
                  <a:pt x="23741" y="386265"/>
                </a:cubicBezTo>
                <a:cubicBezTo>
                  <a:pt x="29731" y="368862"/>
                  <a:pt x="34898" y="351123"/>
                  <a:pt x="38036" y="332362"/>
                </a:cubicBezTo>
                <a:cubicBezTo>
                  <a:pt x="39883" y="321155"/>
                  <a:pt x="41637" y="310073"/>
                  <a:pt x="37374" y="297860"/>
                </a:cubicBezTo>
                <a:cubicBezTo>
                  <a:pt x="36372" y="294866"/>
                  <a:pt x="36980" y="292301"/>
                  <a:pt x="38063" y="289963"/>
                </a:cubicBezTo>
                <a:cubicBezTo>
                  <a:pt x="42597" y="279756"/>
                  <a:pt x="40234" y="269176"/>
                  <a:pt x="33975" y="258363"/>
                </a:cubicBezTo>
                <a:cubicBezTo>
                  <a:pt x="30125" y="251830"/>
                  <a:pt x="30327" y="250975"/>
                  <a:pt x="37609" y="250972"/>
                </a:cubicBezTo>
                <a:cubicBezTo>
                  <a:pt x="52373" y="250838"/>
                  <a:pt x="67065" y="250950"/>
                  <a:pt x="81247" y="248413"/>
                </a:cubicBezTo>
                <a:cubicBezTo>
                  <a:pt x="97150" y="245576"/>
                  <a:pt x="101623" y="240095"/>
                  <a:pt x="87027" y="225202"/>
                </a:cubicBezTo>
                <a:cubicBezTo>
                  <a:pt x="83903" y="222037"/>
                  <a:pt x="81054" y="218498"/>
                  <a:pt x="79230" y="214441"/>
                </a:cubicBezTo>
                <a:cubicBezTo>
                  <a:pt x="77863" y="211216"/>
                  <a:pt x="78288" y="208901"/>
                  <a:pt x="80687" y="207245"/>
                </a:cubicBezTo>
                <a:cubicBezTo>
                  <a:pt x="83471" y="205213"/>
                  <a:pt x="85515" y="207809"/>
                  <a:pt x="87562" y="209678"/>
                </a:cubicBezTo>
                <a:cubicBezTo>
                  <a:pt x="98671" y="219722"/>
                  <a:pt x="111706" y="226431"/>
                  <a:pt x="124300" y="233881"/>
                </a:cubicBezTo>
                <a:cubicBezTo>
                  <a:pt x="142360" y="244660"/>
                  <a:pt x="161099" y="254083"/>
                  <a:pt x="177765" y="267332"/>
                </a:cubicBezTo>
                <a:cubicBezTo>
                  <a:pt x="182023" y="270702"/>
                  <a:pt x="187661" y="267847"/>
                  <a:pt x="187213" y="261926"/>
                </a:cubicBezTo>
                <a:cubicBezTo>
                  <a:pt x="186764" y="256006"/>
                  <a:pt x="189729" y="255906"/>
                  <a:pt x="194337" y="257205"/>
                </a:cubicBezTo>
                <a:cubicBezTo>
                  <a:pt x="199861" y="258714"/>
                  <a:pt x="205383" y="260225"/>
                  <a:pt x="210833" y="261979"/>
                </a:cubicBezTo>
                <a:cubicBezTo>
                  <a:pt x="216519" y="263847"/>
                  <a:pt x="219587" y="268105"/>
                  <a:pt x="220951" y="273511"/>
                </a:cubicBezTo>
                <a:cubicBezTo>
                  <a:pt x="221215" y="274531"/>
                  <a:pt x="221415" y="275675"/>
                  <a:pt x="221308" y="276617"/>
                </a:cubicBezTo>
                <a:lnTo>
                  <a:pt x="220390" y="277794"/>
                </a:lnTo>
                <a:lnTo>
                  <a:pt x="219184" y="278292"/>
                </a:lnTo>
                <a:cubicBezTo>
                  <a:pt x="217932" y="278836"/>
                  <a:pt x="217856" y="278975"/>
                  <a:pt x="219827" y="278515"/>
                </a:cubicBezTo>
                <a:lnTo>
                  <a:pt x="220390" y="277794"/>
                </a:lnTo>
                <a:lnTo>
                  <a:pt x="225602" y="275640"/>
                </a:lnTo>
                <a:cubicBezTo>
                  <a:pt x="231073" y="273321"/>
                  <a:pt x="237770" y="270158"/>
                  <a:pt x="238725" y="267703"/>
                </a:cubicBezTo>
                <a:cubicBezTo>
                  <a:pt x="238799" y="267458"/>
                  <a:pt x="306286" y="282631"/>
                  <a:pt x="327695" y="292934"/>
                </a:cubicBezTo>
                <a:cubicBezTo>
                  <a:pt x="341023" y="299390"/>
                  <a:pt x="599974" y="399939"/>
                  <a:pt x="931839" y="361634"/>
                </a:cubicBezTo>
                <a:cubicBezTo>
                  <a:pt x="943551" y="360271"/>
                  <a:pt x="954657" y="359291"/>
                  <a:pt x="966002" y="358425"/>
                </a:cubicBezTo>
                <a:cubicBezTo>
                  <a:pt x="1066255" y="350083"/>
                  <a:pt x="1165023" y="344336"/>
                  <a:pt x="1205961" y="337022"/>
                </a:cubicBezTo>
                <a:cubicBezTo>
                  <a:pt x="1237968" y="331220"/>
                  <a:pt x="1399293" y="285815"/>
                  <a:pt x="1443310" y="250536"/>
                </a:cubicBezTo>
                <a:cubicBezTo>
                  <a:pt x="1488297" y="214376"/>
                  <a:pt x="1529887" y="174697"/>
                  <a:pt x="1571239" y="134904"/>
                </a:cubicBezTo>
                <a:cubicBezTo>
                  <a:pt x="1589176" y="117705"/>
                  <a:pt x="1608648" y="101907"/>
                  <a:pt x="1624247" y="82363"/>
                </a:cubicBezTo>
                <a:cubicBezTo>
                  <a:pt x="1639827" y="62699"/>
                  <a:pt x="1654420" y="42341"/>
                  <a:pt x="1671755" y="24072"/>
                </a:cubicBezTo>
                <a:cubicBezTo>
                  <a:pt x="1676703" y="18818"/>
                  <a:pt x="1681596" y="13202"/>
                  <a:pt x="1689813" y="12077"/>
                </a:cubicBezTo>
                <a:cubicBezTo>
                  <a:pt x="1691643" y="11773"/>
                  <a:pt x="1693637" y="11827"/>
                  <a:pt x="1695539" y="12005"/>
                </a:cubicBezTo>
                <a:cubicBezTo>
                  <a:pt x="1697661" y="12176"/>
                  <a:pt x="1699489" y="13326"/>
                  <a:pt x="1700566" y="15349"/>
                </a:cubicBezTo>
                <a:cubicBezTo>
                  <a:pt x="1701679" y="17614"/>
                  <a:pt x="1700560" y="18984"/>
                  <a:pt x="1699205" y="20240"/>
                </a:cubicBezTo>
                <a:cubicBezTo>
                  <a:pt x="1698234" y="21121"/>
                  <a:pt x="1697335" y="22484"/>
                  <a:pt x="1695944" y="22773"/>
                </a:cubicBezTo>
                <a:cubicBezTo>
                  <a:pt x="1687049" y="24526"/>
                  <a:pt x="1684752" y="31993"/>
                  <a:pt x="1681449" y="38645"/>
                </a:cubicBezTo>
                <a:cubicBezTo>
                  <a:pt x="1679999" y="41481"/>
                  <a:pt x="1678349" y="43716"/>
                  <a:pt x="1682350" y="47579"/>
                </a:cubicBezTo>
                <a:cubicBezTo>
                  <a:pt x="1685839" y="50975"/>
                  <a:pt x="1683037" y="52886"/>
                  <a:pt x="1680109" y="53954"/>
                </a:cubicBezTo>
                <a:cubicBezTo>
                  <a:pt x="1676027" y="55424"/>
                  <a:pt x="1670940" y="55353"/>
                  <a:pt x="1666763" y="59855"/>
                </a:cubicBezTo>
                <a:cubicBezTo>
                  <a:pt x="1684930" y="59606"/>
                  <a:pt x="1690894" y="47897"/>
                  <a:pt x="1697533" y="37014"/>
                </a:cubicBezTo>
                <a:cubicBezTo>
                  <a:pt x="1700027" y="33053"/>
                  <a:pt x="1701425" y="28403"/>
                  <a:pt x="1703407" y="23976"/>
                </a:cubicBezTo>
                <a:cubicBezTo>
                  <a:pt x="1705903" y="18562"/>
                  <a:pt x="1709709" y="18191"/>
                  <a:pt x="1715247" y="22729"/>
                </a:cubicBezTo>
                <a:cubicBezTo>
                  <a:pt x="1720161" y="26803"/>
                  <a:pt x="1722193" y="26372"/>
                  <a:pt x="1722750" y="20538"/>
                </a:cubicBezTo>
                <a:cubicBezTo>
                  <a:pt x="1723587" y="11425"/>
                  <a:pt x="1727677" y="4867"/>
                  <a:pt x="1735751" y="1324"/>
                </a:cubicBezTo>
                <a:cubicBezTo>
                  <a:pt x="1736630" y="931"/>
                  <a:pt x="1737586" y="324"/>
                  <a:pt x="1738586" y="9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5" name="Title 4">
            <a:extLst>
              <a:ext uri="{FF2B5EF4-FFF2-40B4-BE49-F238E27FC236}">
                <a16:creationId xmlns:a16="http://schemas.microsoft.com/office/drawing/2014/main" id="{DE7D0FB3-AA0E-43D7-A0BC-3BEE75E725EF}"/>
              </a:ext>
            </a:extLst>
          </p:cNvPr>
          <p:cNvSpPr>
            <a:spLocks noGrp="1"/>
          </p:cNvSpPr>
          <p:nvPr>
            <p:ph type="title"/>
          </p:nvPr>
        </p:nvSpPr>
        <p:spPr/>
        <p:txBody>
          <a:bodyPr/>
          <a:lstStyle>
            <a:lvl1pPr algn="ctr">
              <a:defRPr/>
            </a:lvl1pPr>
          </a:lstStyle>
          <a:p>
            <a:r>
              <a:rPr lang="en-US"/>
              <a:t>Click to edit Master title style</a:t>
            </a:r>
          </a:p>
        </p:txBody>
      </p:sp>
      <p:sp>
        <p:nvSpPr>
          <p:cNvPr id="61" name="Text Placeholder 60">
            <a:extLst>
              <a:ext uri="{FF2B5EF4-FFF2-40B4-BE49-F238E27FC236}">
                <a16:creationId xmlns:a16="http://schemas.microsoft.com/office/drawing/2014/main" id="{88FBD310-488D-42E9-A29F-12364D04331A}"/>
              </a:ext>
            </a:extLst>
          </p:cNvPr>
          <p:cNvSpPr>
            <a:spLocks noGrp="1"/>
          </p:cNvSpPr>
          <p:nvPr>
            <p:ph type="body" sz="quarter" idx="18" hasCustomPrompt="1"/>
          </p:nvPr>
        </p:nvSpPr>
        <p:spPr>
          <a:xfrm>
            <a:off x="329184"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2" name="Text Placeholder 60">
            <a:extLst>
              <a:ext uri="{FF2B5EF4-FFF2-40B4-BE49-F238E27FC236}">
                <a16:creationId xmlns:a16="http://schemas.microsoft.com/office/drawing/2014/main" id="{9460BB5F-DDF6-449E-B8A3-5B1A09531AED}"/>
              </a:ext>
            </a:extLst>
          </p:cNvPr>
          <p:cNvSpPr>
            <a:spLocks noGrp="1"/>
          </p:cNvSpPr>
          <p:nvPr>
            <p:ph type="body" sz="quarter" idx="19" hasCustomPrompt="1"/>
          </p:nvPr>
        </p:nvSpPr>
        <p:spPr>
          <a:xfrm>
            <a:off x="329184"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3" name="Text Placeholder 60">
            <a:extLst>
              <a:ext uri="{FF2B5EF4-FFF2-40B4-BE49-F238E27FC236}">
                <a16:creationId xmlns:a16="http://schemas.microsoft.com/office/drawing/2014/main" id="{4EF74628-86D0-415A-A2D4-15002D43447D}"/>
              </a:ext>
            </a:extLst>
          </p:cNvPr>
          <p:cNvSpPr>
            <a:spLocks noGrp="1"/>
          </p:cNvSpPr>
          <p:nvPr>
            <p:ph type="body" sz="quarter" idx="20" hasCustomPrompt="1"/>
          </p:nvPr>
        </p:nvSpPr>
        <p:spPr>
          <a:xfrm>
            <a:off x="9810369"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4" name="Text Placeholder 60">
            <a:extLst>
              <a:ext uri="{FF2B5EF4-FFF2-40B4-BE49-F238E27FC236}">
                <a16:creationId xmlns:a16="http://schemas.microsoft.com/office/drawing/2014/main" id="{25267973-CF84-45FA-9820-576EF937226E}"/>
              </a:ext>
            </a:extLst>
          </p:cNvPr>
          <p:cNvSpPr>
            <a:spLocks noGrp="1"/>
          </p:cNvSpPr>
          <p:nvPr>
            <p:ph type="body" sz="quarter" idx="21" hasCustomPrompt="1"/>
          </p:nvPr>
        </p:nvSpPr>
        <p:spPr>
          <a:xfrm>
            <a:off x="9810369"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5" name="Text Placeholder 60">
            <a:extLst>
              <a:ext uri="{FF2B5EF4-FFF2-40B4-BE49-F238E27FC236}">
                <a16:creationId xmlns:a16="http://schemas.microsoft.com/office/drawing/2014/main" id="{C90547DE-D65E-4930-8FD2-C0FFE47CD5A9}"/>
              </a:ext>
            </a:extLst>
          </p:cNvPr>
          <p:cNvSpPr>
            <a:spLocks noGrp="1"/>
          </p:cNvSpPr>
          <p:nvPr>
            <p:ph type="body" sz="quarter" idx="22" hasCustomPrompt="1"/>
          </p:nvPr>
        </p:nvSpPr>
        <p:spPr>
          <a:xfrm>
            <a:off x="7439880"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6" name="Text Placeholder 60">
            <a:extLst>
              <a:ext uri="{FF2B5EF4-FFF2-40B4-BE49-F238E27FC236}">
                <a16:creationId xmlns:a16="http://schemas.microsoft.com/office/drawing/2014/main" id="{6F0DDCFA-12F3-47A4-9BD8-A43B03931A70}"/>
              </a:ext>
            </a:extLst>
          </p:cNvPr>
          <p:cNvSpPr>
            <a:spLocks noGrp="1"/>
          </p:cNvSpPr>
          <p:nvPr>
            <p:ph type="body" sz="quarter" idx="23" hasCustomPrompt="1"/>
          </p:nvPr>
        </p:nvSpPr>
        <p:spPr>
          <a:xfrm>
            <a:off x="7439880"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7" name="Text Placeholder 60">
            <a:extLst>
              <a:ext uri="{FF2B5EF4-FFF2-40B4-BE49-F238E27FC236}">
                <a16:creationId xmlns:a16="http://schemas.microsoft.com/office/drawing/2014/main" id="{F97D700B-945B-4B8F-907C-F02C48BE2CC0}"/>
              </a:ext>
            </a:extLst>
          </p:cNvPr>
          <p:cNvSpPr>
            <a:spLocks noGrp="1"/>
          </p:cNvSpPr>
          <p:nvPr>
            <p:ph type="body" sz="quarter" idx="24" hasCustomPrompt="1"/>
          </p:nvPr>
        </p:nvSpPr>
        <p:spPr>
          <a:xfrm>
            <a:off x="5065218"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68" name="Text Placeholder 60">
            <a:extLst>
              <a:ext uri="{FF2B5EF4-FFF2-40B4-BE49-F238E27FC236}">
                <a16:creationId xmlns:a16="http://schemas.microsoft.com/office/drawing/2014/main" id="{2CBF1DAD-7E2F-420A-89E2-A21636A0D3A0}"/>
              </a:ext>
            </a:extLst>
          </p:cNvPr>
          <p:cNvSpPr>
            <a:spLocks noGrp="1"/>
          </p:cNvSpPr>
          <p:nvPr>
            <p:ph type="body" sz="quarter" idx="25" hasCustomPrompt="1"/>
          </p:nvPr>
        </p:nvSpPr>
        <p:spPr>
          <a:xfrm>
            <a:off x="5065218"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
        <p:nvSpPr>
          <p:cNvPr id="69" name="Text Placeholder 60">
            <a:extLst>
              <a:ext uri="{FF2B5EF4-FFF2-40B4-BE49-F238E27FC236}">
                <a16:creationId xmlns:a16="http://schemas.microsoft.com/office/drawing/2014/main" id="{48D6E3F9-8E51-4439-A1F4-D3547D7A45AA}"/>
              </a:ext>
            </a:extLst>
          </p:cNvPr>
          <p:cNvSpPr>
            <a:spLocks noGrp="1"/>
          </p:cNvSpPr>
          <p:nvPr>
            <p:ph type="body" sz="quarter" idx="26" hasCustomPrompt="1"/>
          </p:nvPr>
        </p:nvSpPr>
        <p:spPr>
          <a:xfrm>
            <a:off x="2703846" y="4242815"/>
            <a:ext cx="2057400" cy="731520"/>
          </a:xfrm>
        </p:spPr>
        <p:txBody>
          <a:bodyPr anchor="ctr"/>
          <a:lstStyle>
            <a:lvl1pPr marL="0" indent="0" algn="ctr">
              <a:spcBef>
                <a:spcPts val="1000"/>
              </a:spcBef>
              <a:buNone/>
              <a:defRPr sz="2000" b="0">
                <a:latin typeface="+mj-lt"/>
              </a:defRPr>
            </a:lvl1pPr>
          </a:lstStyle>
          <a:p>
            <a:pPr lvl="0"/>
            <a:r>
              <a:rPr lang="en-US" dirty="0"/>
              <a:t>Name</a:t>
            </a:r>
          </a:p>
        </p:txBody>
      </p:sp>
      <p:sp>
        <p:nvSpPr>
          <p:cNvPr id="70" name="Text Placeholder 60">
            <a:extLst>
              <a:ext uri="{FF2B5EF4-FFF2-40B4-BE49-F238E27FC236}">
                <a16:creationId xmlns:a16="http://schemas.microsoft.com/office/drawing/2014/main" id="{D142C7CE-3ABA-4AF0-8C3F-C11DC5AE1CEE}"/>
              </a:ext>
            </a:extLst>
          </p:cNvPr>
          <p:cNvSpPr>
            <a:spLocks noGrp="1"/>
          </p:cNvSpPr>
          <p:nvPr>
            <p:ph type="body" sz="quarter" idx="27" hasCustomPrompt="1"/>
          </p:nvPr>
        </p:nvSpPr>
        <p:spPr>
          <a:xfrm>
            <a:off x="2703846" y="4782312"/>
            <a:ext cx="2057400" cy="644525"/>
          </a:xfrm>
        </p:spPr>
        <p:txBody>
          <a:bodyPr anchor="ctr"/>
          <a:lstStyle>
            <a:lvl1pPr marL="0" indent="0" algn="ctr">
              <a:spcBef>
                <a:spcPts val="1000"/>
              </a:spcBef>
              <a:buNone/>
              <a:defRPr sz="2000" b="0">
                <a:latin typeface="+mn-lt"/>
              </a:defRPr>
            </a:lvl1pPr>
          </a:lstStyle>
          <a:p>
            <a:pPr lvl="0"/>
            <a:r>
              <a:rPr lang="en-US" dirty="0"/>
              <a:t>Title</a:t>
            </a:r>
          </a:p>
        </p:txBody>
      </p:sp>
    </p:spTree>
    <p:extLst>
      <p:ext uri="{BB962C8B-B14F-4D97-AF65-F5344CB8AC3E}">
        <p14:creationId xmlns:p14="http://schemas.microsoft.com/office/powerpoint/2010/main" val="3420658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61000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020813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dirty="0"/>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4541520"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4541520"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r>
              <a:rPr lang="en-US" dirty="0"/>
              <a:t>9/3/20XX</a:t>
            </a:r>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B9713C8C-8E70-45D5-AE59-23E60168254E}" type="slidenum">
              <a:rPr lang="en-US" smtClean="0"/>
              <a:t>‹#›</a:t>
            </a:fld>
            <a:endParaRPr lang="en-US" dirty="0"/>
          </a:p>
        </p:txBody>
      </p:sp>
      <p:sp>
        <p:nvSpPr>
          <p:cNvPr id="11" name="Text Placeholder 4">
            <a:extLst>
              <a:ext uri="{FF2B5EF4-FFF2-40B4-BE49-F238E27FC236}">
                <a16:creationId xmlns:a16="http://schemas.microsoft.com/office/drawing/2014/main" id="{B4B72819-870F-4CC8-9DEF-58C3AB4CD685}"/>
              </a:ext>
            </a:extLst>
          </p:cNvPr>
          <p:cNvSpPr>
            <a:spLocks noGrp="1"/>
          </p:cNvSpPr>
          <p:nvPr>
            <p:ph type="body" sz="quarter" idx="13"/>
          </p:nvPr>
        </p:nvSpPr>
        <p:spPr>
          <a:xfrm>
            <a:off x="8243252" y="2011680"/>
            <a:ext cx="31089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5">
            <a:extLst>
              <a:ext uri="{FF2B5EF4-FFF2-40B4-BE49-F238E27FC236}">
                <a16:creationId xmlns:a16="http://schemas.microsoft.com/office/drawing/2014/main" id="{D7812E9D-BE2A-41F4-AA15-DC0B8C56AE77}"/>
              </a:ext>
            </a:extLst>
          </p:cNvPr>
          <p:cNvSpPr>
            <a:spLocks noGrp="1"/>
          </p:cNvSpPr>
          <p:nvPr>
            <p:ph sz="quarter" idx="14"/>
          </p:nvPr>
        </p:nvSpPr>
        <p:spPr>
          <a:xfrm>
            <a:off x="8243252" y="3127248"/>
            <a:ext cx="3108960" cy="30632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7611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pictures">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E6D765B-CB67-4A95-A679-026ECF057447}"/>
              </a:ext>
            </a:extLst>
          </p:cNvPr>
          <p:cNvSpPr>
            <a:spLocks noGrp="1"/>
          </p:cNvSpPr>
          <p:nvPr>
            <p:ph type="pic" sz="quarter" idx="13"/>
          </p:nvPr>
        </p:nvSpPr>
        <p:spPr>
          <a:xfrm>
            <a:off x="0" y="0"/>
            <a:ext cx="6105136" cy="4191000"/>
          </a:xfrm>
          <a:custGeom>
            <a:avLst/>
            <a:gdLst>
              <a:gd name="connsiteX0" fmla="*/ 0 w 6105136"/>
              <a:gd name="connsiteY0" fmla="*/ 0 h 4191000"/>
              <a:gd name="connsiteX1" fmla="*/ 5607799 w 6105136"/>
              <a:gd name="connsiteY1" fmla="*/ 0 h 4191000"/>
              <a:gd name="connsiteX2" fmla="*/ 5571513 w 6105136"/>
              <a:gd name="connsiteY2" fmla="*/ 27327 h 4191000"/>
              <a:gd name="connsiteX3" fmla="*/ 5456712 w 6105136"/>
              <a:gd name="connsiteY3" fmla="*/ 261788 h 4191000"/>
              <a:gd name="connsiteX4" fmla="*/ 5651844 w 6105136"/>
              <a:gd name="connsiteY4" fmla="*/ 341674 h 4191000"/>
              <a:gd name="connsiteX5" fmla="*/ 5663501 w 6105136"/>
              <a:gd name="connsiteY5" fmla="*/ 477009 h 4191000"/>
              <a:gd name="connsiteX6" fmla="*/ 5762794 w 6105136"/>
              <a:gd name="connsiteY6" fmla="*/ 628324 h 4191000"/>
              <a:gd name="connsiteX7" fmla="*/ 5981237 w 6105136"/>
              <a:gd name="connsiteY7" fmla="*/ 841197 h 4191000"/>
              <a:gd name="connsiteX8" fmla="*/ 6105136 w 6105136"/>
              <a:gd name="connsiteY8" fmla="*/ 984052 h 4191000"/>
              <a:gd name="connsiteX9" fmla="*/ 5891443 w 6105136"/>
              <a:gd name="connsiteY9" fmla="*/ 1022115 h 4191000"/>
              <a:gd name="connsiteX10" fmla="*/ 5858202 w 6105136"/>
              <a:gd name="connsiteY10" fmla="*/ 1044202 h 4191000"/>
              <a:gd name="connsiteX11" fmla="*/ 5883673 w 6105136"/>
              <a:gd name="connsiteY11" fmla="*/ 1119387 h 4191000"/>
              <a:gd name="connsiteX12" fmla="*/ 5917778 w 6105136"/>
              <a:gd name="connsiteY12" fmla="*/ 1194108 h 4191000"/>
              <a:gd name="connsiteX13" fmla="*/ 5894034 w 6105136"/>
              <a:gd name="connsiteY13" fmla="*/ 1252846 h 4191000"/>
              <a:gd name="connsiteX14" fmla="*/ 5727393 w 6105136"/>
              <a:gd name="connsiteY14" fmla="*/ 1507074 h 4191000"/>
              <a:gd name="connsiteX15" fmla="*/ 5590543 w 6105136"/>
              <a:gd name="connsiteY15" fmla="*/ 1608104 h 4191000"/>
              <a:gd name="connsiteX16" fmla="*/ 5278850 w 6105136"/>
              <a:gd name="connsiteY16" fmla="*/ 2067214 h 4191000"/>
              <a:gd name="connsiteX17" fmla="*/ 5180851 w 6105136"/>
              <a:gd name="connsiteY17" fmla="*/ 2216179 h 4191000"/>
              <a:gd name="connsiteX18" fmla="*/ 5253380 w 6105136"/>
              <a:gd name="connsiteY18" fmla="*/ 2268808 h 4191000"/>
              <a:gd name="connsiteX19" fmla="*/ 5114368 w 6105136"/>
              <a:gd name="connsiteY19" fmla="*/ 2424825 h 4191000"/>
              <a:gd name="connsiteX20" fmla="*/ 4950749 w 6105136"/>
              <a:gd name="connsiteY20" fmla="*/ 2598221 h 4191000"/>
              <a:gd name="connsiteX21" fmla="*/ 4908013 w 6105136"/>
              <a:gd name="connsiteY21" fmla="*/ 2644276 h 4191000"/>
              <a:gd name="connsiteX22" fmla="*/ 1716450 w 6105136"/>
              <a:gd name="connsiteY22" fmla="*/ 4190409 h 4191000"/>
              <a:gd name="connsiteX23" fmla="*/ 1666111 w 6105136"/>
              <a:gd name="connsiteY23" fmla="*/ 4191000 h 4191000"/>
              <a:gd name="connsiteX24" fmla="*/ 1557777 w 6105136"/>
              <a:gd name="connsiteY24" fmla="*/ 4191000 h 4191000"/>
              <a:gd name="connsiteX25" fmla="*/ 1535079 w 6105136"/>
              <a:gd name="connsiteY25" fmla="*/ 4190306 h 4191000"/>
              <a:gd name="connsiteX26" fmla="*/ 645760 w 6105136"/>
              <a:gd name="connsiteY26" fmla="*/ 3962397 h 4191000"/>
              <a:gd name="connsiteX27" fmla="*/ 293915 w 6105136"/>
              <a:gd name="connsiteY27" fmla="*/ 3785239 h 4191000"/>
              <a:gd name="connsiteX28" fmla="*/ 68403 w 6105136"/>
              <a:gd name="connsiteY28" fmla="*/ 3637448 h 4191000"/>
              <a:gd name="connsiteX29" fmla="*/ 0 w 6105136"/>
              <a:gd name="connsiteY29" fmla="*/ 3589272 h 419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105136" h="4191000">
                <a:moveTo>
                  <a:pt x="0" y="0"/>
                </a:moveTo>
                <a:lnTo>
                  <a:pt x="5607799" y="0"/>
                </a:lnTo>
                <a:lnTo>
                  <a:pt x="5571513" y="27327"/>
                </a:lnTo>
                <a:cubicBezTo>
                  <a:pt x="5516855" y="89886"/>
                  <a:pt x="5497833" y="180727"/>
                  <a:pt x="5456712" y="261788"/>
                </a:cubicBezTo>
                <a:cubicBezTo>
                  <a:pt x="5516289" y="304550"/>
                  <a:pt x="5587520" y="313948"/>
                  <a:pt x="5651844" y="341674"/>
                </a:cubicBezTo>
                <a:cubicBezTo>
                  <a:pt x="5718760" y="370809"/>
                  <a:pt x="5718760" y="392425"/>
                  <a:pt x="5663501" y="477009"/>
                </a:cubicBezTo>
                <a:cubicBezTo>
                  <a:pt x="5807259" y="495339"/>
                  <a:pt x="5807259" y="495339"/>
                  <a:pt x="5762794" y="628324"/>
                </a:cubicBezTo>
                <a:cubicBezTo>
                  <a:pt x="5883243" y="640542"/>
                  <a:pt x="5962676" y="703511"/>
                  <a:pt x="5981237" y="841197"/>
                </a:cubicBezTo>
                <a:cubicBezTo>
                  <a:pt x="5990305" y="907926"/>
                  <a:pt x="6044700" y="939409"/>
                  <a:pt x="6105136" y="984052"/>
                </a:cubicBezTo>
                <a:cubicBezTo>
                  <a:pt x="6030022" y="1027286"/>
                  <a:pt x="5979081" y="1117509"/>
                  <a:pt x="5891443" y="1022115"/>
                </a:cubicBezTo>
                <a:cubicBezTo>
                  <a:pt x="5859498" y="987342"/>
                  <a:pt x="5862517" y="1031513"/>
                  <a:pt x="5858202" y="1044202"/>
                </a:cubicBezTo>
                <a:cubicBezTo>
                  <a:pt x="5847842" y="1075215"/>
                  <a:pt x="5869424" y="1095893"/>
                  <a:pt x="5883673" y="1119387"/>
                </a:cubicBezTo>
                <a:cubicBezTo>
                  <a:pt x="5897486" y="1142885"/>
                  <a:pt x="5913893" y="1167789"/>
                  <a:pt x="5917778" y="1194108"/>
                </a:cubicBezTo>
                <a:cubicBezTo>
                  <a:pt x="5920365" y="1212434"/>
                  <a:pt x="5907848" y="1239216"/>
                  <a:pt x="5894034" y="1252846"/>
                </a:cubicBezTo>
                <a:cubicBezTo>
                  <a:pt x="5821506" y="1324743"/>
                  <a:pt x="5864677" y="1486396"/>
                  <a:pt x="5727393" y="1507074"/>
                </a:cubicBezTo>
                <a:cubicBezTo>
                  <a:pt x="5665659" y="1516469"/>
                  <a:pt x="5635872" y="1575680"/>
                  <a:pt x="5590543" y="1608104"/>
                </a:cubicBezTo>
                <a:cubicBezTo>
                  <a:pt x="5432970" y="1721355"/>
                  <a:pt x="5327632" y="1867030"/>
                  <a:pt x="5278850" y="2067214"/>
                </a:cubicBezTo>
                <a:cubicBezTo>
                  <a:pt x="5265468" y="2122664"/>
                  <a:pt x="5214092" y="2167309"/>
                  <a:pt x="5180851" y="2216179"/>
                </a:cubicBezTo>
                <a:cubicBezTo>
                  <a:pt x="5196826" y="2251892"/>
                  <a:pt x="5284029" y="2174826"/>
                  <a:pt x="5253380" y="2268808"/>
                </a:cubicBezTo>
                <a:cubicBezTo>
                  <a:pt x="5230067" y="2339298"/>
                  <a:pt x="5170490" y="2383001"/>
                  <a:pt x="5114368" y="2424825"/>
                </a:cubicBezTo>
                <a:cubicBezTo>
                  <a:pt x="5050475" y="2472284"/>
                  <a:pt x="4979676" y="2510347"/>
                  <a:pt x="4950749" y="2598221"/>
                </a:cubicBezTo>
                <a:cubicBezTo>
                  <a:pt x="4944706" y="2617020"/>
                  <a:pt x="4925279" y="2636755"/>
                  <a:pt x="4908013" y="2644276"/>
                </a:cubicBezTo>
                <a:cubicBezTo>
                  <a:pt x="4120036" y="3997466"/>
                  <a:pt x="2324286" y="4174529"/>
                  <a:pt x="1716450" y="4190409"/>
                </a:cubicBezTo>
                <a:lnTo>
                  <a:pt x="1666111" y="4191000"/>
                </a:lnTo>
                <a:lnTo>
                  <a:pt x="1557777" y="4191000"/>
                </a:lnTo>
                <a:lnTo>
                  <a:pt x="1535079" y="4190306"/>
                </a:lnTo>
                <a:cubicBezTo>
                  <a:pt x="1225543" y="4176680"/>
                  <a:pt x="932844" y="4081285"/>
                  <a:pt x="645760" y="3962397"/>
                </a:cubicBezTo>
                <a:cubicBezTo>
                  <a:pt x="524448" y="3912117"/>
                  <a:pt x="411775" y="3840689"/>
                  <a:pt x="293915" y="3785239"/>
                </a:cubicBezTo>
                <a:cubicBezTo>
                  <a:pt x="212539" y="3746940"/>
                  <a:pt x="140444" y="3691254"/>
                  <a:pt x="68403" y="3637448"/>
                </a:cubicBezTo>
                <a:lnTo>
                  <a:pt x="0" y="3589272"/>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16" name="Picture Placeholder 15">
            <a:extLst>
              <a:ext uri="{FF2B5EF4-FFF2-40B4-BE49-F238E27FC236}">
                <a16:creationId xmlns:a16="http://schemas.microsoft.com/office/drawing/2014/main" id="{79B39A93-8401-44BA-A9B6-459C297B6D26}"/>
              </a:ext>
            </a:extLst>
          </p:cNvPr>
          <p:cNvSpPr>
            <a:spLocks noGrp="1"/>
          </p:cNvSpPr>
          <p:nvPr>
            <p:ph type="pic" sz="quarter" idx="14"/>
          </p:nvPr>
        </p:nvSpPr>
        <p:spPr>
          <a:xfrm>
            <a:off x="462420" y="4304418"/>
            <a:ext cx="5414116" cy="2553582"/>
          </a:xfrm>
          <a:custGeom>
            <a:avLst/>
            <a:gdLst>
              <a:gd name="connsiteX0" fmla="*/ 158526 w 5414116"/>
              <a:gd name="connsiteY0" fmla="*/ 1316979 h 2553582"/>
              <a:gd name="connsiteX1" fmla="*/ 156754 w 5414116"/>
              <a:gd name="connsiteY1" fmla="*/ 1330318 h 2553582"/>
              <a:gd name="connsiteX2" fmla="*/ 150357 w 5414116"/>
              <a:gd name="connsiteY2" fmla="*/ 1343402 h 2553582"/>
              <a:gd name="connsiteX3" fmla="*/ 148224 w 5414116"/>
              <a:gd name="connsiteY3" fmla="*/ 1345403 h 2553582"/>
              <a:gd name="connsiteX4" fmla="*/ 152759 w 5414116"/>
              <a:gd name="connsiteY4" fmla="*/ 1332109 h 2553582"/>
              <a:gd name="connsiteX5" fmla="*/ 183999 w 5414116"/>
              <a:gd name="connsiteY5" fmla="*/ 1247985 h 2553582"/>
              <a:gd name="connsiteX6" fmla="*/ 185425 w 5414116"/>
              <a:gd name="connsiteY6" fmla="*/ 1249095 h 2553582"/>
              <a:gd name="connsiteX7" fmla="*/ 177909 w 5414116"/>
              <a:gd name="connsiteY7" fmla="*/ 1267545 h 2553582"/>
              <a:gd name="connsiteX8" fmla="*/ 163267 w 5414116"/>
              <a:gd name="connsiteY8" fmla="*/ 1304542 h 2553582"/>
              <a:gd name="connsiteX9" fmla="*/ 158526 w 5414116"/>
              <a:gd name="connsiteY9" fmla="*/ 1316979 h 2553582"/>
              <a:gd name="connsiteX10" fmla="*/ 160096 w 5414116"/>
              <a:gd name="connsiteY10" fmla="*/ 1305161 h 2553582"/>
              <a:gd name="connsiteX11" fmla="*/ 183999 w 5414116"/>
              <a:gd name="connsiteY11" fmla="*/ 1247985 h 2553582"/>
              <a:gd name="connsiteX12" fmla="*/ 2747400 w 5414116"/>
              <a:gd name="connsiteY12" fmla="*/ 406 h 2553582"/>
              <a:gd name="connsiteX13" fmla="*/ 3649095 w 5414116"/>
              <a:gd name="connsiteY13" fmla="*/ 133697 h 2553582"/>
              <a:gd name="connsiteX14" fmla="*/ 4698157 w 5414116"/>
              <a:gd name="connsiteY14" fmla="*/ 641897 h 2553582"/>
              <a:gd name="connsiteX15" fmla="*/ 4969229 w 5414116"/>
              <a:gd name="connsiteY15" fmla="*/ 864848 h 2553582"/>
              <a:gd name="connsiteX16" fmla="*/ 5031717 w 5414116"/>
              <a:gd name="connsiteY16" fmla="*/ 1024948 h 2553582"/>
              <a:gd name="connsiteX17" fmla="*/ 5057014 w 5414116"/>
              <a:gd name="connsiteY17" fmla="*/ 1071682 h 2553582"/>
              <a:gd name="connsiteX18" fmla="*/ 5135838 w 5414116"/>
              <a:gd name="connsiteY18" fmla="*/ 1143392 h 2553582"/>
              <a:gd name="connsiteX19" fmla="*/ 5266156 w 5414116"/>
              <a:gd name="connsiteY19" fmla="*/ 1289064 h 2553582"/>
              <a:gd name="connsiteX20" fmla="*/ 5195858 w 5414116"/>
              <a:gd name="connsiteY20" fmla="*/ 1298567 h 2553582"/>
              <a:gd name="connsiteX21" fmla="*/ 5041179 w 5414116"/>
              <a:gd name="connsiteY21" fmla="*/ 1192607 h 2553582"/>
              <a:gd name="connsiteX22" fmla="*/ 4918135 w 5414116"/>
              <a:gd name="connsiteY22" fmla="*/ 1145234 h 2553582"/>
              <a:gd name="connsiteX23" fmla="*/ 5060171 w 5414116"/>
              <a:gd name="connsiteY23" fmla="*/ 1300349 h 2553582"/>
              <a:gd name="connsiteX24" fmla="*/ 5184421 w 5414116"/>
              <a:gd name="connsiteY24" fmla="*/ 1487704 h 2553582"/>
              <a:gd name="connsiteX25" fmla="*/ 5058648 w 5414116"/>
              <a:gd name="connsiteY25" fmla="*/ 1427657 h 2553582"/>
              <a:gd name="connsiteX26" fmla="*/ 5045794 w 5414116"/>
              <a:gd name="connsiteY26" fmla="*/ 1446015 h 2553582"/>
              <a:gd name="connsiteX27" fmla="*/ 5101767 w 5414116"/>
              <a:gd name="connsiteY27" fmla="*/ 1647359 h 2553582"/>
              <a:gd name="connsiteX28" fmla="*/ 5135030 w 5414116"/>
              <a:gd name="connsiteY28" fmla="*/ 1731061 h 2553582"/>
              <a:gd name="connsiteX29" fmla="*/ 5321944 w 5414116"/>
              <a:gd name="connsiteY29" fmla="*/ 2003361 h 2553582"/>
              <a:gd name="connsiteX30" fmla="*/ 5107240 w 5414116"/>
              <a:gd name="connsiteY30" fmla="*/ 1850840 h 2553582"/>
              <a:gd name="connsiteX31" fmla="*/ 5290952 w 5414116"/>
              <a:gd name="connsiteY31" fmla="*/ 2116036 h 2553582"/>
              <a:gd name="connsiteX32" fmla="*/ 5388446 w 5414116"/>
              <a:gd name="connsiteY32" fmla="*/ 2220887 h 2553582"/>
              <a:gd name="connsiteX33" fmla="*/ 5403992 w 5414116"/>
              <a:gd name="connsiteY33" fmla="*/ 2273010 h 2553582"/>
              <a:gd name="connsiteX34" fmla="*/ 5345240 w 5414116"/>
              <a:gd name="connsiteY34" fmla="*/ 2269525 h 2553582"/>
              <a:gd name="connsiteX35" fmla="*/ 5181971 w 5414116"/>
              <a:gd name="connsiteY35" fmla="*/ 2212341 h 2553582"/>
              <a:gd name="connsiteX36" fmla="*/ 5342451 w 5414116"/>
              <a:gd name="connsiteY36" fmla="*/ 2399541 h 2553582"/>
              <a:gd name="connsiteX37" fmla="*/ 5193127 w 5414116"/>
              <a:gd name="connsiteY37" fmla="*/ 2341296 h 2553582"/>
              <a:gd name="connsiteX38" fmla="*/ 5128778 w 5414116"/>
              <a:gd name="connsiteY38" fmla="*/ 2384953 h 2553582"/>
              <a:gd name="connsiteX39" fmla="*/ 5024779 w 5414116"/>
              <a:gd name="connsiteY39" fmla="*/ 2455361 h 2553582"/>
              <a:gd name="connsiteX40" fmla="*/ 4957119 w 5414116"/>
              <a:gd name="connsiteY40" fmla="*/ 2492221 h 2553582"/>
              <a:gd name="connsiteX41" fmla="*/ 4951208 w 5414116"/>
              <a:gd name="connsiteY41" fmla="*/ 2536243 h 2553582"/>
              <a:gd name="connsiteX42" fmla="*/ 4942986 w 5414116"/>
              <a:gd name="connsiteY42" fmla="*/ 2553582 h 2553582"/>
              <a:gd name="connsiteX43" fmla="*/ 0 w 5414116"/>
              <a:gd name="connsiteY43" fmla="*/ 2553582 h 2553582"/>
              <a:gd name="connsiteX44" fmla="*/ 10415 w 5414116"/>
              <a:gd name="connsiteY44" fmla="*/ 2540282 h 2553582"/>
              <a:gd name="connsiteX45" fmla="*/ 50390 w 5414116"/>
              <a:gd name="connsiteY45" fmla="*/ 2514109 h 2553582"/>
              <a:gd name="connsiteX46" fmla="*/ 78593 w 5414116"/>
              <a:gd name="connsiteY46" fmla="*/ 2498362 h 2553582"/>
              <a:gd name="connsiteX47" fmla="*/ 68604 w 5414116"/>
              <a:gd name="connsiteY47" fmla="*/ 2478966 h 2553582"/>
              <a:gd name="connsiteX48" fmla="*/ 51592 w 5414116"/>
              <a:gd name="connsiteY48" fmla="*/ 2367344 h 2553582"/>
              <a:gd name="connsiteX49" fmla="*/ 167239 w 5414116"/>
              <a:gd name="connsiteY49" fmla="*/ 2281968 h 2553582"/>
              <a:gd name="connsiteX50" fmla="*/ 218700 w 5414116"/>
              <a:gd name="connsiteY50" fmla="*/ 2261009 h 2553582"/>
              <a:gd name="connsiteX51" fmla="*/ 144260 w 5414116"/>
              <a:gd name="connsiteY51" fmla="*/ 2232104 h 2553582"/>
              <a:gd name="connsiteX52" fmla="*/ 132450 w 5414116"/>
              <a:gd name="connsiteY52" fmla="*/ 2182200 h 2553582"/>
              <a:gd name="connsiteX53" fmla="*/ 128269 w 5414116"/>
              <a:gd name="connsiteY53" fmla="*/ 2157485 h 2553582"/>
              <a:gd name="connsiteX54" fmla="*/ 102768 w 5414116"/>
              <a:gd name="connsiteY54" fmla="*/ 2004430 h 2553582"/>
              <a:gd name="connsiteX55" fmla="*/ 128485 w 5414116"/>
              <a:gd name="connsiteY55" fmla="*/ 1969383 h 2553582"/>
              <a:gd name="connsiteX56" fmla="*/ 316632 w 5414116"/>
              <a:gd name="connsiteY56" fmla="*/ 1814867 h 2553582"/>
              <a:gd name="connsiteX57" fmla="*/ 204084 w 5414116"/>
              <a:gd name="connsiteY57" fmla="*/ 1732869 h 2553582"/>
              <a:gd name="connsiteX58" fmla="*/ 227085 w 5414116"/>
              <a:gd name="connsiteY58" fmla="*/ 1644378 h 2553582"/>
              <a:gd name="connsiteX59" fmla="*/ 194840 w 5414116"/>
              <a:gd name="connsiteY59" fmla="*/ 1531510 h 2553582"/>
              <a:gd name="connsiteX60" fmla="*/ 153201 w 5414116"/>
              <a:gd name="connsiteY60" fmla="*/ 1357062 h 2553582"/>
              <a:gd name="connsiteX61" fmla="*/ 156754 w 5414116"/>
              <a:gd name="connsiteY61" fmla="*/ 1330318 h 2553582"/>
              <a:gd name="connsiteX62" fmla="*/ 158203 w 5414116"/>
              <a:gd name="connsiteY62" fmla="*/ 1327353 h 2553582"/>
              <a:gd name="connsiteX63" fmla="*/ 183908 w 5414116"/>
              <a:gd name="connsiteY63" fmla="*/ 1271808 h 2553582"/>
              <a:gd name="connsiteX64" fmla="*/ 192178 w 5414116"/>
              <a:gd name="connsiteY64" fmla="*/ 1254359 h 2553582"/>
              <a:gd name="connsiteX65" fmla="*/ 197963 w 5414116"/>
              <a:gd name="connsiteY65" fmla="*/ 1258870 h 2553582"/>
              <a:gd name="connsiteX66" fmla="*/ 207082 w 5414116"/>
              <a:gd name="connsiteY66" fmla="*/ 1270177 h 2553582"/>
              <a:gd name="connsiteX67" fmla="*/ 225258 w 5414116"/>
              <a:gd name="connsiteY67" fmla="*/ 1249926 h 2553582"/>
              <a:gd name="connsiteX68" fmla="*/ 225383 w 5414116"/>
              <a:gd name="connsiteY68" fmla="*/ 1197822 h 2553582"/>
              <a:gd name="connsiteX69" fmla="*/ 198195 w 5414116"/>
              <a:gd name="connsiteY69" fmla="*/ 1241661 h 2553582"/>
              <a:gd name="connsiteX70" fmla="*/ 192178 w 5414116"/>
              <a:gd name="connsiteY70" fmla="*/ 1254359 h 2553582"/>
              <a:gd name="connsiteX71" fmla="*/ 185425 w 5414116"/>
              <a:gd name="connsiteY71" fmla="*/ 1249095 h 2553582"/>
              <a:gd name="connsiteX72" fmla="*/ 194847 w 5414116"/>
              <a:gd name="connsiteY72" fmla="*/ 1225969 h 2553582"/>
              <a:gd name="connsiteX73" fmla="*/ 248781 w 5414116"/>
              <a:gd name="connsiteY73" fmla="*/ 1110761 h 2553582"/>
              <a:gd name="connsiteX74" fmla="*/ 418181 w 5414116"/>
              <a:gd name="connsiteY74" fmla="*/ 974220 h 2553582"/>
              <a:gd name="connsiteX75" fmla="*/ 532987 w 5414116"/>
              <a:gd name="connsiteY75" fmla="*/ 931088 h 2553582"/>
              <a:gd name="connsiteX76" fmla="*/ 846702 w 5414116"/>
              <a:gd name="connsiteY76" fmla="*/ 686183 h 2553582"/>
              <a:gd name="connsiteX77" fmla="*/ 946487 w 5414116"/>
              <a:gd name="connsiteY77" fmla="*/ 606427 h 2553582"/>
              <a:gd name="connsiteX78" fmla="*/ 909859 w 5414116"/>
              <a:gd name="connsiteY78" fmla="*/ 561037 h 2553582"/>
              <a:gd name="connsiteX79" fmla="*/ 1038549 w 5414116"/>
              <a:gd name="connsiteY79" fmla="*/ 483076 h 2553582"/>
              <a:gd name="connsiteX80" fmla="*/ 1187871 w 5414116"/>
              <a:gd name="connsiteY80" fmla="*/ 397948 h 2553582"/>
              <a:gd name="connsiteX81" fmla="*/ 2747400 w 5414116"/>
              <a:gd name="connsiteY81" fmla="*/ 406 h 2553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5414116" h="2553582">
                <a:moveTo>
                  <a:pt x="158526" y="1316979"/>
                </a:moveTo>
                <a:lnTo>
                  <a:pt x="156754" y="1330318"/>
                </a:lnTo>
                <a:lnTo>
                  <a:pt x="150357" y="1343402"/>
                </a:lnTo>
                <a:cubicBezTo>
                  <a:pt x="148595" y="1346671"/>
                  <a:pt x="147784" y="1347597"/>
                  <a:pt x="148224" y="1345403"/>
                </a:cubicBezTo>
                <a:cubicBezTo>
                  <a:pt x="148536" y="1343890"/>
                  <a:pt x="150150" y="1339188"/>
                  <a:pt x="152759" y="1332109"/>
                </a:cubicBezTo>
                <a:close/>
                <a:moveTo>
                  <a:pt x="183999" y="1247985"/>
                </a:moveTo>
                <a:lnTo>
                  <a:pt x="185425" y="1249095"/>
                </a:lnTo>
                <a:lnTo>
                  <a:pt x="177909" y="1267545"/>
                </a:lnTo>
                <a:cubicBezTo>
                  <a:pt x="172543" y="1280910"/>
                  <a:pt x="167559" y="1293511"/>
                  <a:pt x="163267" y="1304542"/>
                </a:cubicBezTo>
                <a:lnTo>
                  <a:pt x="158526" y="1316979"/>
                </a:lnTo>
                <a:lnTo>
                  <a:pt x="160096" y="1305161"/>
                </a:lnTo>
                <a:cubicBezTo>
                  <a:pt x="166154" y="1273946"/>
                  <a:pt x="174799" y="1251295"/>
                  <a:pt x="183999" y="1247985"/>
                </a:cubicBezTo>
                <a:close/>
                <a:moveTo>
                  <a:pt x="2747400" y="406"/>
                </a:moveTo>
                <a:cubicBezTo>
                  <a:pt x="3035071" y="-4281"/>
                  <a:pt x="3341945" y="31161"/>
                  <a:pt x="3649095" y="133697"/>
                </a:cubicBezTo>
                <a:cubicBezTo>
                  <a:pt x="3849864" y="200721"/>
                  <a:pt x="4603144" y="576730"/>
                  <a:pt x="4698157" y="641897"/>
                </a:cubicBezTo>
                <a:cubicBezTo>
                  <a:pt x="4795794" y="709015"/>
                  <a:pt x="4865356" y="805949"/>
                  <a:pt x="4969229" y="864848"/>
                </a:cubicBezTo>
                <a:cubicBezTo>
                  <a:pt x="5024230" y="895855"/>
                  <a:pt x="5072076" y="940214"/>
                  <a:pt x="5031717" y="1024948"/>
                </a:cubicBezTo>
                <a:cubicBezTo>
                  <a:pt x="5020170" y="1048963"/>
                  <a:pt x="5029183" y="1072811"/>
                  <a:pt x="5057014" y="1071682"/>
                </a:cubicBezTo>
                <a:cubicBezTo>
                  <a:pt x="5109680" y="1069387"/>
                  <a:pt x="5118666" y="1110271"/>
                  <a:pt x="5135838" y="1143392"/>
                </a:cubicBezTo>
                <a:cubicBezTo>
                  <a:pt x="5166252" y="1202027"/>
                  <a:pt x="5193622" y="1263285"/>
                  <a:pt x="5266156" y="1289064"/>
                </a:cubicBezTo>
                <a:cubicBezTo>
                  <a:pt x="5238324" y="1323279"/>
                  <a:pt x="5215649" y="1311585"/>
                  <a:pt x="5195858" y="1298567"/>
                </a:cubicBezTo>
                <a:cubicBezTo>
                  <a:pt x="5143669" y="1263879"/>
                  <a:pt x="5093474" y="1226987"/>
                  <a:pt x="5041179" y="1192607"/>
                </a:cubicBezTo>
                <a:cubicBezTo>
                  <a:pt x="5007224" y="1170236"/>
                  <a:pt x="4975133" y="1142623"/>
                  <a:pt x="4918135" y="1145234"/>
                </a:cubicBezTo>
                <a:cubicBezTo>
                  <a:pt x="4935797" y="1231274"/>
                  <a:pt x="5007025" y="1262427"/>
                  <a:pt x="5060171" y="1300349"/>
                </a:cubicBezTo>
                <a:cubicBezTo>
                  <a:pt x="5126536" y="1347737"/>
                  <a:pt x="5152263" y="1413621"/>
                  <a:pt x="5184421" y="1487704"/>
                </a:cubicBezTo>
                <a:cubicBezTo>
                  <a:pt x="5122415" y="1489134"/>
                  <a:pt x="5103753" y="1435610"/>
                  <a:pt x="5058648" y="1427657"/>
                </a:cubicBezTo>
                <a:cubicBezTo>
                  <a:pt x="5053296" y="1435084"/>
                  <a:pt x="5045346" y="1445577"/>
                  <a:pt x="5045794" y="1446015"/>
                </a:cubicBezTo>
                <a:cubicBezTo>
                  <a:pt x="5106451" y="1496737"/>
                  <a:pt x="5117537" y="1568193"/>
                  <a:pt x="5101767" y="1647359"/>
                </a:cubicBezTo>
                <a:cubicBezTo>
                  <a:pt x="5093584" y="1688209"/>
                  <a:pt x="5115626" y="1706770"/>
                  <a:pt x="5135030" y="1731061"/>
                </a:cubicBezTo>
                <a:cubicBezTo>
                  <a:pt x="5203090" y="1816944"/>
                  <a:pt x="5278566" y="1897224"/>
                  <a:pt x="5321944" y="2003361"/>
                </a:cubicBezTo>
                <a:cubicBezTo>
                  <a:pt x="5239878" y="1971324"/>
                  <a:pt x="5191106" y="1897335"/>
                  <a:pt x="5107240" y="1850840"/>
                </a:cubicBezTo>
                <a:cubicBezTo>
                  <a:pt x="5146549" y="1965041"/>
                  <a:pt x="5224816" y="2036621"/>
                  <a:pt x="5290952" y="2116036"/>
                </a:cubicBezTo>
                <a:cubicBezTo>
                  <a:pt x="5321198" y="2152238"/>
                  <a:pt x="5345753" y="2195120"/>
                  <a:pt x="5388446" y="2220887"/>
                </a:cubicBezTo>
                <a:cubicBezTo>
                  <a:pt x="5403552" y="2230128"/>
                  <a:pt x="5428090" y="2247608"/>
                  <a:pt x="5403992" y="2273010"/>
                </a:cubicBezTo>
                <a:cubicBezTo>
                  <a:pt x="5383871" y="2294002"/>
                  <a:pt x="5363583" y="2281535"/>
                  <a:pt x="5345240" y="2269525"/>
                </a:cubicBezTo>
                <a:cubicBezTo>
                  <a:pt x="5301305" y="2240459"/>
                  <a:pt x="5249677" y="2227961"/>
                  <a:pt x="5181971" y="2212341"/>
                </a:cubicBezTo>
                <a:cubicBezTo>
                  <a:pt x="5210776" y="2304349"/>
                  <a:pt x="5323140" y="2305426"/>
                  <a:pt x="5342451" y="2399541"/>
                </a:cubicBezTo>
                <a:cubicBezTo>
                  <a:pt x="5276493" y="2399374"/>
                  <a:pt x="5240279" y="2358756"/>
                  <a:pt x="5193127" y="2341296"/>
                </a:cubicBezTo>
                <a:cubicBezTo>
                  <a:pt x="5150483" y="2325566"/>
                  <a:pt x="5134316" y="2337131"/>
                  <a:pt x="5128778" y="2384953"/>
                </a:cubicBezTo>
                <a:cubicBezTo>
                  <a:pt x="5120098" y="2459440"/>
                  <a:pt x="5082689" y="2490060"/>
                  <a:pt x="5024779" y="2455361"/>
                </a:cubicBezTo>
                <a:cubicBezTo>
                  <a:pt x="4971160" y="2423009"/>
                  <a:pt x="4955618" y="2448088"/>
                  <a:pt x="4957119" y="2492221"/>
                </a:cubicBezTo>
                <a:cubicBezTo>
                  <a:pt x="4957659" y="2508307"/>
                  <a:pt x="4955422" y="2522819"/>
                  <a:pt x="4951208" y="2536243"/>
                </a:cubicBezTo>
                <a:lnTo>
                  <a:pt x="4942986" y="2553582"/>
                </a:lnTo>
                <a:lnTo>
                  <a:pt x="0" y="2553582"/>
                </a:lnTo>
                <a:lnTo>
                  <a:pt x="10415" y="2540282"/>
                </a:lnTo>
                <a:cubicBezTo>
                  <a:pt x="21321" y="2529317"/>
                  <a:pt x="34083" y="2520126"/>
                  <a:pt x="50390" y="2514109"/>
                </a:cubicBezTo>
                <a:cubicBezTo>
                  <a:pt x="60150" y="2510393"/>
                  <a:pt x="69288" y="2504190"/>
                  <a:pt x="78593" y="2498362"/>
                </a:cubicBezTo>
                <a:cubicBezTo>
                  <a:pt x="79663" y="2490260"/>
                  <a:pt x="77016" y="2483287"/>
                  <a:pt x="68604" y="2478966"/>
                </a:cubicBezTo>
                <a:cubicBezTo>
                  <a:pt x="15119" y="2451323"/>
                  <a:pt x="33815" y="2412284"/>
                  <a:pt x="51592" y="2367344"/>
                </a:cubicBezTo>
                <a:cubicBezTo>
                  <a:pt x="73482" y="2311677"/>
                  <a:pt x="117178" y="2293901"/>
                  <a:pt x="167239" y="2281968"/>
                </a:cubicBezTo>
                <a:cubicBezTo>
                  <a:pt x="184333" y="2277976"/>
                  <a:pt x="204809" y="2283134"/>
                  <a:pt x="218700" y="2261009"/>
                </a:cubicBezTo>
                <a:cubicBezTo>
                  <a:pt x="202945" y="2233233"/>
                  <a:pt x="167661" y="2244301"/>
                  <a:pt x="144260" y="2232104"/>
                </a:cubicBezTo>
                <a:cubicBezTo>
                  <a:pt x="124982" y="2221882"/>
                  <a:pt x="89225" y="2216464"/>
                  <a:pt x="132450" y="2182200"/>
                </a:cubicBezTo>
                <a:cubicBezTo>
                  <a:pt x="145069" y="2172139"/>
                  <a:pt x="138401" y="2161211"/>
                  <a:pt x="128269" y="2157485"/>
                </a:cubicBezTo>
                <a:cubicBezTo>
                  <a:pt x="45771" y="2128357"/>
                  <a:pt x="114856" y="2054401"/>
                  <a:pt x="102768" y="2004430"/>
                </a:cubicBezTo>
                <a:cubicBezTo>
                  <a:pt x="99143" y="1990876"/>
                  <a:pt x="114661" y="1971808"/>
                  <a:pt x="128485" y="1969383"/>
                </a:cubicBezTo>
                <a:cubicBezTo>
                  <a:pt x="216478" y="1953355"/>
                  <a:pt x="255260" y="1875600"/>
                  <a:pt x="316632" y="1814867"/>
                </a:cubicBezTo>
                <a:cubicBezTo>
                  <a:pt x="286607" y="1778049"/>
                  <a:pt x="240843" y="1760915"/>
                  <a:pt x="204084" y="1732869"/>
                </a:cubicBezTo>
                <a:cubicBezTo>
                  <a:pt x="165873" y="1703815"/>
                  <a:pt x="170805" y="1689937"/>
                  <a:pt x="227085" y="1644378"/>
                </a:cubicBezTo>
                <a:cubicBezTo>
                  <a:pt x="135002" y="1609983"/>
                  <a:pt x="135002" y="1609983"/>
                  <a:pt x="194840" y="1531510"/>
                </a:cubicBezTo>
                <a:cubicBezTo>
                  <a:pt x="155738" y="1518118"/>
                  <a:pt x="147268" y="1431235"/>
                  <a:pt x="153201" y="1357062"/>
                </a:cubicBezTo>
                <a:lnTo>
                  <a:pt x="156754" y="1330318"/>
                </a:lnTo>
                <a:lnTo>
                  <a:pt x="158203" y="1327353"/>
                </a:lnTo>
                <a:cubicBezTo>
                  <a:pt x="164944" y="1313010"/>
                  <a:pt x="174305" y="1292418"/>
                  <a:pt x="183908" y="1271808"/>
                </a:cubicBezTo>
                <a:lnTo>
                  <a:pt x="192178" y="1254359"/>
                </a:lnTo>
                <a:lnTo>
                  <a:pt x="197963" y="1258870"/>
                </a:lnTo>
                <a:cubicBezTo>
                  <a:pt x="201319" y="1265759"/>
                  <a:pt x="204343" y="1269123"/>
                  <a:pt x="207082" y="1270177"/>
                </a:cubicBezTo>
                <a:cubicBezTo>
                  <a:pt x="215301" y="1273335"/>
                  <a:pt x="220953" y="1255680"/>
                  <a:pt x="225258" y="1249926"/>
                </a:cubicBezTo>
                <a:cubicBezTo>
                  <a:pt x="239225" y="1231830"/>
                  <a:pt x="229470" y="1215162"/>
                  <a:pt x="225383" y="1197822"/>
                </a:cubicBezTo>
                <a:cubicBezTo>
                  <a:pt x="223809" y="1191435"/>
                  <a:pt x="212069" y="1213060"/>
                  <a:pt x="198195" y="1241661"/>
                </a:cubicBezTo>
                <a:lnTo>
                  <a:pt x="192178" y="1254359"/>
                </a:lnTo>
                <a:lnTo>
                  <a:pt x="185425" y="1249095"/>
                </a:lnTo>
                <a:lnTo>
                  <a:pt x="194847" y="1225969"/>
                </a:lnTo>
                <a:cubicBezTo>
                  <a:pt x="218144" y="1169629"/>
                  <a:pt x="242658" y="1113997"/>
                  <a:pt x="248781" y="1110761"/>
                </a:cubicBezTo>
                <a:cubicBezTo>
                  <a:pt x="313786" y="1076283"/>
                  <a:pt x="321395" y="965784"/>
                  <a:pt x="418181" y="974220"/>
                </a:cubicBezTo>
                <a:cubicBezTo>
                  <a:pt x="461819" y="977818"/>
                  <a:pt x="495215" y="944914"/>
                  <a:pt x="532987" y="931088"/>
                </a:cubicBezTo>
                <a:cubicBezTo>
                  <a:pt x="664440" y="883526"/>
                  <a:pt x="768295" y="806734"/>
                  <a:pt x="846702" y="686183"/>
                </a:cubicBezTo>
                <a:cubicBezTo>
                  <a:pt x="868484" y="652881"/>
                  <a:pt x="913166" y="632329"/>
                  <a:pt x="946487" y="606427"/>
                </a:cubicBezTo>
                <a:cubicBezTo>
                  <a:pt x="943857" y="580742"/>
                  <a:pt x="867909" y="616319"/>
                  <a:pt x="909859" y="561037"/>
                </a:cubicBezTo>
                <a:cubicBezTo>
                  <a:pt x="941546" y="519374"/>
                  <a:pt x="991572" y="500749"/>
                  <a:pt x="1038549" y="483076"/>
                </a:cubicBezTo>
                <a:cubicBezTo>
                  <a:pt x="1092404" y="463016"/>
                  <a:pt x="1148626" y="449861"/>
                  <a:pt x="1187871" y="397948"/>
                </a:cubicBezTo>
                <a:cubicBezTo>
                  <a:pt x="1194206" y="389666"/>
                  <a:pt x="1884389" y="14461"/>
                  <a:pt x="2747400" y="406"/>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a:xfrm>
            <a:off x="6739128" y="365760"/>
            <a:ext cx="4617720" cy="2578608"/>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6739128" y="3127248"/>
            <a:ext cx="4617720" cy="3054096"/>
          </a:xfrm>
        </p:spPr>
        <p:txBody>
          <a:bodyPr/>
          <a:lstStyle>
            <a:lvl1pPr marL="0" indent="0">
              <a:buNone/>
              <a:defRPr sz="1800"/>
            </a:lvl1pPr>
            <a:lvl2pPr marL="228600">
              <a:defRPr sz="1800"/>
            </a:lvl2pPr>
            <a:lvl3pPr marL="457200">
              <a:defRPr sz="1800"/>
            </a:lvl3pPr>
            <a:lvl4pPr marL="68580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a:xfrm>
            <a:off x="6739128" y="6356350"/>
            <a:ext cx="4114800" cy="365125"/>
          </a:xfrm>
        </p:spPr>
        <p:txBody>
          <a:bodyPr/>
          <a:lstStyle>
            <a:lvl1pPr algn="l">
              <a:defRPr/>
            </a:lvl1pPr>
          </a:lstStyle>
          <a:p>
            <a:pPr algn="l"/>
            <a:r>
              <a:rPr lang="en-US" dirty="0"/>
              <a:t>Presentation Title</a:t>
            </a:r>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5544626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64F11EE-129E-4848-B727-5C75FAE6D346}"/>
              </a:ext>
            </a:extLst>
          </p:cNvPr>
          <p:cNvSpPr>
            <a:spLocks noGrp="1"/>
          </p:cNvSpPr>
          <p:nvPr>
            <p:ph type="pic" sz="quarter" idx="16"/>
          </p:nvPr>
        </p:nvSpPr>
        <p:spPr>
          <a:xfrm>
            <a:off x="5710842" y="1"/>
            <a:ext cx="6481158" cy="4216186"/>
          </a:xfrm>
          <a:custGeom>
            <a:avLst/>
            <a:gdLst>
              <a:gd name="connsiteX0" fmla="*/ 159680 w 6481158"/>
              <a:gd name="connsiteY0" fmla="*/ 0 h 4216186"/>
              <a:gd name="connsiteX1" fmla="*/ 6481158 w 6481158"/>
              <a:gd name="connsiteY1" fmla="*/ 0 h 4216186"/>
              <a:gd name="connsiteX2" fmla="*/ 6481158 w 6481158"/>
              <a:gd name="connsiteY2" fmla="*/ 4216186 h 4216186"/>
              <a:gd name="connsiteX3" fmla="*/ 629981 w 6481158"/>
              <a:gd name="connsiteY3" fmla="*/ 4216186 h 4216186"/>
              <a:gd name="connsiteX4" fmla="*/ 640174 w 6481158"/>
              <a:gd name="connsiteY4" fmla="*/ 4153970 h 4216186"/>
              <a:gd name="connsiteX5" fmla="*/ 663954 w 6481158"/>
              <a:gd name="connsiteY5" fmla="*/ 4042035 h 4216186"/>
              <a:gd name="connsiteX6" fmla="*/ 674575 w 6481158"/>
              <a:gd name="connsiteY6" fmla="*/ 4017890 h 4216186"/>
              <a:gd name="connsiteX7" fmla="*/ 542646 w 6481158"/>
              <a:gd name="connsiteY7" fmla="*/ 3860429 h 4216186"/>
              <a:gd name="connsiteX8" fmla="*/ 664457 w 6481158"/>
              <a:gd name="connsiteY8" fmla="*/ 3800021 h 4216186"/>
              <a:gd name="connsiteX9" fmla="*/ 662932 w 6481158"/>
              <a:gd name="connsiteY9" fmla="*/ 3771718 h 4216186"/>
              <a:gd name="connsiteX10" fmla="*/ 659568 w 6481158"/>
              <a:gd name="connsiteY10" fmla="*/ 3757935 h 4216186"/>
              <a:gd name="connsiteX11" fmla="*/ 653777 w 6481158"/>
              <a:gd name="connsiteY11" fmla="*/ 3747325 h 4216186"/>
              <a:gd name="connsiteX12" fmla="*/ 610074 w 6481158"/>
              <a:gd name="connsiteY12" fmla="*/ 3705028 h 4216186"/>
              <a:gd name="connsiteX13" fmla="*/ 655821 w 6481158"/>
              <a:gd name="connsiteY13" fmla="*/ 3445525 h 4216186"/>
              <a:gd name="connsiteX14" fmla="*/ 683811 w 6481158"/>
              <a:gd name="connsiteY14" fmla="*/ 3405686 h 4216186"/>
              <a:gd name="connsiteX15" fmla="*/ 687152 w 6481158"/>
              <a:gd name="connsiteY15" fmla="*/ 3393684 h 4216186"/>
              <a:gd name="connsiteX16" fmla="*/ 681564 w 6481158"/>
              <a:gd name="connsiteY16" fmla="*/ 3363918 h 4216186"/>
              <a:gd name="connsiteX17" fmla="*/ 658589 w 6481158"/>
              <a:gd name="connsiteY17" fmla="*/ 3279721 h 4216186"/>
              <a:gd name="connsiteX18" fmla="*/ 655534 w 6481158"/>
              <a:gd name="connsiteY18" fmla="*/ 3274732 h 4216186"/>
              <a:gd name="connsiteX19" fmla="*/ 633009 w 6481158"/>
              <a:gd name="connsiteY19" fmla="*/ 3204655 h 4216186"/>
              <a:gd name="connsiteX20" fmla="*/ 633086 w 6481158"/>
              <a:gd name="connsiteY20" fmla="*/ 3198166 h 4216186"/>
              <a:gd name="connsiteX21" fmla="*/ 627259 w 6481158"/>
              <a:gd name="connsiteY21" fmla="*/ 3181568 h 4216186"/>
              <a:gd name="connsiteX22" fmla="*/ 504281 w 6481158"/>
              <a:gd name="connsiteY22" fmla="*/ 3024678 h 4216186"/>
              <a:gd name="connsiteX23" fmla="*/ 381209 w 6481158"/>
              <a:gd name="connsiteY23" fmla="*/ 2810127 h 4216186"/>
              <a:gd name="connsiteX24" fmla="*/ 360893 w 6481158"/>
              <a:gd name="connsiteY24" fmla="*/ 2596949 h 4216186"/>
              <a:gd name="connsiteX25" fmla="*/ 130872 w 6481158"/>
              <a:gd name="connsiteY25" fmla="*/ 2524080 h 4216186"/>
              <a:gd name="connsiteX26" fmla="*/ 328878 w 6481158"/>
              <a:gd name="connsiteY26" fmla="*/ 2014028 h 4216186"/>
              <a:gd name="connsiteX27" fmla="*/ 347033 w 6481158"/>
              <a:gd name="connsiteY27" fmla="*/ 1914129 h 4216186"/>
              <a:gd name="connsiteX28" fmla="*/ 208894 w 6481158"/>
              <a:gd name="connsiteY28" fmla="*/ 1606217 h 4216186"/>
              <a:gd name="connsiteX29" fmla="*/ 186488 w 6481158"/>
              <a:gd name="connsiteY29" fmla="*/ 1556554 h 4216186"/>
              <a:gd name="connsiteX30" fmla="*/ 135933 w 6481158"/>
              <a:gd name="connsiteY30" fmla="*/ 1459414 h 4216186"/>
              <a:gd name="connsiteX31" fmla="*/ 0 w 6481158"/>
              <a:gd name="connsiteY31" fmla="*/ 1466109 h 4216186"/>
              <a:gd name="connsiteX32" fmla="*/ 67782 w 6481158"/>
              <a:gd name="connsiteY32" fmla="*/ 1372761 h 4216186"/>
              <a:gd name="connsiteX33" fmla="*/ 195632 w 6481158"/>
              <a:gd name="connsiteY33" fmla="*/ 1080052 h 4216186"/>
              <a:gd name="connsiteX34" fmla="*/ 97391 w 6481158"/>
              <a:gd name="connsiteY34" fmla="*/ 854014 h 4216186"/>
              <a:gd name="connsiteX35" fmla="*/ 69223 w 6481158"/>
              <a:gd name="connsiteY35" fmla="*/ 821285 h 4216186"/>
              <a:gd name="connsiteX36" fmla="*/ 103649 w 6481158"/>
              <a:gd name="connsiteY36" fmla="*/ 760897 h 4216186"/>
              <a:gd name="connsiteX37" fmla="*/ 171912 w 6481158"/>
              <a:gd name="connsiteY37" fmla="*/ 560313 h 4216186"/>
              <a:gd name="connsiteX38" fmla="*/ 206354 w 6481158"/>
              <a:gd name="connsiteY38" fmla="*/ 423850 h 4216186"/>
              <a:gd name="connsiteX39" fmla="*/ 250397 w 6481158"/>
              <a:gd name="connsiteY39" fmla="*/ 361124 h 4216186"/>
              <a:gd name="connsiteX40" fmla="*/ 259101 w 6481158"/>
              <a:gd name="connsiteY40" fmla="*/ 314763 h 4216186"/>
              <a:gd name="connsiteX41" fmla="*/ 229198 w 6481158"/>
              <a:gd name="connsiteY41" fmla="*/ 104693 h 4216186"/>
              <a:gd name="connsiteX42" fmla="*/ 214459 w 6481158"/>
              <a:gd name="connsiteY42" fmla="*/ 52392 h 4216186"/>
              <a:gd name="connsiteX43" fmla="*/ 174580 w 6481158"/>
              <a:gd name="connsiteY43" fmla="*/ 23688 h 421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481158" h="4216186">
                <a:moveTo>
                  <a:pt x="159680" y="0"/>
                </a:moveTo>
                <a:lnTo>
                  <a:pt x="6481158" y="0"/>
                </a:lnTo>
                <a:lnTo>
                  <a:pt x="6481158" y="4216186"/>
                </a:lnTo>
                <a:lnTo>
                  <a:pt x="629981" y="4216186"/>
                </a:lnTo>
                <a:lnTo>
                  <a:pt x="640174" y="4153970"/>
                </a:lnTo>
                <a:cubicBezTo>
                  <a:pt x="646054" y="4115040"/>
                  <a:pt x="652738" y="4076730"/>
                  <a:pt x="663954" y="4042035"/>
                </a:cubicBezTo>
                <a:lnTo>
                  <a:pt x="674575" y="4017890"/>
                </a:lnTo>
                <a:lnTo>
                  <a:pt x="542646" y="3860429"/>
                </a:lnTo>
                <a:cubicBezTo>
                  <a:pt x="583801" y="3777846"/>
                  <a:pt x="628876" y="3834526"/>
                  <a:pt x="664457" y="3800021"/>
                </a:cubicBezTo>
                <a:cubicBezTo>
                  <a:pt x="663366" y="3791627"/>
                  <a:pt x="663436" y="3781009"/>
                  <a:pt x="662932" y="3771718"/>
                </a:cubicBezTo>
                <a:lnTo>
                  <a:pt x="659568" y="3757935"/>
                </a:lnTo>
                <a:lnTo>
                  <a:pt x="653777" y="3747325"/>
                </a:lnTo>
                <a:lnTo>
                  <a:pt x="610074" y="3705028"/>
                </a:lnTo>
                <a:cubicBezTo>
                  <a:pt x="514097" y="3608961"/>
                  <a:pt x="528640" y="3588143"/>
                  <a:pt x="655821" y="3445525"/>
                </a:cubicBezTo>
                <a:cubicBezTo>
                  <a:pt x="668503" y="3431228"/>
                  <a:pt x="677664" y="3418102"/>
                  <a:pt x="683811" y="3405686"/>
                </a:cubicBezTo>
                <a:lnTo>
                  <a:pt x="687152" y="3393684"/>
                </a:lnTo>
                <a:lnTo>
                  <a:pt x="681564" y="3363918"/>
                </a:lnTo>
                <a:lnTo>
                  <a:pt x="658589" y="3279721"/>
                </a:lnTo>
                <a:lnTo>
                  <a:pt x="655534" y="3274732"/>
                </a:lnTo>
                <a:cubicBezTo>
                  <a:pt x="645154" y="3256804"/>
                  <a:pt x="636025" y="3236251"/>
                  <a:pt x="633009" y="3204655"/>
                </a:cubicBezTo>
                <a:lnTo>
                  <a:pt x="633086" y="3198166"/>
                </a:lnTo>
                <a:lnTo>
                  <a:pt x="627259" y="3181568"/>
                </a:lnTo>
                <a:cubicBezTo>
                  <a:pt x="591590" y="3088781"/>
                  <a:pt x="548194" y="3020054"/>
                  <a:pt x="504281" y="3024678"/>
                </a:cubicBezTo>
                <a:cubicBezTo>
                  <a:pt x="548490" y="2798901"/>
                  <a:pt x="548490" y="2798901"/>
                  <a:pt x="381209" y="2810127"/>
                </a:cubicBezTo>
                <a:cubicBezTo>
                  <a:pt x="440862" y="2658988"/>
                  <a:pt x="439766" y="2624324"/>
                  <a:pt x="360893" y="2596949"/>
                </a:cubicBezTo>
                <a:cubicBezTo>
                  <a:pt x="284957" y="2570407"/>
                  <a:pt x="201795" y="2575904"/>
                  <a:pt x="130872" y="2524080"/>
                </a:cubicBezTo>
                <a:cubicBezTo>
                  <a:pt x="188851" y="2335317"/>
                  <a:pt x="200302" y="2130710"/>
                  <a:pt x="328878" y="2014028"/>
                </a:cubicBezTo>
                <a:cubicBezTo>
                  <a:pt x="349137" y="1995898"/>
                  <a:pt x="361422" y="1940125"/>
                  <a:pt x="347033" y="1914129"/>
                </a:cubicBezTo>
                <a:cubicBezTo>
                  <a:pt x="295996" y="1817105"/>
                  <a:pt x="357685" y="1592503"/>
                  <a:pt x="208894" y="1606217"/>
                </a:cubicBezTo>
                <a:cubicBezTo>
                  <a:pt x="190525" y="1607581"/>
                  <a:pt x="173015" y="1590108"/>
                  <a:pt x="186488" y="1556554"/>
                </a:cubicBezTo>
                <a:cubicBezTo>
                  <a:pt x="232768" y="1442049"/>
                  <a:pt x="172886" y="1463610"/>
                  <a:pt x="135933" y="1459414"/>
                </a:cubicBezTo>
                <a:cubicBezTo>
                  <a:pt x="91212" y="1454776"/>
                  <a:pt x="42622" y="1511622"/>
                  <a:pt x="0" y="1466109"/>
                </a:cubicBezTo>
                <a:cubicBezTo>
                  <a:pt x="7764" y="1405223"/>
                  <a:pt x="43366" y="1397333"/>
                  <a:pt x="67782" y="1372761"/>
                </a:cubicBezTo>
                <a:cubicBezTo>
                  <a:pt x="139132" y="1300280"/>
                  <a:pt x="196704" y="1221065"/>
                  <a:pt x="195632" y="1080052"/>
                </a:cubicBezTo>
                <a:cubicBezTo>
                  <a:pt x="194930" y="966113"/>
                  <a:pt x="199455" y="864105"/>
                  <a:pt x="97391" y="854014"/>
                </a:cubicBezTo>
                <a:cubicBezTo>
                  <a:pt x="81355" y="852486"/>
                  <a:pt x="72717" y="839840"/>
                  <a:pt x="69223" y="821285"/>
                </a:cubicBezTo>
                <a:cubicBezTo>
                  <a:pt x="80177" y="799992"/>
                  <a:pt x="90624" y="778040"/>
                  <a:pt x="103649" y="760897"/>
                </a:cubicBezTo>
                <a:cubicBezTo>
                  <a:pt x="147404" y="704450"/>
                  <a:pt x="160670" y="633687"/>
                  <a:pt x="171912" y="560313"/>
                </a:cubicBezTo>
                <a:cubicBezTo>
                  <a:pt x="179151" y="513531"/>
                  <a:pt x="187860" y="467166"/>
                  <a:pt x="206354" y="423850"/>
                </a:cubicBezTo>
                <a:cubicBezTo>
                  <a:pt x="217619" y="397046"/>
                  <a:pt x="231961" y="375704"/>
                  <a:pt x="250397" y="361124"/>
                </a:cubicBezTo>
                <a:cubicBezTo>
                  <a:pt x="266451" y="347903"/>
                  <a:pt x="270868" y="334407"/>
                  <a:pt x="259101" y="314763"/>
                </a:cubicBezTo>
                <a:cubicBezTo>
                  <a:pt x="225826" y="258432"/>
                  <a:pt x="211109" y="191375"/>
                  <a:pt x="229198" y="104693"/>
                </a:cubicBezTo>
                <a:cubicBezTo>
                  <a:pt x="234668" y="78523"/>
                  <a:pt x="229657" y="58007"/>
                  <a:pt x="214459" y="52392"/>
                </a:cubicBezTo>
                <a:cubicBezTo>
                  <a:pt x="198643" y="46345"/>
                  <a:pt x="185640" y="36363"/>
                  <a:pt x="174580" y="23688"/>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18" name="Picture Placeholder 17">
            <a:extLst>
              <a:ext uri="{FF2B5EF4-FFF2-40B4-BE49-F238E27FC236}">
                <a16:creationId xmlns:a16="http://schemas.microsoft.com/office/drawing/2014/main" id="{8783A78F-A82E-4063-B70C-6865CD22AF9A}"/>
              </a:ext>
            </a:extLst>
          </p:cNvPr>
          <p:cNvSpPr>
            <a:spLocks noGrp="1"/>
          </p:cNvSpPr>
          <p:nvPr>
            <p:ph type="pic" sz="quarter" idx="17"/>
          </p:nvPr>
        </p:nvSpPr>
        <p:spPr>
          <a:xfrm>
            <a:off x="5078134" y="4323899"/>
            <a:ext cx="7113866" cy="2534101"/>
          </a:xfrm>
          <a:custGeom>
            <a:avLst/>
            <a:gdLst>
              <a:gd name="connsiteX0" fmla="*/ 1237395 w 7113866"/>
              <a:gd name="connsiteY0" fmla="*/ 0 h 2534101"/>
              <a:gd name="connsiteX1" fmla="*/ 7113866 w 7113866"/>
              <a:gd name="connsiteY1" fmla="*/ 0 h 2534101"/>
              <a:gd name="connsiteX2" fmla="*/ 7113866 w 7113866"/>
              <a:gd name="connsiteY2" fmla="*/ 2534101 h 2534101"/>
              <a:gd name="connsiteX3" fmla="*/ 0 w 7113866"/>
              <a:gd name="connsiteY3" fmla="*/ 2534101 h 2534101"/>
              <a:gd name="connsiteX4" fmla="*/ 21865 w 7113866"/>
              <a:gd name="connsiteY4" fmla="*/ 2503631 h 2534101"/>
              <a:gd name="connsiteX5" fmla="*/ 295355 w 7113866"/>
              <a:gd name="connsiteY5" fmla="*/ 2078512 h 2534101"/>
              <a:gd name="connsiteX6" fmla="*/ 476493 w 7113866"/>
              <a:gd name="connsiteY6" fmla="*/ 1754977 h 2534101"/>
              <a:gd name="connsiteX7" fmla="*/ 629661 w 7113866"/>
              <a:gd name="connsiteY7" fmla="*/ 1466193 h 2534101"/>
              <a:gd name="connsiteX8" fmla="*/ 542838 w 7113866"/>
              <a:gd name="connsiteY8" fmla="*/ 1401940 h 2534101"/>
              <a:gd name="connsiteX9" fmla="*/ 649253 w 7113866"/>
              <a:gd name="connsiteY9" fmla="*/ 1136180 h 2534101"/>
              <a:gd name="connsiteX10" fmla="*/ 987552 w 7113866"/>
              <a:gd name="connsiteY10" fmla="*/ 313308 h 2534101"/>
              <a:gd name="connsiteX11" fmla="*/ 1141095 w 7113866"/>
              <a:gd name="connsiteY11" fmla="*/ 112922 h 2534101"/>
              <a:gd name="connsiteX12" fmla="*/ 1217454 w 7113866"/>
              <a:gd name="connsiteY12" fmla="*/ 43683 h 253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13866" h="2534101">
                <a:moveTo>
                  <a:pt x="1237395" y="0"/>
                </a:moveTo>
                <a:lnTo>
                  <a:pt x="7113866" y="0"/>
                </a:lnTo>
                <a:lnTo>
                  <a:pt x="7113866" y="2534101"/>
                </a:lnTo>
                <a:lnTo>
                  <a:pt x="0" y="2534101"/>
                </a:lnTo>
                <a:lnTo>
                  <a:pt x="21865" y="2503631"/>
                </a:lnTo>
                <a:cubicBezTo>
                  <a:pt x="198423" y="2253521"/>
                  <a:pt x="293790" y="2086461"/>
                  <a:pt x="295355" y="2078512"/>
                </a:cubicBezTo>
                <a:cubicBezTo>
                  <a:pt x="324069" y="1929470"/>
                  <a:pt x="404357" y="1848602"/>
                  <a:pt x="476493" y="1754977"/>
                </a:cubicBezTo>
                <a:cubicBezTo>
                  <a:pt x="539303" y="1672931"/>
                  <a:pt x="606319" y="1585980"/>
                  <a:pt x="629661" y="1466193"/>
                </a:cubicBezTo>
                <a:cubicBezTo>
                  <a:pt x="660485" y="1307325"/>
                  <a:pt x="563419" y="1455147"/>
                  <a:pt x="542838" y="1401940"/>
                </a:cubicBezTo>
                <a:cubicBezTo>
                  <a:pt x="578840" y="1314777"/>
                  <a:pt x="636192" y="1228627"/>
                  <a:pt x="649253" y="1136180"/>
                </a:cubicBezTo>
                <a:cubicBezTo>
                  <a:pt x="695845" y="801928"/>
                  <a:pt x="810579" y="538800"/>
                  <a:pt x="987552" y="313308"/>
                </a:cubicBezTo>
                <a:cubicBezTo>
                  <a:pt x="1038302" y="248170"/>
                  <a:pt x="1069945" y="145770"/>
                  <a:pt x="1141095" y="112922"/>
                </a:cubicBezTo>
                <a:cubicBezTo>
                  <a:pt x="1175679" y="97203"/>
                  <a:pt x="1199890" y="73126"/>
                  <a:pt x="1217454" y="4368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5" name="Title 4">
            <a:extLst>
              <a:ext uri="{FF2B5EF4-FFF2-40B4-BE49-F238E27FC236}">
                <a16:creationId xmlns:a16="http://schemas.microsoft.com/office/drawing/2014/main" id="{BF79A6B6-B6BD-4F17-8EDF-3CBD83B5A3C4}"/>
              </a:ext>
            </a:extLst>
          </p:cNvPr>
          <p:cNvSpPr>
            <a:spLocks noGrp="1"/>
          </p:cNvSpPr>
          <p:nvPr>
            <p:ph type="title"/>
          </p:nvPr>
        </p:nvSpPr>
        <p:spPr>
          <a:xfrm>
            <a:off x="838200" y="365124"/>
            <a:ext cx="4443984" cy="2139696"/>
          </a:xfrm>
        </p:spPr>
        <p:txBody>
          <a:bodyPr anchor="b"/>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AE97A506-D3A6-4ED8-8315-385575046882}"/>
              </a:ext>
            </a:extLst>
          </p:cNvPr>
          <p:cNvSpPr>
            <a:spLocks noGrp="1"/>
          </p:cNvSpPr>
          <p:nvPr>
            <p:ph type="body" sz="quarter" idx="13"/>
          </p:nvPr>
        </p:nvSpPr>
        <p:spPr>
          <a:xfrm>
            <a:off x="838199" y="2898648"/>
            <a:ext cx="4443984" cy="594360"/>
          </a:xfrm>
        </p:spPr>
        <p:txBody>
          <a:bodyPr/>
          <a:lstStyle>
            <a:lvl1pPr marL="0" indent="0">
              <a:buNone/>
              <a:defRPr sz="2000"/>
            </a:lvl1pPr>
          </a:lstStyle>
          <a:p>
            <a:pPr lvl="0"/>
            <a:r>
              <a:rPr lang="en-US"/>
              <a:t>Click to edit Master text styles</a:t>
            </a:r>
          </a:p>
        </p:txBody>
      </p:sp>
      <p:sp>
        <p:nvSpPr>
          <p:cNvPr id="8" name="Text Placeholder 6">
            <a:extLst>
              <a:ext uri="{FF2B5EF4-FFF2-40B4-BE49-F238E27FC236}">
                <a16:creationId xmlns:a16="http://schemas.microsoft.com/office/drawing/2014/main" id="{D85D9E25-B25F-4DB6-B381-E134A525C7A1}"/>
              </a:ext>
            </a:extLst>
          </p:cNvPr>
          <p:cNvSpPr>
            <a:spLocks noGrp="1"/>
          </p:cNvSpPr>
          <p:nvPr>
            <p:ph type="body" sz="quarter" idx="14"/>
          </p:nvPr>
        </p:nvSpPr>
        <p:spPr>
          <a:xfrm>
            <a:off x="838199" y="3639312"/>
            <a:ext cx="4443984" cy="594360"/>
          </a:xfrm>
        </p:spPr>
        <p:txBody>
          <a:bodyPr/>
          <a:lstStyle>
            <a:lvl1pPr marL="0" indent="0">
              <a:buNone/>
              <a:defRPr sz="2000"/>
            </a:lvl1pPr>
          </a:lstStyle>
          <a:p>
            <a:pPr lvl="0"/>
            <a:r>
              <a:rPr lang="en-US"/>
              <a:t>Click to edit Master text styles</a:t>
            </a:r>
          </a:p>
        </p:txBody>
      </p:sp>
      <p:sp>
        <p:nvSpPr>
          <p:cNvPr id="9" name="Text Placeholder 6">
            <a:extLst>
              <a:ext uri="{FF2B5EF4-FFF2-40B4-BE49-F238E27FC236}">
                <a16:creationId xmlns:a16="http://schemas.microsoft.com/office/drawing/2014/main" id="{6CE2F152-3B4C-4389-9A9C-82E3C8649A90}"/>
              </a:ext>
            </a:extLst>
          </p:cNvPr>
          <p:cNvSpPr>
            <a:spLocks noGrp="1"/>
          </p:cNvSpPr>
          <p:nvPr>
            <p:ph type="body" sz="quarter" idx="15"/>
          </p:nvPr>
        </p:nvSpPr>
        <p:spPr>
          <a:xfrm>
            <a:off x="838199" y="4389120"/>
            <a:ext cx="4443984" cy="594360"/>
          </a:xfrm>
        </p:spPr>
        <p:txBody>
          <a:bodyPr/>
          <a:lstStyle>
            <a:lvl1pPr marL="0" indent="0">
              <a:buNone/>
              <a:defRPr sz="2000"/>
            </a:lvl1pPr>
          </a:lstStyle>
          <a:p>
            <a:pPr lvl="0"/>
            <a:r>
              <a:rPr lang="en-US"/>
              <a:t>Click to edit Master text styles</a:t>
            </a:r>
          </a:p>
        </p:txBody>
      </p:sp>
    </p:spTree>
    <p:extLst>
      <p:ext uri="{BB962C8B-B14F-4D97-AF65-F5344CB8AC3E}">
        <p14:creationId xmlns:p14="http://schemas.microsoft.com/office/powerpoint/2010/main" val="40589768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r>
              <a:rPr lang="en-US" dirty="0"/>
              <a:t>9/3/20XX</a:t>
            </a:r>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8625300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r>
              <a:rPr lang="en-US" dirty="0"/>
              <a:t>9/3/20XX</a:t>
            </a:r>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29273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dirty="0">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solidFill>
                  <a:schemeClr val="tx1"/>
                </a:solidFill>
              </a:defRPr>
            </a:lvl1pPr>
            <a:lvl2pPr>
              <a:defRPr sz="28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r>
              <a:rPr lang="en-US" dirty="0"/>
              <a:t>Presentation Title</a:t>
            </a:r>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907610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solidFill>
                  <a:schemeClr val="bg1"/>
                </a:solidFill>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r>
              <a:rPr lang="en-US" dirty="0"/>
              <a:t>9/3/20XX</a:t>
            </a:r>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4066992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bg>
      <p:bgPr>
        <a:gradFill>
          <a:gsLst>
            <a:gs pos="0">
              <a:srgbClr val="4D96FF">
                <a:alpha val="70000"/>
                <a:lumMod val="40000"/>
                <a:lumOff val="60000"/>
              </a:srgbClr>
            </a:gs>
            <a:gs pos="100000">
              <a:srgbClr val="FFFFFF"/>
            </a:gs>
          </a:gsLst>
          <a:lin ang="18900000"/>
        </a:gra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128587"/>
            <a:ext cx="10858500" cy="900112"/>
          </a:xfrm>
        </p:spPr>
        <p:txBody>
          <a:bodyPr vert="horz" lIns="91440" tIns="45720" rIns="91440" bIns="45720" anchor="b">
            <a:normAutofit/>
          </a:bodyPr>
          <a:lstStyle/>
          <a:p>
            <a:pPr algn="l">
              <a:lnSpc>
                <a:spcPct val="100000"/>
              </a:lnSpc>
              <a:spcBef>
                <a:spcPct val="0"/>
              </a:spcBef>
            </a:pPr>
            <a:r>
              <a:rPr lang="en-US" sz="2800" b="1" i="0" u="none" baseline="0">
                <a:solidFill>
                  <a:srgbClr val="2F2F2F"/>
                </a:solidFill>
                <a:latin typeface="Arial"/>
                <a:ea typeface="Arial"/>
              </a:rPr>
              <a:t>Click to add title</a:t>
            </a:r>
          </a:p>
        </p:txBody>
      </p:sp>
      <p:sp>
        <p:nvSpPr>
          <p:cNvPr id="3" name="AutoShape 3"/>
          <p:cNvSpPr>
            <a:spLocks noGrp="1"/>
          </p:cNvSpPr>
          <p:nvPr>
            <p:ph type="dt" sz="half" idx="10"/>
          </p:nvPr>
        </p:nvSpPr>
        <p:spPr>
          <a:xfrm>
            <a:off x="4718050" y="6409690"/>
            <a:ext cx="2743200" cy="274320"/>
          </a:xfrm>
        </p:spPr>
        <p:txBody>
          <a:bodyPr vert="horz" lIns="91440" tIns="45720" rIns="91440" bIns="45720" anchor="ctr">
            <a:normAutofit/>
          </a:bodyPr>
          <a:lstStyle/>
          <a:p>
            <a:pPr marL="0" algn="ctr"/>
            <a:endParaRPr/>
          </a:p>
        </p:txBody>
      </p:sp>
      <p:sp>
        <p:nvSpPr>
          <p:cNvPr id="4" name="AutoShape 4"/>
          <p:cNvSpPr>
            <a:spLocks noGrp="1"/>
          </p:cNvSpPr>
          <p:nvPr>
            <p:ph type="ftr" sz="quarter" idx="11"/>
          </p:nvPr>
        </p:nvSpPr>
        <p:spPr>
          <a:xfrm>
            <a:off x="660399" y="6409690"/>
            <a:ext cx="3657600" cy="274320"/>
          </a:xfrm>
        </p:spPr>
        <p:txBody>
          <a:bodyPr vert="horz" lIns="91440" tIns="45720" rIns="91440" bIns="45720" anchor="ctr">
            <a:normAutofit/>
          </a:bodyPr>
          <a:lstStyle/>
          <a:p>
            <a:pPr marL="0" algn="l"/>
            <a:endParaRPr/>
          </a:p>
        </p:txBody>
      </p:sp>
      <p:sp>
        <p:nvSpPr>
          <p:cNvPr id="5" name="AutoShape 5"/>
          <p:cNvSpPr>
            <a:spLocks noGrp="1"/>
          </p:cNvSpPr>
          <p:nvPr>
            <p:ph type="sldNum" sz="quarter" idx="12"/>
          </p:nvPr>
        </p:nvSpPr>
        <p:spPr>
          <a:xfrm>
            <a:off x="7861300" y="6409690"/>
            <a:ext cx="3657600" cy="274320"/>
          </a:xfrm>
        </p:spPr>
        <p:txBody>
          <a:bodyPr vert="horz" lIns="91440" tIns="45720" rIns="91440" bIns="45720" anchor="ctr">
            <a:normAutofit/>
          </a:bodyPr>
          <a:lstStyle/>
          <a:p>
            <a:pPr marL="0" algn="r"/>
            <a:fld id="{3386411A-70EE-422D-B97C-F56BEE3FF077}" type="slidenum">
              <a:rPr lang="en-US" sz="1200" b="0" i="0" u="none" baseline="0">
                <a:solidFill>
                  <a:srgbClr val="2F2F2F">
                    <a:tint val="75000"/>
                  </a:srgbClr>
                </a:solidFill>
                <a:latin typeface="Arial"/>
                <a:ea typeface="Arial"/>
              </a:rPr>
              <a:t>‹#›</a:t>
            </a:fld>
            <a:endParaRPr lang="en-US" sz="1200" b="0" i="0" u="none" baseline="0">
              <a:solidFill>
                <a:srgbClr val="2F2F2F">
                  <a:tint val="75000"/>
                </a:srgbClr>
              </a:solidFill>
              <a:latin typeface="Arial"/>
              <a:ea typeface="Arial"/>
            </a:endParaRPr>
          </a:p>
        </p:txBody>
      </p:sp>
    </p:spTree>
    <p:extLst>
      <p:ext uri="{BB962C8B-B14F-4D97-AF65-F5344CB8AC3E}">
        <p14:creationId xmlns:p14="http://schemas.microsoft.com/office/powerpoint/2010/main" val="35320154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Closin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64F11EE-129E-4848-B727-5C75FAE6D346}"/>
              </a:ext>
            </a:extLst>
          </p:cNvPr>
          <p:cNvSpPr>
            <a:spLocks noGrp="1"/>
          </p:cNvSpPr>
          <p:nvPr>
            <p:ph type="pic" sz="quarter" idx="16"/>
          </p:nvPr>
        </p:nvSpPr>
        <p:spPr>
          <a:xfrm>
            <a:off x="5710842" y="1"/>
            <a:ext cx="6481158" cy="4216186"/>
          </a:xfrm>
          <a:custGeom>
            <a:avLst/>
            <a:gdLst>
              <a:gd name="connsiteX0" fmla="*/ 159680 w 6481158"/>
              <a:gd name="connsiteY0" fmla="*/ 0 h 4216186"/>
              <a:gd name="connsiteX1" fmla="*/ 6481158 w 6481158"/>
              <a:gd name="connsiteY1" fmla="*/ 0 h 4216186"/>
              <a:gd name="connsiteX2" fmla="*/ 6481158 w 6481158"/>
              <a:gd name="connsiteY2" fmla="*/ 4216186 h 4216186"/>
              <a:gd name="connsiteX3" fmla="*/ 629981 w 6481158"/>
              <a:gd name="connsiteY3" fmla="*/ 4216186 h 4216186"/>
              <a:gd name="connsiteX4" fmla="*/ 640174 w 6481158"/>
              <a:gd name="connsiteY4" fmla="*/ 4153970 h 4216186"/>
              <a:gd name="connsiteX5" fmla="*/ 663954 w 6481158"/>
              <a:gd name="connsiteY5" fmla="*/ 4042035 h 4216186"/>
              <a:gd name="connsiteX6" fmla="*/ 674575 w 6481158"/>
              <a:gd name="connsiteY6" fmla="*/ 4017890 h 4216186"/>
              <a:gd name="connsiteX7" fmla="*/ 542646 w 6481158"/>
              <a:gd name="connsiteY7" fmla="*/ 3860429 h 4216186"/>
              <a:gd name="connsiteX8" fmla="*/ 664457 w 6481158"/>
              <a:gd name="connsiteY8" fmla="*/ 3800021 h 4216186"/>
              <a:gd name="connsiteX9" fmla="*/ 662932 w 6481158"/>
              <a:gd name="connsiteY9" fmla="*/ 3771718 h 4216186"/>
              <a:gd name="connsiteX10" fmla="*/ 659568 w 6481158"/>
              <a:gd name="connsiteY10" fmla="*/ 3757935 h 4216186"/>
              <a:gd name="connsiteX11" fmla="*/ 653777 w 6481158"/>
              <a:gd name="connsiteY11" fmla="*/ 3747325 h 4216186"/>
              <a:gd name="connsiteX12" fmla="*/ 610074 w 6481158"/>
              <a:gd name="connsiteY12" fmla="*/ 3705028 h 4216186"/>
              <a:gd name="connsiteX13" fmla="*/ 655821 w 6481158"/>
              <a:gd name="connsiteY13" fmla="*/ 3445525 h 4216186"/>
              <a:gd name="connsiteX14" fmla="*/ 683811 w 6481158"/>
              <a:gd name="connsiteY14" fmla="*/ 3405686 h 4216186"/>
              <a:gd name="connsiteX15" fmla="*/ 687152 w 6481158"/>
              <a:gd name="connsiteY15" fmla="*/ 3393684 h 4216186"/>
              <a:gd name="connsiteX16" fmla="*/ 681564 w 6481158"/>
              <a:gd name="connsiteY16" fmla="*/ 3363918 h 4216186"/>
              <a:gd name="connsiteX17" fmla="*/ 658589 w 6481158"/>
              <a:gd name="connsiteY17" fmla="*/ 3279721 h 4216186"/>
              <a:gd name="connsiteX18" fmla="*/ 655534 w 6481158"/>
              <a:gd name="connsiteY18" fmla="*/ 3274732 h 4216186"/>
              <a:gd name="connsiteX19" fmla="*/ 633009 w 6481158"/>
              <a:gd name="connsiteY19" fmla="*/ 3204655 h 4216186"/>
              <a:gd name="connsiteX20" fmla="*/ 633086 w 6481158"/>
              <a:gd name="connsiteY20" fmla="*/ 3198166 h 4216186"/>
              <a:gd name="connsiteX21" fmla="*/ 627259 w 6481158"/>
              <a:gd name="connsiteY21" fmla="*/ 3181568 h 4216186"/>
              <a:gd name="connsiteX22" fmla="*/ 504281 w 6481158"/>
              <a:gd name="connsiteY22" fmla="*/ 3024678 h 4216186"/>
              <a:gd name="connsiteX23" fmla="*/ 381209 w 6481158"/>
              <a:gd name="connsiteY23" fmla="*/ 2810127 h 4216186"/>
              <a:gd name="connsiteX24" fmla="*/ 360893 w 6481158"/>
              <a:gd name="connsiteY24" fmla="*/ 2596949 h 4216186"/>
              <a:gd name="connsiteX25" fmla="*/ 130872 w 6481158"/>
              <a:gd name="connsiteY25" fmla="*/ 2524080 h 4216186"/>
              <a:gd name="connsiteX26" fmla="*/ 328878 w 6481158"/>
              <a:gd name="connsiteY26" fmla="*/ 2014028 h 4216186"/>
              <a:gd name="connsiteX27" fmla="*/ 347033 w 6481158"/>
              <a:gd name="connsiteY27" fmla="*/ 1914129 h 4216186"/>
              <a:gd name="connsiteX28" fmla="*/ 208894 w 6481158"/>
              <a:gd name="connsiteY28" fmla="*/ 1606217 h 4216186"/>
              <a:gd name="connsiteX29" fmla="*/ 186488 w 6481158"/>
              <a:gd name="connsiteY29" fmla="*/ 1556554 h 4216186"/>
              <a:gd name="connsiteX30" fmla="*/ 135933 w 6481158"/>
              <a:gd name="connsiteY30" fmla="*/ 1459414 h 4216186"/>
              <a:gd name="connsiteX31" fmla="*/ 0 w 6481158"/>
              <a:gd name="connsiteY31" fmla="*/ 1466109 h 4216186"/>
              <a:gd name="connsiteX32" fmla="*/ 67782 w 6481158"/>
              <a:gd name="connsiteY32" fmla="*/ 1372761 h 4216186"/>
              <a:gd name="connsiteX33" fmla="*/ 195632 w 6481158"/>
              <a:gd name="connsiteY33" fmla="*/ 1080052 h 4216186"/>
              <a:gd name="connsiteX34" fmla="*/ 97391 w 6481158"/>
              <a:gd name="connsiteY34" fmla="*/ 854014 h 4216186"/>
              <a:gd name="connsiteX35" fmla="*/ 69223 w 6481158"/>
              <a:gd name="connsiteY35" fmla="*/ 821285 h 4216186"/>
              <a:gd name="connsiteX36" fmla="*/ 103649 w 6481158"/>
              <a:gd name="connsiteY36" fmla="*/ 760897 h 4216186"/>
              <a:gd name="connsiteX37" fmla="*/ 171912 w 6481158"/>
              <a:gd name="connsiteY37" fmla="*/ 560313 h 4216186"/>
              <a:gd name="connsiteX38" fmla="*/ 206354 w 6481158"/>
              <a:gd name="connsiteY38" fmla="*/ 423850 h 4216186"/>
              <a:gd name="connsiteX39" fmla="*/ 250397 w 6481158"/>
              <a:gd name="connsiteY39" fmla="*/ 361124 h 4216186"/>
              <a:gd name="connsiteX40" fmla="*/ 259101 w 6481158"/>
              <a:gd name="connsiteY40" fmla="*/ 314763 h 4216186"/>
              <a:gd name="connsiteX41" fmla="*/ 229198 w 6481158"/>
              <a:gd name="connsiteY41" fmla="*/ 104693 h 4216186"/>
              <a:gd name="connsiteX42" fmla="*/ 214459 w 6481158"/>
              <a:gd name="connsiteY42" fmla="*/ 52392 h 4216186"/>
              <a:gd name="connsiteX43" fmla="*/ 174580 w 6481158"/>
              <a:gd name="connsiteY43" fmla="*/ 23688 h 4216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6481158" h="4216186">
                <a:moveTo>
                  <a:pt x="159680" y="0"/>
                </a:moveTo>
                <a:lnTo>
                  <a:pt x="6481158" y="0"/>
                </a:lnTo>
                <a:lnTo>
                  <a:pt x="6481158" y="4216186"/>
                </a:lnTo>
                <a:lnTo>
                  <a:pt x="629981" y="4216186"/>
                </a:lnTo>
                <a:lnTo>
                  <a:pt x="640174" y="4153970"/>
                </a:lnTo>
                <a:cubicBezTo>
                  <a:pt x="646054" y="4115040"/>
                  <a:pt x="652738" y="4076730"/>
                  <a:pt x="663954" y="4042035"/>
                </a:cubicBezTo>
                <a:lnTo>
                  <a:pt x="674575" y="4017890"/>
                </a:lnTo>
                <a:lnTo>
                  <a:pt x="542646" y="3860429"/>
                </a:lnTo>
                <a:cubicBezTo>
                  <a:pt x="583801" y="3777846"/>
                  <a:pt x="628876" y="3834526"/>
                  <a:pt x="664457" y="3800021"/>
                </a:cubicBezTo>
                <a:cubicBezTo>
                  <a:pt x="663366" y="3791627"/>
                  <a:pt x="663436" y="3781009"/>
                  <a:pt x="662932" y="3771718"/>
                </a:cubicBezTo>
                <a:lnTo>
                  <a:pt x="659568" y="3757935"/>
                </a:lnTo>
                <a:lnTo>
                  <a:pt x="653777" y="3747325"/>
                </a:lnTo>
                <a:lnTo>
                  <a:pt x="610074" y="3705028"/>
                </a:lnTo>
                <a:cubicBezTo>
                  <a:pt x="514097" y="3608961"/>
                  <a:pt x="528640" y="3588143"/>
                  <a:pt x="655821" y="3445525"/>
                </a:cubicBezTo>
                <a:cubicBezTo>
                  <a:pt x="668503" y="3431228"/>
                  <a:pt x="677664" y="3418102"/>
                  <a:pt x="683811" y="3405686"/>
                </a:cubicBezTo>
                <a:lnTo>
                  <a:pt x="687152" y="3393684"/>
                </a:lnTo>
                <a:lnTo>
                  <a:pt x="681564" y="3363918"/>
                </a:lnTo>
                <a:lnTo>
                  <a:pt x="658589" y="3279721"/>
                </a:lnTo>
                <a:lnTo>
                  <a:pt x="655534" y="3274732"/>
                </a:lnTo>
                <a:cubicBezTo>
                  <a:pt x="645154" y="3256804"/>
                  <a:pt x="636025" y="3236251"/>
                  <a:pt x="633009" y="3204655"/>
                </a:cubicBezTo>
                <a:lnTo>
                  <a:pt x="633086" y="3198166"/>
                </a:lnTo>
                <a:lnTo>
                  <a:pt x="627259" y="3181568"/>
                </a:lnTo>
                <a:cubicBezTo>
                  <a:pt x="591590" y="3088781"/>
                  <a:pt x="548194" y="3020054"/>
                  <a:pt x="504281" y="3024678"/>
                </a:cubicBezTo>
                <a:cubicBezTo>
                  <a:pt x="548490" y="2798901"/>
                  <a:pt x="548490" y="2798901"/>
                  <a:pt x="381209" y="2810127"/>
                </a:cubicBezTo>
                <a:cubicBezTo>
                  <a:pt x="440862" y="2658988"/>
                  <a:pt x="439766" y="2624324"/>
                  <a:pt x="360893" y="2596949"/>
                </a:cubicBezTo>
                <a:cubicBezTo>
                  <a:pt x="284957" y="2570407"/>
                  <a:pt x="201795" y="2575904"/>
                  <a:pt x="130872" y="2524080"/>
                </a:cubicBezTo>
                <a:cubicBezTo>
                  <a:pt x="188851" y="2335317"/>
                  <a:pt x="200302" y="2130710"/>
                  <a:pt x="328878" y="2014028"/>
                </a:cubicBezTo>
                <a:cubicBezTo>
                  <a:pt x="349137" y="1995898"/>
                  <a:pt x="361422" y="1940125"/>
                  <a:pt x="347033" y="1914129"/>
                </a:cubicBezTo>
                <a:cubicBezTo>
                  <a:pt x="295996" y="1817105"/>
                  <a:pt x="357685" y="1592503"/>
                  <a:pt x="208894" y="1606217"/>
                </a:cubicBezTo>
                <a:cubicBezTo>
                  <a:pt x="190525" y="1607581"/>
                  <a:pt x="173015" y="1590108"/>
                  <a:pt x="186488" y="1556554"/>
                </a:cubicBezTo>
                <a:cubicBezTo>
                  <a:pt x="232768" y="1442049"/>
                  <a:pt x="172886" y="1463610"/>
                  <a:pt x="135933" y="1459414"/>
                </a:cubicBezTo>
                <a:cubicBezTo>
                  <a:pt x="91212" y="1454776"/>
                  <a:pt x="42622" y="1511622"/>
                  <a:pt x="0" y="1466109"/>
                </a:cubicBezTo>
                <a:cubicBezTo>
                  <a:pt x="7764" y="1405223"/>
                  <a:pt x="43366" y="1397333"/>
                  <a:pt x="67782" y="1372761"/>
                </a:cubicBezTo>
                <a:cubicBezTo>
                  <a:pt x="139132" y="1300280"/>
                  <a:pt x="196704" y="1221065"/>
                  <a:pt x="195632" y="1080052"/>
                </a:cubicBezTo>
                <a:cubicBezTo>
                  <a:pt x="194930" y="966113"/>
                  <a:pt x="199455" y="864105"/>
                  <a:pt x="97391" y="854014"/>
                </a:cubicBezTo>
                <a:cubicBezTo>
                  <a:pt x="81355" y="852486"/>
                  <a:pt x="72717" y="839840"/>
                  <a:pt x="69223" y="821285"/>
                </a:cubicBezTo>
                <a:cubicBezTo>
                  <a:pt x="80177" y="799992"/>
                  <a:pt x="90624" y="778040"/>
                  <a:pt x="103649" y="760897"/>
                </a:cubicBezTo>
                <a:cubicBezTo>
                  <a:pt x="147404" y="704450"/>
                  <a:pt x="160670" y="633687"/>
                  <a:pt x="171912" y="560313"/>
                </a:cubicBezTo>
                <a:cubicBezTo>
                  <a:pt x="179151" y="513531"/>
                  <a:pt x="187860" y="467166"/>
                  <a:pt x="206354" y="423850"/>
                </a:cubicBezTo>
                <a:cubicBezTo>
                  <a:pt x="217619" y="397046"/>
                  <a:pt x="231961" y="375704"/>
                  <a:pt x="250397" y="361124"/>
                </a:cubicBezTo>
                <a:cubicBezTo>
                  <a:pt x="266451" y="347903"/>
                  <a:pt x="270868" y="334407"/>
                  <a:pt x="259101" y="314763"/>
                </a:cubicBezTo>
                <a:cubicBezTo>
                  <a:pt x="225826" y="258432"/>
                  <a:pt x="211109" y="191375"/>
                  <a:pt x="229198" y="104693"/>
                </a:cubicBezTo>
                <a:cubicBezTo>
                  <a:pt x="234668" y="78523"/>
                  <a:pt x="229657" y="58007"/>
                  <a:pt x="214459" y="52392"/>
                </a:cubicBezTo>
                <a:cubicBezTo>
                  <a:pt x="198643" y="46345"/>
                  <a:pt x="185640" y="36363"/>
                  <a:pt x="174580" y="23688"/>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18" name="Picture Placeholder 17">
            <a:extLst>
              <a:ext uri="{FF2B5EF4-FFF2-40B4-BE49-F238E27FC236}">
                <a16:creationId xmlns:a16="http://schemas.microsoft.com/office/drawing/2014/main" id="{8783A78F-A82E-4063-B70C-6865CD22AF9A}"/>
              </a:ext>
            </a:extLst>
          </p:cNvPr>
          <p:cNvSpPr>
            <a:spLocks noGrp="1"/>
          </p:cNvSpPr>
          <p:nvPr>
            <p:ph type="pic" sz="quarter" idx="17"/>
          </p:nvPr>
        </p:nvSpPr>
        <p:spPr>
          <a:xfrm>
            <a:off x="5078134" y="4323899"/>
            <a:ext cx="7113866" cy="2534101"/>
          </a:xfrm>
          <a:custGeom>
            <a:avLst/>
            <a:gdLst>
              <a:gd name="connsiteX0" fmla="*/ 1237395 w 7113866"/>
              <a:gd name="connsiteY0" fmla="*/ 0 h 2534101"/>
              <a:gd name="connsiteX1" fmla="*/ 7113866 w 7113866"/>
              <a:gd name="connsiteY1" fmla="*/ 0 h 2534101"/>
              <a:gd name="connsiteX2" fmla="*/ 7113866 w 7113866"/>
              <a:gd name="connsiteY2" fmla="*/ 2534101 h 2534101"/>
              <a:gd name="connsiteX3" fmla="*/ 0 w 7113866"/>
              <a:gd name="connsiteY3" fmla="*/ 2534101 h 2534101"/>
              <a:gd name="connsiteX4" fmla="*/ 21865 w 7113866"/>
              <a:gd name="connsiteY4" fmla="*/ 2503631 h 2534101"/>
              <a:gd name="connsiteX5" fmla="*/ 295355 w 7113866"/>
              <a:gd name="connsiteY5" fmla="*/ 2078512 h 2534101"/>
              <a:gd name="connsiteX6" fmla="*/ 476493 w 7113866"/>
              <a:gd name="connsiteY6" fmla="*/ 1754977 h 2534101"/>
              <a:gd name="connsiteX7" fmla="*/ 629661 w 7113866"/>
              <a:gd name="connsiteY7" fmla="*/ 1466193 h 2534101"/>
              <a:gd name="connsiteX8" fmla="*/ 542838 w 7113866"/>
              <a:gd name="connsiteY8" fmla="*/ 1401940 h 2534101"/>
              <a:gd name="connsiteX9" fmla="*/ 649253 w 7113866"/>
              <a:gd name="connsiteY9" fmla="*/ 1136180 h 2534101"/>
              <a:gd name="connsiteX10" fmla="*/ 987552 w 7113866"/>
              <a:gd name="connsiteY10" fmla="*/ 313308 h 2534101"/>
              <a:gd name="connsiteX11" fmla="*/ 1141095 w 7113866"/>
              <a:gd name="connsiteY11" fmla="*/ 112922 h 2534101"/>
              <a:gd name="connsiteX12" fmla="*/ 1217454 w 7113866"/>
              <a:gd name="connsiteY12" fmla="*/ 43683 h 253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113866" h="2534101">
                <a:moveTo>
                  <a:pt x="1237395" y="0"/>
                </a:moveTo>
                <a:lnTo>
                  <a:pt x="7113866" y="0"/>
                </a:lnTo>
                <a:lnTo>
                  <a:pt x="7113866" y="2534101"/>
                </a:lnTo>
                <a:lnTo>
                  <a:pt x="0" y="2534101"/>
                </a:lnTo>
                <a:lnTo>
                  <a:pt x="21865" y="2503631"/>
                </a:lnTo>
                <a:cubicBezTo>
                  <a:pt x="198423" y="2253521"/>
                  <a:pt x="293790" y="2086461"/>
                  <a:pt x="295355" y="2078512"/>
                </a:cubicBezTo>
                <a:cubicBezTo>
                  <a:pt x="324069" y="1929470"/>
                  <a:pt x="404357" y="1848602"/>
                  <a:pt x="476493" y="1754977"/>
                </a:cubicBezTo>
                <a:cubicBezTo>
                  <a:pt x="539303" y="1672931"/>
                  <a:pt x="606319" y="1585980"/>
                  <a:pt x="629661" y="1466193"/>
                </a:cubicBezTo>
                <a:cubicBezTo>
                  <a:pt x="660485" y="1307325"/>
                  <a:pt x="563419" y="1455147"/>
                  <a:pt x="542838" y="1401940"/>
                </a:cubicBezTo>
                <a:cubicBezTo>
                  <a:pt x="578840" y="1314777"/>
                  <a:pt x="636192" y="1228627"/>
                  <a:pt x="649253" y="1136180"/>
                </a:cubicBezTo>
                <a:cubicBezTo>
                  <a:pt x="695845" y="801928"/>
                  <a:pt x="810579" y="538800"/>
                  <a:pt x="987552" y="313308"/>
                </a:cubicBezTo>
                <a:cubicBezTo>
                  <a:pt x="1038302" y="248170"/>
                  <a:pt x="1069945" y="145770"/>
                  <a:pt x="1141095" y="112922"/>
                </a:cubicBezTo>
                <a:cubicBezTo>
                  <a:pt x="1175679" y="97203"/>
                  <a:pt x="1199890" y="73126"/>
                  <a:pt x="1217454" y="43683"/>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5" name="Title 4">
            <a:extLst>
              <a:ext uri="{FF2B5EF4-FFF2-40B4-BE49-F238E27FC236}">
                <a16:creationId xmlns:a16="http://schemas.microsoft.com/office/drawing/2014/main" id="{BF79A6B6-B6BD-4F17-8EDF-3CBD83B5A3C4}"/>
              </a:ext>
            </a:extLst>
          </p:cNvPr>
          <p:cNvSpPr>
            <a:spLocks noGrp="1"/>
          </p:cNvSpPr>
          <p:nvPr>
            <p:ph type="title"/>
          </p:nvPr>
        </p:nvSpPr>
        <p:spPr>
          <a:xfrm>
            <a:off x="838200" y="365124"/>
            <a:ext cx="4443984" cy="2139696"/>
          </a:xfrm>
        </p:spPr>
        <p:txBody>
          <a:bodyPr anchor="b"/>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AE97A506-D3A6-4ED8-8315-385575046882}"/>
              </a:ext>
            </a:extLst>
          </p:cNvPr>
          <p:cNvSpPr>
            <a:spLocks noGrp="1"/>
          </p:cNvSpPr>
          <p:nvPr>
            <p:ph type="body" sz="quarter" idx="13"/>
          </p:nvPr>
        </p:nvSpPr>
        <p:spPr>
          <a:xfrm>
            <a:off x="838199" y="2898648"/>
            <a:ext cx="4443984" cy="594360"/>
          </a:xfrm>
        </p:spPr>
        <p:txBody>
          <a:bodyPr/>
          <a:lstStyle>
            <a:lvl1pPr marL="0" indent="0">
              <a:buNone/>
              <a:defRPr sz="2000"/>
            </a:lvl1pPr>
          </a:lstStyle>
          <a:p>
            <a:pPr lvl="0"/>
            <a:r>
              <a:rPr lang="en-US"/>
              <a:t>Click to edit Master text styles</a:t>
            </a:r>
          </a:p>
        </p:txBody>
      </p:sp>
      <p:sp>
        <p:nvSpPr>
          <p:cNvPr id="8" name="Text Placeholder 6">
            <a:extLst>
              <a:ext uri="{FF2B5EF4-FFF2-40B4-BE49-F238E27FC236}">
                <a16:creationId xmlns:a16="http://schemas.microsoft.com/office/drawing/2014/main" id="{D85D9E25-B25F-4DB6-B381-E134A525C7A1}"/>
              </a:ext>
            </a:extLst>
          </p:cNvPr>
          <p:cNvSpPr>
            <a:spLocks noGrp="1"/>
          </p:cNvSpPr>
          <p:nvPr>
            <p:ph type="body" sz="quarter" idx="14"/>
          </p:nvPr>
        </p:nvSpPr>
        <p:spPr>
          <a:xfrm>
            <a:off x="838199" y="3639312"/>
            <a:ext cx="4443984" cy="594360"/>
          </a:xfrm>
        </p:spPr>
        <p:txBody>
          <a:bodyPr/>
          <a:lstStyle>
            <a:lvl1pPr marL="0" indent="0">
              <a:buNone/>
              <a:defRPr sz="2000"/>
            </a:lvl1pPr>
          </a:lstStyle>
          <a:p>
            <a:pPr lvl="0"/>
            <a:r>
              <a:rPr lang="en-US"/>
              <a:t>Click to edit Master text styles</a:t>
            </a:r>
          </a:p>
        </p:txBody>
      </p:sp>
      <p:sp>
        <p:nvSpPr>
          <p:cNvPr id="9" name="Text Placeholder 6">
            <a:extLst>
              <a:ext uri="{FF2B5EF4-FFF2-40B4-BE49-F238E27FC236}">
                <a16:creationId xmlns:a16="http://schemas.microsoft.com/office/drawing/2014/main" id="{6CE2F152-3B4C-4389-9A9C-82E3C8649A90}"/>
              </a:ext>
            </a:extLst>
          </p:cNvPr>
          <p:cNvSpPr>
            <a:spLocks noGrp="1"/>
          </p:cNvSpPr>
          <p:nvPr>
            <p:ph type="body" sz="quarter" idx="15"/>
          </p:nvPr>
        </p:nvSpPr>
        <p:spPr>
          <a:xfrm>
            <a:off x="838199" y="4389120"/>
            <a:ext cx="4443984" cy="594360"/>
          </a:xfrm>
        </p:spPr>
        <p:txBody>
          <a:bodyPr/>
          <a:lstStyle>
            <a:lvl1pPr marL="0" indent="0">
              <a:buNone/>
              <a:defRPr sz="2000"/>
            </a:lvl1pPr>
          </a:lstStyle>
          <a:p>
            <a:pPr lvl="0"/>
            <a:r>
              <a:rPr lang="en-US"/>
              <a:t>Click to edit Master text styles</a:t>
            </a:r>
          </a:p>
        </p:txBody>
      </p:sp>
    </p:spTree>
    <p:extLst>
      <p:ext uri="{BB962C8B-B14F-4D97-AF65-F5344CB8AC3E}">
        <p14:creationId xmlns:p14="http://schemas.microsoft.com/office/powerpoint/2010/main" val="4084940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6AD6EE87-EBD5-4F12-A48A-63ACA297AC8F}" type="datetimeFigureOut">
              <a:rPr lang="en-US" smtClean="0"/>
              <a:t>11/15/2024</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4FAB73BC-B049-4115-A692-8D63A059BFB8}" type="slidenum">
              <a:rPr lang="en-US" smtClean="0"/>
              <a:t>‹#›</a:t>
            </a:fld>
            <a:endParaRPr lang="en-US" dirty="0"/>
          </a:p>
        </p:txBody>
      </p:sp>
      <p:sp>
        <p:nvSpPr>
          <p:cNvPr id="7" name="Freeform: Shape 6" descr="Tag=AccentColor&#10;Flavor=Light&#10;Target=Fill">
            <a:extLst>
              <a:ext uri="{FF2B5EF4-FFF2-40B4-BE49-F238E27FC236}">
                <a16:creationId xmlns:a16="http://schemas.microsoft.com/office/drawing/2014/main" id="{399F8D4C-C8E9-9B16-5340-599A57C6FA3E}"/>
              </a:ext>
            </a:extLst>
          </p:cNvPr>
          <p:cNvSpPr/>
          <p:nvPr userDrawn="1"/>
        </p:nvSpPr>
        <p:spPr>
          <a:xfrm>
            <a:off x="-1" y="0"/>
            <a:ext cx="7824084" cy="6858000"/>
          </a:xfrm>
          <a:custGeom>
            <a:avLst/>
            <a:gdLst>
              <a:gd name="connsiteX0" fmla="*/ 0 w 7534656"/>
              <a:gd name="connsiteY0" fmla="*/ 0 h 6858000"/>
              <a:gd name="connsiteX1" fmla="*/ 234679 w 7534656"/>
              <a:gd name="connsiteY1" fmla="*/ 0 h 6858000"/>
              <a:gd name="connsiteX2" fmla="*/ 2022952 w 7534656"/>
              <a:gd name="connsiteY2" fmla="*/ 0 h 6858000"/>
              <a:gd name="connsiteX3" fmla="*/ 2238233 w 7534656"/>
              <a:gd name="connsiteY3" fmla="*/ 0 h 6858000"/>
              <a:gd name="connsiteX4" fmla="*/ 3114003 w 7534656"/>
              <a:gd name="connsiteY4" fmla="*/ 0 h 6858000"/>
              <a:gd name="connsiteX5" fmla="*/ 6526057 w 7534656"/>
              <a:gd name="connsiteY5" fmla="*/ 0 h 6858000"/>
              <a:gd name="connsiteX6" fmla="*/ 6223681 w 7534656"/>
              <a:gd name="connsiteY6" fmla="*/ 110269 h 6858000"/>
              <a:gd name="connsiteX7" fmla="*/ 6267294 w 7534656"/>
              <a:gd name="connsiteY7" fmla="*/ 135168 h 6858000"/>
              <a:gd name="connsiteX8" fmla="*/ 6528964 w 7534656"/>
              <a:gd name="connsiteY8" fmla="*/ 71141 h 6858000"/>
              <a:gd name="connsiteX9" fmla="*/ 6581298 w 7534656"/>
              <a:gd name="connsiteY9" fmla="*/ 88927 h 6858000"/>
              <a:gd name="connsiteX10" fmla="*/ 6555131 w 7534656"/>
              <a:gd name="connsiteY10" fmla="*/ 163625 h 6858000"/>
              <a:gd name="connsiteX11" fmla="*/ 6441741 w 7534656"/>
              <a:gd name="connsiteY11" fmla="*/ 192082 h 6858000"/>
              <a:gd name="connsiteX12" fmla="*/ 6264386 w 7534656"/>
              <a:gd name="connsiteY12" fmla="*/ 373491 h 6858000"/>
              <a:gd name="connsiteX13" fmla="*/ 6531872 w 7534656"/>
              <a:gd name="connsiteY13" fmla="*/ 352148 h 6858000"/>
              <a:gd name="connsiteX14" fmla="*/ 6578391 w 7534656"/>
              <a:gd name="connsiteY14" fmla="*/ 394834 h 6858000"/>
              <a:gd name="connsiteX15" fmla="*/ 6595836 w 7534656"/>
              <a:gd name="connsiteY15" fmla="*/ 451747 h 6858000"/>
              <a:gd name="connsiteX16" fmla="*/ 6674337 w 7534656"/>
              <a:gd name="connsiteY16" fmla="*/ 359262 h 6858000"/>
              <a:gd name="connsiteX17" fmla="*/ 6741209 w 7534656"/>
              <a:gd name="connsiteY17" fmla="*/ 334364 h 6858000"/>
              <a:gd name="connsiteX18" fmla="*/ 6761561 w 7534656"/>
              <a:gd name="connsiteY18" fmla="*/ 416176 h 6858000"/>
              <a:gd name="connsiteX19" fmla="*/ 6700505 w 7534656"/>
              <a:gd name="connsiteY19" fmla="*/ 505101 h 6858000"/>
              <a:gd name="connsiteX20" fmla="*/ 6537687 w 7534656"/>
              <a:gd name="connsiteY20" fmla="*/ 558458 h 6858000"/>
              <a:gd name="connsiteX21" fmla="*/ 6712134 w 7534656"/>
              <a:gd name="connsiteY21" fmla="*/ 558458 h 6858000"/>
              <a:gd name="connsiteX22" fmla="*/ 6912748 w 7534656"/>
              <a:gd name="connsiteY22" fmla="*/ 522887 h 6858000"/>
              <a:gd name="connsiteX23" fmla="*/ 7124992 w 7534656"/>
              <a:gd name="connsiteY23" fmla="*/ 533558 h 6858000"/>
              <a:gd name="connsiteX24" fmla="*/ 7325607 w 7534656"/>
              <a:gd name="connsiteY24" fmla="*/ 462417 h 6858000"/>
              <a:gd name="connsiteX25" fmla="*/ 7529129 w 7534656"/>
              <a:gd name="connsiteY25" fmla="*/ 465975 h 6858000"/>
              <a:gd name="connsiteX26" fmla="*/ 6627818 w 7534656"/>
              <a:gd name="connsiteY26" fmla="*/ 910606 h 6858000"/>
              <a:gd name="connsiteX27" fmla="*/ 6671430 w 7534656"/>
              <a:gd name="connsiteY27" fmla="*/ 921277 h 6858000"/>
              <a:gd name="connsiteX28" fmla="*/ 6729579 w 7534656"/>
              <a:gd name="connsiteY28" fmla="*/ 949734 h 6858000"/>
              <a:gd name="connsiteX29" fmla="*/ 6685967 w 7534656"/>
              <a:gd name="connsiteY29" fmla="*/ 1006647 h 6858000"/>
              <a:gd name="connsiteX30" fmla="*/ 6450463 w 7534656"/>
              <a:gd name="connsiteY30" fmla="*/ 1113358 h 6858000"/>
              <a:gd name="connsiteX31" fmla="*/ 6392314 w 7534656"/>
              <a:gd name="connsiteY31" fmla="*/ 1220069 h 6858000"/>
              <a:gd name="connsiteX32" fmla="*/ 6465001 w 7534656"/>
              <a:gd name="connsiteY32" fmla="*/ 1209399 h 6858000"/>
              <a:gd name="connsiteX33" fmla="*/ 6528964 w 7534656"/>
              <a:gd name="connsiteY33" fmla="*/ 1230741 h 6858000"/>
              <a:gd name="connsiteX34" fmla="*/ 6502798 w 7534656"/>
              <a:gd name="connsiteY34" fmla="*/ 1365909 h 6858000"/>
              <a:gd name="connsiteX35" fmla="*/ 6168440 w 7534656"/>
              <a:gd name="connsiteY35" fmla="*/ 1540204 h 6858000"/>
              <a:gd name="connsiteX36" fmla="*/ 6139366 w 7534656"/>
              <a:gd name="connsiteY36" fmla="*/ 1597117 h 6858000"/>
              <a:gd name="connsiteX37" fmla="*/ 6180070 w 7534656"/>
              <a:gd name="connsiteY37" fmla="*/ 1636245 h 6858000"/>
              <a:gd name="connsiteX38" fmla="*/ 6287645 w 7534656"/>
              <a:gd name="connsiteY38" fmla="*/ 1657587 h 6858000"/>
              <a:gd name="connsiteX39" fmla="*/ 6136458 w 7534656"/>
              <a:gd name="connsiteY39" fmla="*/ 1849668 h 6858000"/>
              <a:gd name="connsiteX40" fmla="*/ 6081216 w 7534656"/>
              <a:gd name="connsiteY40" fmla="*/ 1903025 h 6858000"/>
              <a:gd name="connsiteX41" fmla="*/ 5985270 w 7534656"/>
              <a:gd name="connsiteY41" fmla="*/ 1984836 h 6858000"/>
              <a:gd name="connsiteX42" fmla="*/ 5985270 w 7534656"/>
              <a:gd name="connsiteY42" fmla="*/ 2013292 h 6858000"/>
              <a:gd name="connsiteX43" fmla="*/ 6113198 w 7534656"/>
              <a:gd name="connsiteY43" fmla="*/ 2102219 h 6858000"/>
              <a:gd name="connsiteX44" fmla="*/ 6345795 w 7534656"/>
              <a:gd name="connsiteY44" fmla="*/ 2077320 h 6858000"/>
              <a:gd name="connsiteX45" fmla="*/ 6002715 w 7534656"/>
              <a:gd name="connsiteY45" fmla="*/ 2208931 h 6858000"/>
              <a:gd name="connsiteX46" fmla="*/ 7113363 w 7534656"/>
              <a:gd name="connsiteY46" fmla="*/ 1892353 h 6858000"/>
              <a:gd name="connsiteX47" fmla="*/ 7043584 w 7534656"/>
              <a:gd name="connsiteY47" fmla="*/ 1974165 h 6858000"/>
              <a:gd name="connsiteX48" fmla="*/ 6653985 w 7534656"/>
              <a:gd name="connsiteY48" fmla="*/ 2191146 h 6858000"/>
              <a:gd name="connsiteX49" fmla="*/ 6543502 w 7534656"/>
              <a:gd name="connsiteY49" fmla="*/ 2326314 h 6858000"/>
              <a:gd name="connsiteX50" fmla="*/ 6427203 w 7534656"/>
              <a:gd name="connsiteY50" fmla="*/ 2401012 h 6858000"/>
              <a:gd name="connsiteX51" fmla="*/ 6264386 w 7534656"/>
              <a:gd name="connsiteY51" fmla="*/ 2401012 h 6858000"/>
              <a:gd name="connsiteX52" fmla="*/ 6148088 w 7534656"/>
              <a:gd name="connsiteY52" fmla="*/ 2518395 h 6858000"/>
              <a:gd name="connsiteX53" fmla="*/ 6267294 w 7534656"/>
              <a:gd name="connsiteY53" fmla="*/ 2543294 h 6858000"/>
              <a:gd name="connsiteX54" fmla="*/ 6406851 w 7534656"/>
              <a:gd name="connsiteY54" fmla="*/ 2525509 h 6858000"/>
              <a:gd name="connsiteX55" fmla="*/ 6563854 w 7534656"/>
              <a:gd name="connsiteY55" fmla="*/ 2564636 h 6858000"/>
              <a:gd name="connsiteX56" fmla="*/ 6709227 w 7534656"/>
              <a:gd name="connsiteY56" fmla="*/ 2532623 h 6858000"/>
              <a:gd name="connsiteX57" fmla="*/ 6883674 w 7534656"/>
              <a:gd name="connsiteY57" fmla="*/ 2553965 h 6858000"/>
              <a:gd name="connsiteX58" fmla="*/ 6938916 w 7534656"/>
              <a:gd name="connsiteY58" fmla="*/ 2692689 h 6858000"/>
              <a:gd name="connsiteX59" fmla="*/ 6956360 w 7534656"/>
              <a:gd name="connsiteY59" fmla="*/ 2703362 h 6858000"/>
              <a:gd name="connsiteX60" fmla="*/ 7279088 w 7534656"/>
              <a:gd name="connsiteY60" fmla="*/ 2923898 h 6858000"/>
              <a:gd name="connsiteX61" fmla="*/ 7369219 w 7534656"/>
              <a:gd name="connsiteY61" fmla="*/ 2941684 h 6858000"/>
              <a:gd name="connsiteX62" fmla="*/ 6837155 w 7534656"/>
              <a:gd name="connsiteY62" fmla="*/ 3329402 h 6858000"/>
              <a:gd name="connsiteX63" fmla="*/ 7194772 w 7534656"/>
              <a:gd name="connsiteY63" fmla="*/ 3229805 h 6858000"/>
              <a:gd name="connsiteX64" fmla="*/ 7244198 w 7534656"/>
              <a:gd name="connsiteY64" fmla="*/ 3393429 h 6858000"/>
              <a:gd name="connsiteX65" fmla="*/ 7075566 w 7534656"/>
              <a:gd name="connsiteY65" fmla="*/ 3539269 h 6858000"/>
              <a:gd name="connsiteX66" fmla="*/ 7014509 w 7534656"/>
              <a:gd name="connsiteY66" fmla="*/ 3827390 h 6858000"/>
              <a:gd name="connsiteX67" fmla="*/ 7043584 w 7534656"/>
              <a:gd name="connsiteY67" fmla="*/ 4090612 h 6858000"/>
              <a:gd name="connsiteX68" fmla="*/ 7116270 w 7534656"/>
              <a:gd name="connsiteY68" fmla="*/ 4172424 h 6858000"/>
              <a:gd name="connsiteX69" fmla="*/ 7220938 w 7534656"/>
              <a:gd name="connsiteY69" fmla="*/ 4321821 h 6858000"/>
              <a:gd name="connsiteX70" fmla="*/ 7284903 w 7534656"/>
              <a:gd name="connsiteY70" fmla="*/ 4414305 h 6858000"/>
              <a:gd name="connsiteX71" fmla="*/ 7508777 w 7534656"/>
              <a:gd name="connsiteY71" fmla="*/ 4378734 h 6858000"/>
              <a:gd name="connsiteX72" fmla="*/ 7209309 w 7534656"/>
              <a:gd name="connsiteY72" fmla="*/ 4613499 h 6858000"/>
              <a:gd name="connsiteX73" fmla="*/ 7450627 w 7534656"/>
              <a:gd name="connsiteY73" fmla="*/ 4585042 h 6858000"/>
              <a:gd name="connsiteX74" fmla="*/ 7529129 w 7534656"/>
              <a:gd name="connsiteY74" fmla="*/ 4602828 h 6858000"/>
              <a:gd name="connsiteX75" fmla="*/ 7485517 w 7534656"/>
              <a:gd name="connsiteY75" fmla="*/ 4677526 h 6858000"/>
              <a:gd name="connsiteX76" fmla="*/ 7308162 w 7534656"/>
              <a:gd name="connsiteY76" fmla="*/ 4805580 h 6858000"/>
              <a:gd name="connsiteX77" fmla="*/ 6941823 w 7534656"/>
              <a:gd name="connsiteY77" fmla="*/ 5154171 h 6858000"/>
              <a:gd name="connsiteX78" fmla="*/ 7296533 w 7534656"/>
              <a:gd name="connsiteY78" fmla="*/ 4994104 h 6858000"/>
              <a:gd name="connsiteX79" fmla="*/ 6924378 w 7534656"/>
              <a:gd name="connsiteY79" fmla="*/ 5353367 h 6858000"/>
              <a:gd name="connsiteX80" fmla="*/ 6842970 w 7534656"/>
              <a:gd name="connsiteY80" fmla="*/ 5474306 h 6858000"/>
              <a:gd name="connsiteX81" fmla="*/ 6674337 w 7534656"/>
              <a:gd name="connsiteY81" fmla="*/ 5769542 h 6858000"/>
              <a:gd name="connsiteX82" fmla="*/ 6683059 w 7534656"/>
              <a:gd name="connsiteY82" fmla="*/ 5801555 h 6858000"/>
              <a:gd name="connsiteX83" fmla="*/ 6874952 w 7534656"/>
              <a:gd name="connsiteY83" fmla="*/ 5755314 h 6858000"/>
              <a:gd name="connsiteX84" fmla="*/ 6624910 w 7534656"/>
              <a:gd name="connsiteY84" fmla="*/ 6004307 h 6858000"/>
              <a:gd name="connsiteX85" fmla="*/ 6366147 w 7534656"/>
              <a:gd name="connsiteY85" fmla="*/ 6196388 h 6858000"/>
              <a:gd name="connsiteX86" fmla="*/ 6549317 w 7534656"/>
              <a:gd name="connsiteY86" fmla="*/ 6167932 h 6858000"/>
              <a:gd name="connsiteX87" fmla="*/ 6802265 w 7534656"/>
              <a:gd name="connsiteY87" fmla="*/ 6057663 h 6858000"/>
              <a:gd name="connsiteX88" fmla="*/ 6889489 w 7534656"/>
              <a:gd name="connsiteY88" fmla="*/ 6100347 h 6858000"/>
              <a:gd name="connsiteX89" fmla="*/ 6651077 w 7534656"/>
              <a:gd name="connsiteY89" fmla="*/ 6281757 h 6858000"/>
              <a:gd name="connsiteX90" fmla="*/ 6514427 w 7534656"/>
              <a:gd name="connsiteY90" fmla="*/ 6367127 h 6858000"/>
              <a:gd name="connsiteX91" fmla="*/ 6459185 w 7534656"/>
              <a:gd name="connsiteY91" fmla="*/ 6431153 h 6858000"/>
              <a:gd name="connsiteX92" fmla="*/ 6302183 w 7534656"/>
              <a:gd name="connsiteY92" fmla="*/ 6658805 h 6858000"/>
              <a:gd name="connsiteX93" fmla="*/ 5941659 w 7534656"/>
              <a:gd name="connsiteY93" fmla="*/ 6858000 h 6858000"/>
              <a:gd name="connsiteX94" fmla="*/ 3114003 w 7534656"/>
              <a:gd name="connsiteY94" fmla="*/ 6858000 h 6858000"/>
              <a:gd name="connsiteX95" fmla="*/ 2238233 w 7534656"/>
              <a:gd name="connsiteY95" fmla="*/ 6858000 h 6858000"/>
              <a:gd name="connsiteX96" fmla="*/ 2022952 w 7534656"/>
              <a:gd name="connsiteY96" fmla="*/ 6858000 h 6858000"/>
              <a:gd name="connsiteX97" fmla="*/ 234679 w 7534656"/>
              <a:gd name="connsiteY97" fmla="*/ 6858000 h 6858000"/>
              <a:gd name="connsiteX98" fmla="*/ 0 w 7534656"/>
              <a:gd name="connsiteY9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7534656" h="6858000">
                <a:moveTo>
                  <a:pt x="0" y="0"/>
                </a:moveTo>
                <a:lnTo>
                  <a:pt x="234679" y="0"/>
                </a:lnTo>
                <a:lnTo>
                  <a:pt x="2022952" y="0"/>
                </a:lnTo>
                <a:lnTo>
                  <a:pt x="2238233" y="0"/>
                </a:lnTo>
                <a:lnTo>
                  <a:pt x="3114003" y="0"/>
                </a:lnTo>
                <a:lnTo>
                  <a:pt x="6526057" y="0"/>
                </a:lnTo>
                <a:cubicBezTo>
                  <a:pt x="6424296" y="35571"/>
                  <a:pt x="6325442" y="78255"/>
                  <a:pt x="6223681" y="110269"/>
                </a:cubicBezTo>
                <a:cubicBezTo>
                  <a:pt x="6238219" y="145839"/>
                  <a:pt x="6252756" y="138725"/>
                  <a:pt x="6267294" y="135168"/>
                </a:cubicBezTo>
                <a:cubicBezTo>
                  <a:pt x="6354517" y="120941"/>
                  <a:pt x="6444648" y="110269"/>
                  <a:pt x="6528964" y="71141"/>
                </a:cubicBezTo>
                <a:cubicBezTo>
                  <a:pt x="6549317" y="64027"/>
                  <a:pt x="6572576" y="64027"/>
                  <a:pt x="6581298" y="88927"/>
                </a:cubicBezTo>
                <a:cubicBezTo>
                  <a:pt x="6595836" y="124497"/>
                  <a:pt x="6575484" y="145839"/>
                  <a:pt x="6555131" y="163625"/>
                </a:cubicBezTo>
                <a:cubicBezTo>
                  <a:pt x="6520242" y="195638"/>
                  <a:pt x="6479538" y="188525"/>
                  <a:pt x="6441741" y="192082"/>
                </a:cubicBezTo>
                <a:cubicBezTo>
                  <a:pt x="6337073" y="209867"/>
                  <a:pt x="6287645" y="259665"/>
                  <a:pt x="6264386" y="373491"/>
                </a:cubicBezTo>
                <a:cubicBezTo>
                  <a:pt x="6354517" y="327250"/>
                  <a:pt x="6444648" y="384162"/>
                  <a:pt x="6531872" y="352148"/>
                </a:cubicBezTo>
                <a:cubicBezTo>
                  <a:pt x="6555131" y="345034"/>
                  <a:pt x="6590021" y="355706"/>
                  <a:pt x="6578391" y="394834"/>
                </a:cubicBezTo>
                <a:cubicBezTo>
                  <a:pt x="6566762" y="430405"/>
                  <a:pt x="6528964" y="458860"/>
                  <a:pt x="6595836" y="451747"/>
                </a:cubicBezTo>
                <a:cubicBezTo>
                  <a:pt x="6645263" y="448189"/>
                  <a:pt x="6659800" y="405504"/>
                  <a:pt x="6674337" y="359262"/>
                </a:cubicBezTo>
                <a:cubicBezTo>
                  <a:pt x="6685967" y="334364"/>
                  <a:pt x="6717949" y="320135"/>
                  <a:pt x="6741209" y="334364"/>
                </a:cubicBezTo>
                <a:cubicBezTo>
                  <a:pt x="6770283" y="348592"/>
                  <a:pt x="6761561" y="387720"/>
                  <a:pt x="6761561" y="416176"/>
                </a:cubicBezTo>
                <a:cubicBezTo>
                  <a:pt x="6764469" y="469532"/>
                  <a:pt x="6741209" y="494431"/>
                  <a:pt x="6700505" y="505101"/>
                </a:cubicBezTo>
                <a:cubicBezTo>
                  <a:pt x="6651077" y="519330"/>
                  <a:pt x="6601651" y="537116"/>
                  <a:pt x="6537687" y="558458"/>
                </a:cubicBezTo>
                <a:cubicBezTo>
                  <a:pt x="6607466" y="594028"/>
                  <a:pt x="6659800" y="586915"/>
                  <a:pt x="6712134" y="558458"/>
                </a:cubicBezTo>
                <a:cubicBezTo>
                  <a:pt x="6776098" y="526444"/>
                  <a:pt x="6860414" y="483759"/>
                  <a:pt x="6912748" y="522887"/>
                </a:cubicBezTo>
                <a:cubicBezTo>
                  <a:pt x="6991249" y="579800"/>
                  <a:pt x="7055213" y="544229"/>
                  <a:pt x="7124992" y="533558"/>
                </a:cubicBezTo>
                <a:cubicBezTo>
                  <a:pt x="7270366" y="512216"/>
                  <a:pt x="7180234" y="480203"/>
                  <a:pt x="7325607" y="462417"/>
                </a:cubicBezTo>
                <a:cubicBezTo>
                  <a:pt x="7383756" y="455303"/>
                  <a:pt x="7444813" y="426847"/>
                  <a:pt x="7529129" y="465975"/>
                </a:cubicBezTo>
                <a:cubicBezTo>
                  <a:pt x="7148252" y="672284"/>
                  <a:pt x="6967990" y="658055"/>
                  <a:pt x="6627818" y="910606"/>
                </a:cubicBezTo>
                <a:cubicBezTo>
                  <a:pt x="6642355" y="935506"/>
                  <a:pt x="6656892" y="924835"/>
                  <a:pt x="6671430" y="921277"/>
                </a:cubicBezTo>
                <a:cubicBezTo>
                  <a:pt x="6694689" y="917720"/>
                  <a:pt x="6723764" y="903491"/>
                  <a:pt x="6729579" y="949734"/>
                </a:cubicBezTo>
                <a:cubicBezTo>
                  <a:pt x="6732487" y="985305"/>
                  <a:pt x="6715041" y="1003089"/>
                  <a:pt x="6685967" y="1006647"/>
                </a:cubicBezTo>
                <a:cubicBezTo>
                  <a:pt x="6601651" y="1020875"/>
                  <a:pt x="6526057" y="1070674"/>
                  <a:pt x="6450463" y="1113358"/>
                </a:cubicBezTo>
                <a:cubicBezTo>
                  <a:pt x="6415574" y="1131144"/>
                  <a:pt x="6377777" y="1156043"/>
                  <a:pt x="6392314" y="1220069"/>
                </a:cubicBezTo>
                <a:cubicBezTo>
                  <a:pt x="6421388" y="1237855"/>
                  <a:pt x="6441741" y="1212955"/>
                  <a:pt x="6465001" y="1209399"/>
                </a:cubicBezTo>
                <a:cubicBezTo>
                  <a:pt x="6488260" y="1205842"/>
                  <a:pt x="6543502" y="1220069"/>
                  <a:pt x="6528964" y="1230741"/>
                </a:cubicBezTo>
                <a:cubicBezTo>
                  <a:pt x="6462093" y="1269868"/>
                  <a:pt x="6584206" y="1365909"/>
                  <a:pt x="6502798" y="1365909"/>
                </a:cubicBezTo>
                <a:cubicBezTo>
                  <a:pt x="6369055" y="1365909"/>
                  <a:pt x="6296368" y="1536647"/>
                  <a:pt x="6168440" y="1540204"/>
                </a:cubicBezTo>
                <a:cubicBezTo>
                  <a:pt x="6148088" y="1540204"/>
                  <a:pt x="6139366" y="1572219"/>
                  <a:pt x="6139366" y="1597117"/>
                </a:cubicBezTo>
                <a:cubicBezTo>
                  <a:pt x="6139366" y="1629132"/>
                  <a:pt x="6159717" y="1632688"/>
                  <a:pt x="6180070" y="1636245"/>
                </a:cubicBezTo>
                <a:cubicBezTo>
                  <a:pt x="6212052" y="1639802"/>
                  <a:pt x="6246941" y="1597117"/>
                  <a:pt x="6287645" y="1657587"/>
                </a:cubicBezTo>
                <a:cubicBezTo>
                  <a:pt x="6212052" y="1693158"/>
                  <a:pt x="6133551" y="1728729"/>
                  <a:pt x="6136458" y="1849668"/>
                </a:cubicBezTo>
                <a:cubicBezTo>
                  <a:pt x="6136458" y="1881683"/>
                  <a:pt x="6104476" y="1895910"/>
                  <a:pt x="6081216" y="1903025"/>
                </a:cubicBezTo>
                <a:cubicBezTo>
                  <a:pt x="6040512" y="1917252"/>
                  <a:pt x="6008530" y="1938595"/>
                  <a:pt x="5985270" y="1984836"/>
                </a:cubicBezTo>
                <a:cubicBezTo>
                  <a:pt x="5985270" y="1995507"/>
                  <a:pt x="5985270" y="2002622"/>
                  <a:pt x="5985270" y="2013292"/>
                </a:cubicBezTo>
                <a:cubicBezTo>
                  <a:pt x="5991085" y="2123562"/>
                  <a:pt x="6049234" y="2120004"/>
                  <a:pt x="6113198" y="2102219"/>
                </a:cubicBezTo>
                <a:cubicBezTo>
                  <a:pt x="6188792" y="2080877"/>
                  <a:pt x="6264386" y="2038192"/>
                  <a:pt x="6345795" y="2077320"/>
                </a:cubicBezTo>
                <a:cubicBezTo>
                  <a:pt x="6232404" y="2130676"/>
                  <a:pt x="6107384" y="2134233"/>
                  <a:pt x="6002715" y="2208931"/>
                </a:cubicBezTo>
                <a:cubicBezTo>
                  <a:pt x="6392314" y="2223159"/>
                  <a:pt x="6735394" y="1984836"/>
                  <a:pt x="7113363" y="1892353"/>
                </a:cubicBezTo>
                <a:cubicBezTo>
                  <a:pt x="7101733" y="1952823"/>
                  <a:pt x="7069751" y="1967051"/>
                  <a:pt x="7043584" y="1974165"/>
                </a:cubicBezTo>
                <a:cubicBezTo>
                  <a:pt x="6904026" y="2020407"/>
                  <a:pt x="6781913" y="2112891"/>
                  <a:pt x="6653985" y="2191146"/>
                </a:cubicBezTo>
                <a:cubicBezTo>
                  <a:pt x="6601651" y="2223159"/>
                  <a:pt x="6563854" y="2258731"/>
                  <a:pt x="6543502" y="2326314"/>
                </a:cubicBezTo>
                <a:cubicBezTo>
                  <a:pt x="6526057" y="2390340"/>
                  <a:pt x="6491167" y="2418796"/>
                  <a:pt x="6427203" y="2401012"/>
                </a:cubicBezTo>
                <a:cubicBezTo>
                  <a:pt x="6374869" y="2386784"/>
                  <a:pt x="6319627" y="2393898"/>
                  <a:pt x="6264386" y="2401012"/>
                </a:cubicBezTo>
                <a:cubicBezTo>
                  <a:pt x="6203330" y="2408126"/>
                  <a:pt x="6133551" y="2479267"/>
                  <a:pt x="6148088" y="2518395"/>
                </a:cubicBezTo>
                <a:cubicBezTo>
                  <a:pt x="6177162" y="2582422"/>
                  <a:pt x="6226589" y="2550408"/>
                  <a:pt x="6267294" y="2543294"/>
                </a:cubicBezTo>
                <a:cubicBezTo>
                  <a:pt x="6316720" y="2536181"/>
                  <a:pt x="6406851" y="2518395"/>
                  <a:pt x="6406851" y="2525509"/>
                </a:cubicBezTo>
                <a:cubicBezTo>
                  <a:pt x="6438834" y="2685576"/>
                  <a:pt x="6511520" y="2564636"/>
                  <a:pt x="6563854" y="2564636"/>
                </a:cubicBezTo>
                <a:cubicBezTo>
                  <a:pt x="6613281" y="2564636"/>
                  <a:pt x="6662707" y="2546851"/>
                  <a:pt x="6709227" y="2532623"/>
                </a:cubicBezTo>
                <a:cubicBezTo>
                  <a:pt x="6770283" y="2514837"/>
                  <a:pt x="6825524" y="2546851"/>
                  <a:pt x="6883674" y="2553965"/>
                </a:cubicBezTo>
                <a:cubicBezTo>
                  <a:pt x="6936008" y="2561080"/>
                  <a:pt x="6906934" y="2653563"/>
                  <a:pt x="6938916" y="2692689"/>
                </a:cubicBezTo>
                <a:cubicBezTo>
                  <a:pt x="6944730" y="2703362"/>
                  <a:pt x="6950545" y="2703362"/>
                  <a:pt x="6956360" y="2703362"/>
                </a:cubicBezTo>
                <a:cubicBezTo>
                  <a:pt x="6973805" y="2980812"/>
                  <a:pt x="7279088" y="2913227"/>
                  <a:pt x="7279088" y="2923898"/>
                </a:cubicBezTo>
                <a:cubicBezTo>
                  <a:pt x="7305255" y="2941684"/>
                  <a:pt x="7337237" y="2899000"/>
                  <a:pt x="7369219" y="2941684"/>
                </a:cubicBezTo>
                <a:cubicBezTo>
                  <a:pt x="7232569" y="3137322"/>
                  <a:pt x="7023231" y="3183563"/>
                  <a:pt x="6837155" y="3329402"/>
                </a:cubicBezTo>
                <a:cubicBezTo>
                  <a:pt x="6991249" y="3379202"/>
                  <a:pt x="7081381" y="3208463"/>
                  <a:pt x="7194772" y="3229805"/>
                </a:cubicBezTo>
                <a:cubicBezTo>
                  <a:pt x="7250013" y="3283162"/>
                  <a:pt x="7084288" y="3368530"/>
                  <a:pt x="7244198" y="3393429"/>
                </a:cubicBezTo>
                <a:cubicBezTo>
                  <a:pt x="7174420" y="3439672"/>
                  <a:pt x="7124992" y="3485914"/>
                  <a:pt x="7075566" y="3539269"/>
                </a:cubicBezTo>
                <a:cubicBezTo>
                  <a:pt x="6991249" y="3635309"/>
                  <a:pt x="6973805" y="3699337"/>
                  <a:pt x="7014509" y="3827390"/>
                </a:cubicBezTo>
                <a:cubicBezTo>
                  <a:pt x="7040677" y="3912759"/>
                  <a:pt x="7078473" y="3991015"/>
                  <a:pt x="7043584" y="4090612"/>
                </a:cubicBezTo>
                <a:cubicBezTo>
                  <a:pt x="7020324" y="4158196"/>
                  <a:pt x="7029047" y="4204438"/>
                  <a:pt x="7116270" y="4172424"/>
                </a:cubicBezTo>
                <a:cubicBezTo>
                  <a:pt x="7209309" y="4140411"/>
                  <a:pt x="7244198" y="4200882"/>
                  <a:pt x="7220938" y="4321821"/>
                </a:cubicBezTo>
                <a:cubicBezTo>
                  <a:pt x="7206402" y="4400076"/>
                  <a:pt x="7220938" y="4424975"/>
                  <a:pt x="7284903" y="4414305"/>
                </a:cubicBezTo>
                <a:cubicBezTo>
                  <a:pt x="7354681" y="4403633"/>
                  <a:pt x="7421553" y="4353835"/>
                  <a:pt x="7508777" y="4378734"/>
                </a:cubicBezTo>
                <a:cubicBezTo>
                  <a:pt x="7438998" y="4521016"/>
                  <a:pt x="7290717" y="4478331"/>
                  <a:pt x="7209309" y="4613499"/>
                </a:cubicBezTo>
                <a:cubicBezTo>
                  <a:pt x="7305255" y="4613499"/>
                  <a:pt x="7380849" y="4613499"/>
                  <a:pt x="7450627" y="4585042"/>
                </a:cubicBezTo>
                <a:cubicBezTo>
                  <a:pt x="7479702" y="4574373"/>
                  <a:pt x="7511684" y="4560144"/>
                  <a:pt x="7529129" y="4602828"/>
                </a:cubicBezTo>
                <a:cubicBezTo>
                  <a:pt x="7549482" y="4652628"/>
                  <a:pt x="7508777" y="4670412"/>
                  <a:pt x="7485517" y="4677526"/>
                </a:cubicBezTo>
                <a:cubicBezTo>
                  <a:pt x="7418645" y="4702425"/>
                  <a:pt x="7366312" y="4759339"/>
                  <a:pt x="7308162" y="4805580"/>
                </a:cubicBezTo>
                <a:cubicBezTo>
                  <a:pt x="7183142" y="4905177"/>
                  <a:pt x="7046491" y="4990547"/>
                  <a:pt x="6941823" y="5154171"/>
                </a:cubicBezTo>
                <a:cubicBezTo>
                  <a:pt x="7072659" y="5111487"/>
                  <a:pt x="7171512" y="5011889"/>
                  <a:pt x="7296533" y="4994104"/>
                </a:cubicBezTo>
                <a:cubicBezTo>
                  <a:pt x="7188956" y="5143500"/>
                  <a:pt x="7052306" y="5243097"/>
                  <a:pt x="6924378" y="5353367"/>
                </a:cubicBezTo>
                <a:cubicBezTo>
                  <a:pt x="6886581" y="5385379"/>
                  <a:pt x="6848784" y="5406721"/>
                  <a:pt x="6842970" y="5474306"/>
                </a:cubicBezTo>
                <a:cubicBezTo>
                  <a:pt x="6825524" y="5605917"/>
                  <a:pt x="6779006" y="5712629"/>
                  <a:pt x="6674337" y="5769542"/>
                </a:cubicBezTo>
                <a:cubicBezTo>
                  <a:pt x="6674337" y="5769542"/>
                  <a:pt x="6680152" y="5790884"/>
                  <a:pt x="6683059" y="5801555"/>
                </a:cubicBezTo>
                <a:cubicBezTo>
                  <a:pt x="6747024" y="5805112"/>
                  <a:pt x="6796450" y="5726858"/>
                  <a:pt x="6874952" y="5755314"/>
                </a:cubicBezTo>
                <a:cubicBezTo>
                  <a:pt x="6796450" y="5862025"/>
                  <a:pt x="6732487" y="5954508"/>
                  <a:pt x="6624910" y="6004307"/>
                </a:cubicBezTo>
                <a:cubicBezTo>
                  <a:pt x="6537687" y="6043434"/>
                  <a:pt x="6430111" y="6068335"/>
                  <a:pt x="6366147" y="6196388"/>
                </a:cubicBezTo>
                <a:cubicBezTo>
                  <a:pt x="6438834" y="6221287"/>
                  <a:pt x="6494075" y="6189274"/>
                  <a:pt x="6549317" y="6167932"/>
                </a:cubicBezTo>
                <a:cubicBezTo>
                  <a:pt x="6633633" y="6132361"/>
                  <a:pt x="6717949" y="6093234"/>
                  <a:pt x="6802265" y="6057663"/>
                </a:cubicBezTo>
                <a:cubicBezTo>
                  <a:pt x="6834248" y="6043434"/>
                  <a:pt x="6869137" y="6036320"/>
                  <a:pt x="6889489" y="6100347"/>
                </a:cubicBezTo>
                <a:cubicBezTo>
                  <a:pt x="6781913" y="6114575"/>
                  <a:pt x="6717949" y="6199945"/>
                  <a:pt x="6651077" y="6281757"/>
                </a:cubicBezTo>
                <a:cubicBezTo>
                  <a:pt x="6613281" y="6327999"/>
                  <a:pt x="6581298" y="6388469"/>
                  <a:pt x="6514427" y="6367127"/>
                </a:cubicBezTo>
                <a:cubicBezTo>
                  <a:pt x="6479538" y="6356456"/>
                  <a:pt x="6456278" y="6388469"/>
                  <a:pt x="6459185" y="6431153"/>
                </a:cubicBezTo>
                <a:cubicBezTo>
                  <a:pt x="6473723" y="6580550"/>
                  <a:pt x="6389406" y="6630349"/>
                  <a:pt x="6302183" y="6658805"/>
                </a:cubicBezTo>
                <a:cubicBezTo>
                  <a:pt x="6174255" y="6701489"/>
                  <a:pt x="6060864" y="6786859"/>
                  <a:pt x="5941659" y="6858000"/>
                </a:cubicBezTo>
                <a:lnTo>
                  <a:pt x="3114003" y="6858000"/>
                </a:lnTo>
                <a:lnTo>
                  <a:pt x="2238233" y="6858000"/>
                </a:lnTo>
                <a:lnTo>
                  <a:pt x="2022952" y="6858000"/>
                </a:lnTo>
                <a:lnTo>
                  <a:pt x="234679"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9685852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9/3/20XX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71654543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r>
              <a:rPr lang="en-US"/>
              <a:t>9/3/20XX</a:t>
            </a:r>
            <a:endParaRPr lang="en-US" dirty="0"/>
          </a:p>
        </p:txBody>
      </p:sp>
      <p:sp>
        <p:nvSpPr>
          <p:cNvPr id="5" name="Footer Placeholder 4"/>
          <p:cNvSpPr>
            <a:spLocks noGrp="1"/>
          </p:cNvSpPr>
          <p:nvPr>
            <p:ph type="ftr" sz="quarter" idx="11"/>
          </p:nvPr>
        </p:nvSpPr>
        <p:spPr>
          <a:xfrm>
            <a:off x="685800" y="381001"/>
            <a:ext cx="6991492" cy="364065"/>
          </a:xfrm>
        </p:spPr>
        <p:txBody>
          <a:bodyPr/>
          <a:lstStyle/>
          <a:p>
            <a:r>
              <a:rPr lang="en-US"/>
              <a:t>Presentation Title</a:t>
            </a:r>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2152218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9/3/20XX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9230067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9/3/20XX</a:t>
            </a:r>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333594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marL="0" algn="ctr"/>
            <a:endParaRPr lang="en-US"/>
          </a:p>
        </p:txBody>
      </p:sp>
      <p:sp>
        <p:nvSpPr>
          <p:cNvPr id="4" name="Footer Placeholder 3"/>
          <p:cNvSpPr>
            <a:spLocks noGrp="1"/>
          </p:cNvSpPr>
          <p:nvPr>
            <p:ph type="ftr" sz="quarter" idx="11"/>
          </p:nvPr>
        </p:nvSpPr>
        <p:spPr/>
        <p:txBody>
          <a:bodyPr/>
          <a:lstStyle/>
          <a:p>
            <a:pPr marL="0" algn="l"/>
            <a:endParaRPr lang="en-US"/>
          </a:p>
        </p:txBody>
      </p:sp>
      <p:sp>
        <p:nvSpPr>
          <p:cNvPr id="5" name="Slide Number Placeholder 4"/>
          <p:cNvSpPr>
            <a:spLocks noGrp="1"/>
          </p:cNvSpPr>
          <p:nvPr>
            <p:ph type="sldNum" sz="quarter" idx="12"/>
          </p:nvPr>
        </p:nvSpPr>
        <p:spPr/>
        <p:txBody>
          <a:bodyPr/>
          <a:lstStyle/>
          <a:p>
            <a:pPr marL="0" algn="r"/>
            <a:fld id="{3386411A-70EE-422D-B97C-F56BEE3FF077}" type="slidenum">
              <a:rPr lang="en-US" sz="1200" b="0" i="0" u="none" baseline="0" smtClean="0">
                <a:solidFill>
                  <a:srgbClr val="2F2F2F">
                    <a:tint val="75000"/>
                  </a:srgbClr>
                </a:solidFill>
                <a:latin typeface="Arial"/>
                <a:ea typeface="Arial"/>
              </a:rPr>
              <a:t>‹#›</a:t>
            </a:fld>
            <a:endParaRPr lang="en-US" sz="1200" b="0" i="0" u="none" baseline="0">
              <a:solidFill>
                <a:srgbClr val="2F2F2F">
                  <a:tint val="75000"/>
                </a:srgbClr>
              </a:solidFill>
              <a:latin typeface="Arial"/>
              <a:ea typeface="Arial"/>
            </a:endParaRPr>
          </a:p>
        </p:txBody>
      </p:sp>
    </p:spTree>
    <p:extLst>
      <p:ext uri="{BB962C8B-B14F-4D97-AF65-F5344CB8AC3E}">
        <p14:creationId xmlns:p14="http://schemas.microsoft.com/office/powerpoint/2010/main" val="9143996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9/3/20XX</a:t>
            </a:r>
            <a:endParaRPr lang="en-US" dirty="0"/>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697736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9/3/20XX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4437884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9/3/20XX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6412583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9/3/20XX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573446026"/>
      </p:ext>
    </p:extLst>
  </p:cSld>
  <p:clrMapOvr>
    <a:masterClrMapping/>
  </p:clrMapOvr>
  <p:hf hdr="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r>
              <a:rPr lang="en-US"/>
              <a:t>9/3/20XX</a:t>
            </a:r>
            <a:endParaRPr lang="en-US" dirty="0"/>
          </a:p>
        </p:txBody>
      </p:sp>
      <p:sp>
        <p:nvSpPr>
          <p:cNvPr id="6" name="Footer Placeholder 5"/>
          <p:cNvSpPr>
            <a:spLocks noGrp="1"/>
          </p:cNvSpPr>
          <p:nvPr>
            <p:ph type="ftr" sz="quarter" idx="11"/>
          </p:nvPr>
        </p:nvSpPr>
        <p:spPr>
          <a:xfrm>
            <a:off x="685800" y="379941"/>
            <a:ext cx="6991492" cy="365125"/>
          </a:xfrm>
        </p:spPr>
        <p:txBody>
          <a:bodyPr/>
          <a:lstStyle/>
          <a:p>
            <a:r>
              <a:rPr lang="en-US"/>
              <a:t>Presentation Title</a:t>
            </a:r>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1269342028"/>
      </p:ext>
    </p:extLst>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r>
              <a:rPr lang="en-US"/>
              <a:t>9/3/20XX</a:t>
            </a:r>
            <a:endParaRPr lang="en-US" dirty="0"/>
          </a:p>
        </p:txBody>
      </p:sp>
      <p:sp>
        <p:nvSpPr>
          <p:cNvPr id="6" name="Footer Placeholder 5"/>
          <p:cNvSpPr>
            <a:spLocks noGrp="1"/>
          </p:cNvSpPr>
          <p:nvPr>
            <p:ph type="ftr" sz="quarter" idx="11"/>
          </p:nvPr>
        </p:nvSpPr>
        <p:spPr>
          <a:xfrm>
            <a:off x="685800" y="379941"/>
            <a:ext cx="6991492" cy="365125"/>
          </a:xfrm>
        </p:spPr>
        <p:txBody>
          <a:bodyPr/>
          <a:lstStyle/>
          <a:p>
            <a:r>
              <a:rPr lang="en-US"/>
              <a:t>Presentation Title</a:t>
            </a:r>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B9713C8C-8E70-45D5-AE59-23E60168254E}" type="slidenum">
              <a:rPr lang="en-US" smtClean="0"/>
              <a:t>‹#›</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904874892"/>
      </p:ext>
    </p:extLst>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r>
              <a:rPr lang="en-US"/>
              <a:t>9/3/20XX</a:t>
            </a:r>
            <a:endParaRPr lang="en-US" dirty="0"/>
          </a:p>
        </p:txBody>
      </p:sp>
      <p:sp>
        <p:nvSpPr>
          <p:cNvPr id="6" name="Footer Placeholder 5"/>
          <p:cNvSpPr>
            <a:spLocks noGrp="1"/>
          </p:cNvSpPr>
          <p:nvPr>
            <p:ph type="ftr" sz="quarter" idx="11"/>
          </p:nvPr>
        </p:nvSpPr>
        <p:spPr>
          <a:xfrm>
            <a:off x="685800" y="378883"/>
            <a:ext cx="6991492" cy="365125"/>
          </a:xfrm>
        </p:spPr>
        <p:txBody>
          <a:bodyPr/>
          <a:lstStyle/>
          <a:p>
            <a:r>
              <a:rPr lang="en-US"/>
              <a:t>Presentation Title</a:t>
            </a:r>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873275591"/>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r>
              <a:rPr lang="en-US"/>
              <a:t>9/3/20XX</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02688450"/>
      </p:ext>
    </p:extLst>
  </p:cSld>
  <p:clrMapOvr>
    <a:masterClrMapping/>
  </p:clrMapOvr>
  <p:hf hdr="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r>
              <a:rPr lang="en-US"/>
              <a:t>9/3/20XX</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2169535597"/>
      </p:ext>
    </p:extLst>
  </p:cSld>
  <p:clrMapOvr>
    <a:masterClrMapping/>
  </p:clrMapOvr>
  <p:hf hdr="0"/>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9/3/20XX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880552729"/>
      </p:ext>
    </p:extLst>
  </p:cSld>
  <p:clrMapOvr>
    <a:masterClrMapping/>
  </p:clrMapOvr>
  <p:hf hdr="0"/>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2-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r>
              <a:rPr lang="en-US"/>
              <a:t>9/3/20XX</a:t>
            </a:r>
            <a:endParaRPr lang="en-US" dirty="0"/>
          </a:p>
        </p:txBody>
      </p:sp>
      <p:sp>
        <p:nvSpPr>
          <p:cNvPr id="5" name="Footer Placeholder 4"/>
          <p:cNvSpPr>
            <a:spLocks noGrp="1"/>
          </p:cNvSpPr>
          <p:nvPr>
            <p:ph type="ftr" sz="quarter" idx="11"/>
          </p:nvPr>
        </p:nvSpPr>
        <p:spPr>
          <a:xfrm>
            <a:off x="685800" y="381000"/>
            <a:ext cx="6991492" cy="365125"/>
          </a:xfrm>
        </p:spPr>
        <p:txBody>
          <a:bodyPr/>
          <a:lstStyle/>
          <a:p>
            <a:r>
              <a:rPr lang="en-US"/>
              <a:t>Presentation Title</a:t>
            </a:r>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B9713C8C-8E70-45D5-AE59-23E60168254E}" type="slidenum">
              <a:rPr lang="en-US" smtClean="0"/>
              <a:t>‹#›</a:t>
            </a:fld>
            <a:endParaRPr lang="en-US" dirty="0"/>
          </a:p>
        </p:txBody>
      </p:sp>
    </p:spTree>
    <p:extLst>
      <p:ext uri="{BB962C8B-B14F-4D97-AF65-F5344CB8AC3E}">
        <p14:creationId xmlns:p14="http://schemas.microsoft.com/office/powerpoint/2010/main" val="3654405630"/>
      </p:ext>
    </p:extLst>
  </p:cSld>
  <p:clrMapOvr>
    <a:masterClrMapping/>
  </p:clrMapOvr>
  <p:hf hdr="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1_Closing">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2192001" cy="6858571"/>
            <a:chOff x="0" y="0"/>
            <a:chExt cx="12192001" cy="6858571"/>
          </a:xfrm>
        </p:grpSpPr>
        <p:sp>
          <p:nvSpPr>
            <p:cNvPr id="3" name="Freeform 3"/>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close/>
                </a:path>
              </a:pathLst>
            </a:custGeom>
            <a:solidFill>
              <a:srgbClr val="FFDA80"/>
            </a:solidFill>
            <a:ln cap="flat">
              <a:prstDash val="solid"/>
            </a:ln>
          </p:spPr>
          <p:txBody>
            <a:bodyPr vert="horz" lIns="91440" tIns="45720" rIns="91440" bIns="45720" anchor="ctr">
              <a:normAutofit/>
            </a:bodyPr>
            <a:lstStyle/>
            <a:p>
              <a:pPr marL="0" algn="l"/>
              <a:endParaRPr/>
            </a:p>
          </p:txBody>
        </p:sp>
        <p:sp>
          <p:nvSpPr>
            <p:cNvPr id="4" name="Freeform 4"/>
            <p:cNvSpPr/>
            <p:nvPr/>
          </p:nvSpPr>
          <p:spPr>
            <a:xfrm>
              <a:off x="8345837" y="3457662"/>
              <a:ext cx="1498663" cy="1393126"/>
            </a:xfrm>
            <a:custGeom>
              <a:avLst/>
              <a:gdLst/>
              <a:ahLst/>
              <a:cxnLst/>
              <a:rect l="l" t="t" r="r" b="b"/>
              <a:pathLst>
                <a:path w="1498663" h="1393126">
                  <a:moveTo>
                    <a:pt x="1498663" y="696563"/>
                  </a:moveTo>
                  <a:cubicBezTo>
                    <a:pt x="1498663" y="1081265"/>
                    <a:pt x="1163176" y="1393127"/>
                    <a:pt x="749332" y="1393127"/>
                  </a:cubicBezTo>
                  <a:cubicBezTo>
                    <a:pt x="335487" y="1393127"/>
                    <a:pt x="0" y="1081265"/>
                    <a:pt x="0" y="696563"/>
                  </a:cubicBezTo>
                  <a:cubicBezTo>
                    <a:pt x="0" y="311862"/>
                    <a:pt x="335487" y="0"/>
                    <a:pt x="749332" y="0"/>
                  </a:cubicBezTo>
                  <a:cubicBezTo>
                    <a:pt x="1163176" y="0"/>
                    <a:pt x="1498663" y="311862"/>
                    <a:pt x="1498663" y="696563"/>
                  </a:cubicBezTo>
                  <a:close/>
                </a:path>
              </a:pathLst>
            </a:custGeom>
            <a:solidFill>
              <a:srgbClr val="FFE592"/>
            </a:solidFill>
            <a:ln cap="flat">
              <a:prstDash val="solid"/>
            </a:ln>
          </p:spPr>
          <p:txBody>
            <a:bodyPr vert="horz" lIns="91440" tIns="45720" rIns="91440" bIns="45720" anchor="ctr">
              <a:normAutofit/>
            </a:bodyPr>
            <a:lstStyle/>
            <a:p>
              <a:pPr marL="0" algn="l"/>
              <a:endParaRPr/>
            </a:p>
          </p:txBody>
        </p:sp>
        <p:sp>
          <p:nvSpPr>
            <p:cNvPr id="5" name="Freeform 5"/>
            <p:cNvSpPr/>
            <p:nvPr/>
          </p:nvSpPr>
          <p:spPr>
            <a:xfrm>
              <a:off x="6444322" y="2105026"/>
              <a:ext cx="5747679" cy="4752975"/>
            </a:xfrm>
            <a:custGeom>
              <a:avLst/>
              <a:gdLst/>
              <a:ahLst/>
              <a:cxnLst/>
              <a:rect l="l" t="t" r="r" b="b"/>
              <a:pathLst>
                <a:path w="5747679" h="4752975">
                  <a:moveTo>
                    <a:pt x="4311133" y="403"/>
                  </a:moveTo>
                  <a:cubicBezTo>
                    <a:pt x="4697936" y="9349"/>
                    <a:pt x="5133063" y="166873"/>
                    <a:pt x="5503933" y="420166"/>
                  </a:cubicBezTo>
                  <a:cubicBezTo>
                    <a:pt x="5571364" y="466220"/>
                    <a:pt x="5631039" y="511608"/>
                    <a:pt x="5683851" y="556204"/>
                  </a:cubicBezTo>
                  <a:lnTo>
                    <a:pt x="5747679" y="616599"/>
                  </a:lnTo>
                  <a:lnTo>
                    <a:pt x="5747679" y="4752975"/>
                  </a:lnTo>
                  <a:lnTo>
                    <a:pt x="0" y="4752975"/>
                  </a:lnTo>
                  <a:lnTo>
                    <a:pt x="31482" y="4554509"/>
                  </a:lnTo>
                  <a:cubicBezTo>
                    <a:pt x="129078" y="4130452"/>
                    <a:pt x="416846" y="3732617"/>
                    <a:pt x="1087858" y="3545129"/>
                  </a:cubicBezTo>
                  <a:cubicBezTo>
                    <a:pt x="2877224" y="3045161"/>
                    <a:pt x="4012794" y="4125201"/>
                    <a:pt x="3407481" y="1941118"/>
                  </a:cubicBezTo>
                  <a:cubicBezTo>
                    <a:pt x="3010369" y="507752"/>
                    <a:pt x="3572691" y="-16677"/>
                    <a:pt x="4311133" y="403"/>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grpSp>
          <p:nvGrpSpPr>
            <p:cNvPr id="6" name="Group 6"/>
            <p:cNvGrpSpPr/>
            <p:nvPr/>
          </p:nvGrpSpPr>
          <p:grpSpPr>
            <a:xfrm>
              <a:off x="10211480" y="343483"/>
              <a:ext cx="1636369" cy="1427246"/>
              <a:chOff x="10634688" y="-6006744"/>
              <a:chExt cx="1636369" cy="1427246"/>
            </a:xfrm>
            <a:solidFill>
              <a:srgbClr val="FFCB48"/>
            </a:solidFill>
          </p:grpSpPr>
          <p:sp>
            <p:nvSpPr>
              <p:cNvPr id="7" name="Freeform 7"/>
              <p:cNvSpPr/>
              <p:nvPr/>
            </p:nvSpPr>
            <p:spPr>
              <a:xfrm>
                <a:off x="11690794" y="-6006744"/>
                <a:ext cx="580263" cy="638175"/>
              </a:xfrm>
              <a:custGeom>
                <a:avLst/>
                <a:gdLst/>
                <a:ahLst/>
                <a:cxnLst/>
                <a:rect l="l" t="t" r="r" b="b"/>
                <a:pathLst>
                  <a:path w="580263" h="638175">
                    <a:moveTo>
                      <a:pt x="580263" y="319088"/>
                    </a:moveTo>
                    <a:cubicBezTo>
                      <a:pt x="580263" y="495315"/>
                      <a:pt x="450367" y="638175"/>
                      <a:pt x="290131" y="638175"/>
                    </a:cubicBezTo>
                    <a:cubicBezTo>
                      <a:pt x="129896" y="638175"/>
                      <a:pt x="-1" y="495315"/>
                      <a:pt x="-1" y="319088"/>
                    </a:cubicBezTo>
                    <a:cubicBezTo>
                      <a:pt x="-1" y="142860"/>
                      <a:pt x="129896" y="0"/>
                      <a:pt x="290131" y="0"/>
                    </a:cubicBezTo>
                    <a:cubicBezTo>
                      <a:pt x="450366" y="0"/>
                      <a:pt x="580263" y="142860"/>
                      <a:pt x="580263" y="319088"/>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sp>
            <p:nvSpPr>
              <p:cNvPr id="8" name="Freeform 8"/>
              <p:cNvSpPr/>
              <p:nvPr/>
            </p:nvSpPr>
            <p:spPr>
              <a:xfrm>
                <a:off x="10634688" y="-5146806"/>
                <a:ext cx="602932" cy="567308"/>
              </a:xfrm>
              <a:custGeom>
                <a:avLst/>
                <a:gdLst/>
                <a:ahLst/>
                <a:cxnLst/>
                <a:rect l="l" t="t" r="r" b="b"/>
                <a:pathLst>
                  <a:path w="602932" h="567308">
                    <a:moveTo>
                      <a:pt x="602933" y="283655"/>
                    </a:moveTo>
                    <a:cubicBezTo>
                      <a:pt x="602933" y="440313"/>
                      <a:pt x="467961" y="567309"/>
                      <a:pt x="301466" y="567309"/>
                    </a:cubicBezTo>
                    <a:cubicBezTo>
                      <a:pt x="134971" y="567309"/>
                      <a:pt x="0" y="440313"/>
                      <a:pt x="0" y="283655"/>
                    </a:cubicBezTo>
                    <a:cubicBezTo>
                      <a:pt x="0" y="126996"/>
                      <a:pt x="134971" y="0"/>
                      <a:pt x="301466" y="0"/>
                    </a:cubicBezTo>
                    <a:cubicBezTo>
                      <a:pt x="467961" y="0"/>
                      <a:pt x="602933" y="126996"/>
                      <a:pt x="602933" y="283655"/>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grpSp>
        <p:sp>
          <p:nvSpPr>
            <p:cNvPr id="9" name="Freeform 9"/>
            <p:cNvSpPr/>
            <p:nvPr/>
          </p:nvSpPr>
          <p:spPr>
            <a:xfrm>
              <a:off x="9021055" y="2844684"/>
              <a:ext cx="341233" cy="341233"/>
            </a:xfrm>
            <a:custGeom>
              <a:avLst/>
              <a:gdLst/>
              <a:ahLst/>
              <a:cxnLst/>
              <a:rect l="l" t="t" r="r" b="b"/>
              <a:pathLst>
                <a:path w="341233" h="341233">
                  <a:moveTo>
                    <a:pt x="14073" y="189333"/>
                  </a:moveTo>
                  <a:cubicBezTo>
                    <a:pt x="95607" y="213241"/>
                    <a:pt x="127992" y="245626"/>
                    <a:pt x="151900" y="327160"/>
                  </a:cubicBezTo>
                  <a:cubicBezTo>
                    <a:pt x="157424" y="345924"/>
                    <a:pt x="183809" y="345924"/>
                    <a:pt x="189333" y="327160"/>
                  </a:cubicBezTo>
                  <a:cubicBezTo>
                    <a:pt x="213241" y="245626"/>
                    <a:pt x="245626" y="213241"/>
                    <a:pt x="327160" y="189333"/>
                  </a:cubicBezTo>
                  <a:cubicBezTo>
                    <a:pt x="345924" y="183809"/>
                    <a:pt x="345924" y="157424"/>
                    <a:pt x="327160" y="151900"/>
                  </a:cubicBezTo>
                  <a:cubicBezTo>
                    <a:pt x="245626" y="127992"/>
                    <a:pt x="213241" y="95607"/>
                    <a:pt x="189333" y="14073"/>
                  </a:cubicBezTo>
                  <a:cubicBezTo>
                    <a:pt x="183809" y="-4691"/>
                    <a:pt x="157424" y="-4691"/>
                    <a:pt x="151900" y="14073"/>
                  </a:cubicBezTo>
                  <a:cubicBezTo>
                    <a:pt x="127992" y="95607"/>
                    <a:pt x="95607" y="127992"/>
                    <a:pt x="14073" y="151900"/>
                  </a:cubicBezTo>
                  <a:cubicBezTo>
                    <a:pt x="-4691" y="157424"/>
                    <a:pt x="-4691" y="183809"/>
                    <a:pt x="14073" y="189333"/>
                  </a:cubicBezTo>
                  <a:close/>
                </a:path>
              </a:pathLst>
            </a:custGeom>
            <a:solidFill>
              <a:srgbClr val="FFFFFF"/>
            </a:solidFill>
            <a:ln cap="flat">
              <a:prstDash val="solid"/>
            </a:ln>
          </p:spPr>
          <p:txBody>
            <a:bodyPr vert="horz" lIns="91440" tIns="45720" rIns="91440" bIns="45720" anchor="ctr">
              <a:normAutofit lnSpcReduction="10000"/>
            </a:bodyPr>
            <a:lstStyle/>
            <a:p>
              <a:pPr marL="0" algn="l"/>
              <a:endParaRPr/>
            </a:p>
          </p:txBody>
        </p:sp>
        <p:grpSp>
          <p:nvGrpSpPr>
            <p:cNvPr id="10" name="Group 10"/>
            <p:cNvGrpSpPr/>
            <p:nvPr/>
          </p:nvGrpSpPr>
          <p:grpSpPr>
            <a:xfrm>
              <a:off x="6856762" y="3892249"/>
              <a:ext cx="5134322" cy="2965751"/>
              <a:chOff x="5365315" y="-5239314"/>
              <a:chExt cx="6253564" cy="3612261"/>
            </a:xfrm>
          </p:grpSpPr>
          <p:grpSp>
            <p:nvGrpSpPr>
              <p:cNvPr id="11" name="Group 11"/>
              <p:cNvGrpSpPr/>
              <p:nvPr/>
            </p:nvGrpSpPr>
            <p:grpSpPr>
              <a:xfrm>
                <a:off x="5365315" y="-2645085"/>
                <a:ext cx="6253564" cy="1018032"/>
                <a:chOff x="5365315" y="-2645085"/>
                <a:chExt cx="6253564" cy="1018032"/>
              </a:xfrm>
            </p:grpSpPr>
            <p:grpSp>
              <p:nvGrpSpPr>
                <p:cNvPr id="12" name="Group 12"/>
                <p:cNvGrpSpPr/>
                <p:nvPr/>
              </p:nvGrpSpPr>
              <p:grpSpPr>
                <a:xfrm>
                  <a:off x="5365315" y="-2645085"/>
                  <a:ext cx="6253564" cy="1018032"/>
                  <a:chOff x="5365315" y="-2645085"/>
                  <a:chExt cx="6253564" cy="1018032"/>
                </a:xfrm>
              </p:grpSpPr>
              <p:sp>
                <p:nvSpPr>
                  <p:cNvPr id="13" name="Freeform 13"/>
                  <p:cNvSpPr/>
                  <p:nvPr/>
                </p:nvSpPr>
                <p:spPr>
                  <a:xfrm>
                    <a:off x="5365315" y="-2645085"/>
                    <a:ext cx="1917594" cy="1017936"/>
                  </a:xfrm>
                  <a:custGeom>
                    <a:avLst/>
                    <a:gdLst/>
                    <a:ahLst/>
                    <a:cxnLst/>
                    <a:rect l="l" t="t" r="r" b="b"/>
                    <a:pathLst>
                      <a:path w="1917594" h="1017936">
                        <a:moveTo>
                          <a:pt x="1917594" y="1017937"/>
                        </a:moveTo>
                        <a:lnTo>
                          <a:pt x="210524" y="1017937"/>
                        </a:lnTo>
                        <a:cubicBezTo>
                          <a:pt x="-263155" y="459486"/>
                          <a:pt x="210524" y="0"/>
                          <a:pt x="210524" y="0"/>
                        </a:cubicBezTo>
                        <a:lnTo>
                          <a:pt x="1917594" y="0"/>
                        </a:lnTo>
                        <a:cubicBezTo>
                          <a:pt x="1917594" y="0"/>
                          <a:pt x="1443916" y="459486"/>
                          <a:pt x="1917594" y="1017937"/>
                        </a:cubicBezTo>
                        <a:close/>
                      </a:path>
                    </a:pathLst>
                  </a:custGeom>
                  <a:solidFill>
                    <a:srgbClr val="FF5900"/>
                  </a:solidFill>
                  <a:ln cap="flat">
                    <a:prstDash val="solid"/>
                  </a:ln>
                </p:spPr>
                <p:txBody>
                  <a:bodyPr vert="horz" lIns="91440" tIns="45720" rIns="91440" bIns="45720" anchor="ctr">
                    <a:normAutofit/>
                  </a:bodyPr>
                  <a:lstStyle/>
                  <a:p>
                    <a:pPr marL="0" algn="l"/>
                    <a:endParaRPr/>
                  </a:p>
                </p:txBody>
              </p:sp>
              <p:sp>
                <p:nvSpPr>
                  <p:cNvPr id="14" name="Freeform 14"/>
                  <p:cNvSpPr/>
                  <p:nvPr/>
                </p:nvSpPr>
                <p:spPr>
                  <a:xfrm>
                    <a:off x="7072386" y="-2644990"/>
                    <a:ext cx="4546494" cy="1017936"/>
                  </a:xfrm>
                  <a:custGeom>
                    <a:avLst/>
                    <a:gdLst/>
                    <a:ahLst/>
                    <a:cxnLst/>
                    <a:rect l="l" t="t" r="r" b="b"/>
                    <a:pathLst>
                      <a:path w="4546494" h="1017936">
                        <a:moveTo>
                          <a:pt x="156707" y="348996"/>
                        </a:moveTo>
                        <a:cubicBezTo>
                          <a:pt x="102224" y="528542"/>
                          <a:pt x="141848" y="708565"/>
                          <a:pt x="274341" y="884968"/>
                        </a:cubicBezTo>
                        <a:lnTo>
                          <a:pt x="4480010" y="884968"/>
                        </a:lnTo>
                        <a:cubicBezTo>
                          <a:pt x="4516681" y="884968"/>
                          <a:pt x="4546495" y="914686"/>
                          <a:pt x="4546495" y="951452"/>
                        </a:cubicBezTo>
                        <a:lnTo>
                          <a:pt x="4546495" y="951452"/>
                        </a:lnTo>
                        <a:cubicBezTo>
                          <a:pt x="4546495" y="988124"/>
                          <a:pt x="4516777" y="1017937"/>
                          <a:pt x="4480010" y="1017937"/>
                        </a:cubicBezTo>
                        <a:lnTo>
                          <a:pt x="210524" y="1017937"/>
                        </a:lnTo>
                        <a:cubicBezTo>
                          <a:pt x="-263155" y="459486"/>
                          <a:pt x="210524" y="0"/>
                          <a:pt x="210524" y="0"/>
                        </a:cubicBezTo>
                        <a:lnTo>
                          <a:pt x="4480010" y="0"/>
                        </a:lnTo>
                        <a:cubicBezTo>
                          <a:pt x="4516681" y="0"/>
                          <a:pt x="4546495" y="29718"/>
                          <a:pt x="4546495" y="66485"/>
                        </a:cubicBezTo>
                        <a:lnTo>
                          <a:pt x="4546495" y="66485"/>
                        </a:lnTo>
                        <a:cubicBezTo>
                          <a:pt x="4546495" y="103156"/>
                          <a:pt x="4516777" y="132969"/>
                          <a:pt x="4480010" y="132969"/>
                        </a:cubicBezTo>
                        <a:lnTo>
                          <a:pt x="270817" y="132969"/>
                        </a:lnTo>
                        <a:cubicBezTo>
                          <a:pt x="237384" y="175355"/>
                          <a:pt x="186330" y="251365"/>
                          <a:pt x="156707" y="348996"/>
                        </a:cubicBezTo>
                        <a:close/>
                      </a:path>
                    </a:pathLst>
                  </a:custGeom>
                  <a:solidFill>
                    <a:srgbClr val="FF7402"/>
                  </a:solidFill>
                  <a:ln cap="flat">
                    <a:prstDash val="solid"/>
                  </a:ln>
                </p:spPr>
                <p:txBody>
                  <a:bodyPr vert="horz" lIns="91440" tIns="45720" rIns="91440" bIns="45720" anchor="ctr">
                    <a:normAutofit/>
                  </a:bodyPr>
                  <a:lstStyle/>
                  <a:p>
                    <a:pPr marL="0" algn="l"/>
                    <a:endParaRPr/>
                  </a:p>
                </p:txBody>
              </p:sp>
              <p:sp>
                <p:nvSpPr>
                  <p:cNvPr id="15" name="Freeform 15"/>
                  <p:cNvSpPr/>
                  <p:nvPr/>
                </p:nvSpPr>
                <p:spPr>
                  <a:xfrm>
                    <a:off x="7205406" y="-2512116"/>
                    <a:ext cx="4216211" cy="752093"/>
                  </a:xfrm>
                  <a:custGeom>
                    <a:avLst/>
                    <a:gdLst/>
                    <a:ahLst/>
                    <a:cxnLst/>
                    <a:rect l="l" t="t" r="r" b="b"/>
                    <a:pathLst>
                      <a:path w="4216211" h="752093">
                        <a:moveTo>
                          <a:pt x="4216211" y="0"/>
                        </a:moveTo>
                        <a:lnTo>
                          <a:pt x="4216211" y="752094"/>
                        </a:lnTo>
                        <a:lnTo>
                          <a:pt x="141321" y="752094"/>
                        </a:lnTo>
                        <a:cubicBezTo>
                          <a:pt x="8828" y="575786"/>
                          <a:pt x="-30796" y="395669"/>
                          <a:pt x="23687" y="216122"/>
                        </a:cubicBezTo>
                        <a:cubicBezTo>
                          <a:pt x="53310" y="118491"/>
                          <a:pt x="104364" y="42481"/>
                          <a:pt x="137797" y="0"/>
                        </a:cubicBezTo>
                        <a:lnTo>
                          <a:pt x="4216211" y="0"/>
                        </a:lnTo>
                        <a:close/>
                      </a:path>
                    </a:pathLst>
                  </a:custGeom>
                  <a:solidFill>
                    <a:srgbClr val="FFFFFF"/>
                  </a:solidFill>
                  <a:ln cap="flat">
                    <a:prstDash val="solid"/>
                  </a:ln>
                </p:spPr>
                <p:txBody>
                  <a:bodyPr vert="horz" lIns="91440" tIns="45720" rIns="91440" bIns="45720" anchor="ctr">
                    <a:normAutofit/>
                  </a:bodyPr>
                  <a:lstStyle/>
                  <a:p>
                    <a:pPr marL="0" algn="l"/>
                    <a:endParaRPr/>
                  </a:p>
                </p:txBody>
              </p:sp>
            </p:grpSp>
            <p:sp>
              <p:nvSpPr>
                <p:cNvPr id="16" name="Freeform 16"/>
                <p:cNvSpPr/>
                <p:nvPr/>
              </p:nvSpPr>
              <p:spPr>
                <a:xfrm>
                  <a:off x="7953184" y="-2280945"/>
                  <a:ext cx="3197828" cy="9525"/>
                </a:xfrm>
                <a:custGeom>
                  <a:avLst/>
                  <a:gdLst/>
                  <a:ahLst/>
                  <a:cxnLst/>
                  <a:rect l="l" t="t" r="r" b="b"/>
                  <a:pathLst>
                    <a:path w="3197828" h="9525">
                      <a:moveTo>
                        <a:pt x="3197829" y="0"/>
                      </a:moveTo>
                      <a:lnTo>
                        <a:pt x="0" y="0"/>
                      </a:lnTo>
                    </a:path>
                  </a:pathLst>
                </a:custGeom>
                <a:ln w="19050" cap="rnd">
                  <a:solidFill>
                    <a:srgbClr val="2C0303"/>
                  </a:solidFill>
                  <a:prstDash val="solid"/>
                </a:ln>
              </p:spPr>
              <p:txBody>
                <a:bodyPr vert="horz" lIns="91440" tIns="45720" rIns="91440" bIns="45720" anchor="ctr">
                  <a:normAutofit fontScale="25000" lnSpcReduction="20000"/>
                </a:bodyPr>
                <a:lstStyle/>
                <a:p>
                  <a:pPr marL="0" algn="l"/>
                  <a:endParaRPr/>
                </a:p>
              </p:txBody>
            </p:sp>
            <p:sp>
              <p:nvSpPr>
                <p:cNvPr id="17" name="Freeform 17"/>
                <p:cNvSpPr/>
                <p:nvPr/>
              </p:nvSpPr>
              <p:spPr>
                <a:xfrm>
                  <a:off x="8780144" y="-2143880"/>
                  <a:ext cx="2357723" cy="9525"/>
                </a:xfrm>
                <a:custGeom>
                  <a:avLst/>
                  <a:gdLst/>
                  <a:ahLst/>
                  <a:cxnLst/>
                  <a:rect l="l" t="t" r="r" b="b"/>
                  <a:pathLst>
                    <a:path w="2357723" h="9525">
                      <a:moveTo>
                        <a:pt x="0" y="0"/>
                      </a:moveTo>
                      <a:lnTo>
                        <a:pt x="2357724" y="0"/>
                      </a:lnTo>
                    </a:path>
                  </a:pathLst>
                </a:custGeom>
                <a:ln w="19050" cap="rnd">
                  <a:solidFill>
                    <a:srgbClr val="2C0303"/>
                  </a:solidFill>
                  <a:prstDash val="solid"/>
                </a:ln>
              </p:spPr>
              <p:txBody>
                <a:bodyPr vert="horz" lIns="91440" tIns="45720" rIns="91440" bIns="45720" anchor="ctr">
                  <a:normAutofit fontScale="25000" lnSpcReduction="20000"/>
                </a:bodyPr>
                <a:lstStyle/>
                <a:p>
                  <a:pPr marL="0" algn="l"/>
                  <a:endParaRPr/>
                </a:p>
              </p:txBody>
            </p:sp>
            <p:sp>
              <p:nvSpPr>
                <p:cNvPr id="18" name="Freeform 18"/>
                <p:cNvSpPr/>
                <p:nvPr/>
              </p:nvSpPr>
              <p:spPr>
                <a:xfrm>
                  <a:off x="7527988" y="-1902897"/>
                  <a:ext cx="3761041" cy="9525"/>
                </a:xfrm>
                <a:custGeom>
                  <a:avLst/>
                  <a:gdLst/>
                  <a:ahLst/>
                  <a:cxnLst/>
                  <a:rect l="l" t="t" r="r" b="b"/>
                  <a:pathLst>
                    <a:path w="3761041" h="9525">
                      <a:moveTo>
                        <a:pt x="3761042" y="0"/>
                      </a:moveTo>
                      <a:lnTo>
                        <a:pt x="0" y="0"/>
                      </a:lnTo>
                    </a:path>
                  </a:pathLst>
                </a:custGeom>
                <a:ln w="19050" cap="rnd">
                  <a:solidFill>
                    <a:srgbClr val="2C0303"/>
                  </a:solidFill>
                  <a:prstDash val="solid"/>
                </a:ln>
              </p:spPr>
              <p:txBody>
                <a:bodyPr vert="horz" lIns="91440" tIns="45720" rIns="91440" bIns="45720" anchor="ctr">
                  <a:normAutofit fontScale="25000" lnSpcReduction="20000"/>
                </a:bodyPr>
                <a:lstStyle/>
                <a:p>
                  <a:pPr marL="0" algn="l"/>
                  <a:endParaRPr/>
                </a:p>
              </p:txBody>
            </p:sp>
            <p:sp>
              <p:nvSpPr>
                <p:cNvPr id="19" name="Freeform 19"/>
                <p:cNvSpPr/>
                <p:nvPr/>
              </p:nvSpPr>
              <p:spPr>
                <a:xfrm>
                  <a:off x="8111584" y="-2287803"/>
                  <a:ext cx="430815" cy="336041"/>
                </a:xfrm>
                <a:custGeom>
                  <a:avLst/>
                  <a:gdLst/>
                  <a:ahLst/>
                  <a:cxnLst/>
                  <a:rect l="l" t="t" r="r" b="b"/>
                  <a:pathLst>
                    <a:path w="430815" h="336041">
                      <a:moveTo>
                        <a:pt x="430816" y="336042"/>
                      </a:moveTo>
                      <a:lnTo>
                        <a:pt x="255366" y="249650"/>
                      </a:lnTo>
                      <a:lnTo>
                        <a:pt x="124683" y="336042"/>
                      </a:lnTo>
                      <a:lnTo>
                        <a:pt x="0" y="0"/>
                      </a:lnTo>
                      <a:lnTo>
                        <a:pt x="306134" y="0"/>
                      </a:lnTo>
                      <a:close/>
                    </a:path>
                  </a:pathLst>
                </a:custGeom>
                <a:solidFill>
                  <a:srgbClr val="0C1A44"/>
                </a:solidFill>
                <a:ln cap="flat">
                  <a:prstDash val="solid"/>
                </a:ln>
              </p:spPr>
              <p:txBody>
                <a:bodyPr vert="horz" lIns="91440" tIns="45720" rIns="91440" bIns="45720" anchor="ctr">
                  <a:normAutofit fontScale="85000" lnSpcReduction="20000"/>
                </a:bodyPr>
                <a:lstStyle/>
                <a:p>
                  <a:pPr marL="0" algn="l"/>
                  <a:endParaRPr/>
                </a:p>
              </p:txBody>
            </p:sp>
            <p:sp>
              <p:nvSpPr>
                <p:cNvPr id="20" name="Freeform 20"/>
                <p:cNvSpPr/>
                <p:nvPr/>
              </p:nvSpPr>
              <p:spPr>
                <a:xfrm>
                  <a:off x="5757385" y="-2251893"/>
                  <a:ext cx="919733" cy="225361"/>
                </a:xfrm>
                <a:custGeom>
                  <a:avLst/>
                  <a:gdLst/>
                  <a:ahLst/>
                  <a:cxnLst/>
                  <a:rect l="l" t="t" r="r" b="b"/>
                  <a:pathLst>
                    <a:path w="919733" h="225361">
                      <a:moveTo>
                        <a:pt x="919734" y="112681"/>
                      </a:moveTo>
                      <a:cubicBezTo>
                        <a:pt x="919734" y="174913"/>
                        <a:pt x="713845" y="225361"/>
                        <a:pt x="459867" y="225361"/>
                      </a:cubicBezTo>
                      <a:cubicBezTo>
                        <a:pt x="205889" y="225361"/>
                        <a:pt x="0" y="174912"/>
                        <a:pt x="0" y="112681"/>
                      </a:cubicBezTo>
                      <a:cubicBezTo>
                        <a:pt x="0" y="50449"/>
                        <a:pt x="205889" y="0"/>
                        <a:pt x="459867" y="0"/>
                      </a:cubicBezTo>
                      <a:cubicBezTo>
                        <a:pt x="713845" y="0"/>
                        <a:pt x="919734" y="50449"/>
                        <a:pt x="919734" y="112681"/>
                      </a:cubicBezTo>
                      <a:close/>
                    </a:path>
                  </a:pathLst>
                </a:custGeom>
                <a:solidFill>
                  <a:srgbClr val="FF7402"/>
                </a:solidFill>
                <a:ln cap="flat">
                  <a:prstDash val="solid"/>
                </a:ln>
              </p:spPr>
              <p:txBody>
                <a:bodyPr vert="horz" lIns="91440" tIns="45720" rIns="91440" bIns="45720" anchor="ctr">
                  <a:normAutofit fontScale="40000" lnSpcReduction="20000"/>
                </a:bodyPr>
                <a:lstStyle/>
                <a:p>
                  <a:pPr marL="0" algn="l"/>
                  <a:endParaRPr/>
                </a:p>
              </p:txBody>
            </p:sp>
          </p:grpSp>
          <p:grpSp>
            <p:nvGrpSpPr>
              <p:cNvPr id="21" name="Group 21"/>
              <p:cNvGrpSpPr/>
              <p:nvPr/>
            </p:nvGrpSpPr>
            <p:grpSpPr>
              <a:xfrm>
                <a:off x="6550754" y="-3503193"/>
                <a:ext cx="4401184" cy="861631"/>
                <a:chOff x="6550754" y="-3503193"/>
                <a:chExt cx="4401184" cy="861631"/>
              </a:xfrm>
            </p:grpSpPr>
            <p:grpSp>
              <p:nvGrpSpPr>
                <p:cNvPr id="22" name="Group 22"/>
                <p:cNvGrpSpPr/>
                <p:nvPr/>
              </p:nvGrpSpPr>
              <p:grpSpPr>
                <a:xfrm>
                  <a:off x="6550754" y="-3503193"/>
                  <a:ext cx="4401184" cy="861631"/>
                  <a:chOff x="6550754" y="-3503193"/>
                  <a:chExt cx="4401184" cy="861631"/>
                </a:xfrm>
              </p:grpSpPr>
              <p:sp>
                <p:nvSpPr>
                  <p:cNvPr id="23" name="Freeform 23"/>
                  <p:cNvSpPr/>
                  <p:nvPr/>
                </p:nvSpPr>
                <p:spPr>
                  <a:xfrm>
                    <a:off x="7752238" y="-3503193"/>
                    <a:ext cx="454310" cy="861631"/>
                  </a:xfrm>
                  <a:custGeom>
                    <a:avLst/>
                    <a:gdLst/>
                    <a:ahLst/>
                    <a:cxnLst/>
                    <a:rect l="l" t="t" r="r" b="b"/>
                    <a:pathLst>
                      <a:path w="454310" h="861631">
                        <a:moveTo>
                          <a:pt x="454311" y="861632"/>
                        </a:moveTo>
                        <a:lnTo>
                          <a:pt x="178181" y="861632"/>
                        </a:lnTo>
                        <a:cubicBezTo>
                          <a:pt x="-222726" y="388906"/>
                          <a:pt x="178181" y="0"/>
                          <a:pt x="178181" y="0"/>
                        </a:cubicBezTo>
                        <a:lnTo>
                          <a:pt x="454311" y="0"/>
                        </a:lnTo>
                        <a:cubicBezTo>
                          <a:pt x="454311" y="0"/>
                          <a:pt x="53403" y="388906"/>
                          <a:pt x="454311" y="861632"/>
                        </a:cubicBezTo>
                        <a:close/>
                      </a:path>
                    </a:pathLst>
                  </a:custGeom>
                  <a:solidFill>
                    <a:srgbClr val="284499"/>
                  </a:solidFill>
                  <a:ln cap="flat">
                    <a:prstDash val="solid"/>
                  </a:ln>
                </p:spPr>
                <p:txBody>
                  <a:bodyPr vert="horz" lIns="91440" tIns="45720" rIns="91440" bIns="45720" anchor="ctr">
                    <a:normAutofit/>
                  </a:bodyPr>
                  <a:lstStyle/>
                  <a:p>
                    <a:pPr marL="0" algn="l"/>
                    <a:endParaRPr/>
                  </a:p>
                </p:txBody>
              </p:sp>
              <p:sp>
                <p:nvSpPr>
                  <p:cNvPr id="24" name="Freeform 24"/>
                  <p:cNvSpPr/>
                  <p:nvPr/>
                </p:nvSpPr>
                <p:spPr>
                  <a:xfrm>
                    <a:off x="6583520" y="-3503193"/>
                    <a:ext cx="1346803" cy="861631"/>
                  </a:xfrm>
                  <a:custGeom>
                    <a:avLst/>
                    <a:gdLst/>
                    <a:ahLst/>
                    <a:cxnLst/>
                    <a:rect l="l" t="t" r="r" b="b"/>
                    <a:pathLst>
                      <a:path w="1346803" h="861631">
                        <a:moveTo>
                          <a:pt x="1346803" y="861632"/>
                        </a:moveTo>
                        <a:lnTo>
                          <a:pt x="178181" y="861632"/>
                        </a:lnTo>
                        <a:cubicBezTo>
                          <a:pt x="-222726" y="388906"/>
                          <a:pt x="178181" y="0"/>
                          <a:pt x="178181" y="0"/>
                        </a:cubicBezTo>
                        <a:lnTo>
                          <a:pt x="1346803" y="0"/>
                        </a:lnTo>
                        <a:cubicBezTo>
                          <a:pt x="1346803" y="0"/>
                          <a:pt x="945896" y="388906"/>
                          <a:pt x="1346803" y="861632"/>
                        </a:cubicBezTo>
                        <a:close/>
                      </a:path>
                    </a:pathLst>
                  </a:custGeom>
                  <a:solidFill>
                    <a:srgbClr val="0C1A44"/>
                  </a:solidFill>
                  <a:ln cap="flat">
                    <a:prstDash val="solid"/>
                  </a:ln>
                </p:spPr>
                <p:txBody>
                  <a:bodyPr vert="horz" lIns="91440" tIns="45720" rIns="91440" bIns="45720" anchor="ctr">
                    <a:normAutofit/>
                  </a:bodyPr>
                  <a:lstStyle/>
                  <a:p>
                    <a:pPr marL="0" algn="l"/>
                    <a:endParaRPr/>
                  </a:p>
                </p:txBody>
              </p:sp>
              <p:sp>
                <p:nvSpPr>
                  <p:cNvPr id="25" name="Freeform 25"/>
                  <p:cNvSpPr/>
                  <p:nvPr/>
                </p:nvSpPr>
                <p:spPr>
                  <a:xfrm>
                    <a:off x="8028272" y="-3503097"/>
                    <a:ext cx="2923666" cy="861536"/>
                  </a:xfrm>
                  <a:custGeom>
                    <a:avLst/>
                    <a:gdLst/>
                    <a:ahLst/>
                    <a:cxnLst/>
                    <a:rect l="l" t="t" r="r" b="b"/>
                    <a:pathLst>
                      <a:path w="2923666" h="861536">
                        <a:moveTo>
                          <a:pt x="132652" y="295370"/>
                        </a:moveTo>
                        <a:cubicBezTo>
                          <a:pt x="86551" y="447294"/>
                          <a:pt x="120078" y="599694"/>
                          <a:pt x="232188" y="748951"/>
                        </a:cubicBezTo>
                        <a:lnTo>
                          <a:pt x="2867375" y="748951"/>
                        </a:lnTo>
                        <a:cubicBezTo>
                          <a:pt x="2898426" y="748951"/>
                          <a:pt x="2923667" y="774097"/>
                          <a:pt x="2923667" y="805244"/>
                        </a:cubicBezTo>
                        <a:lnTo>
                          <a:pt x="2923667" y="805244"/>
                        </a:lnTo>
                        <a:cubicBezTo>
                          <a:pt x="2923667" y="836295"/>
                          <a:pt x="2898521" y="861536"/>
                          <a:pt x="2867375" y="861536"/>
                        </a:cubicBezTo>
                        <a:lnTo>
                          <a:pt x="178181" y="861536"/>
                        </a:lnTo>
                        <a:cubicBezTo>
                          <a:pt x="-222726" y="388906"/>
                          <a:pt x="178181" y="0"/>
                          <a:pt x="178181" y="0"/>
                        </a:cubicBezTo>
                        <a:lnTo>
                          <a:pt x="2867375" y="0"/>
                        </a:lnTo>
                        <a:cubicBezTo>
                          <a:pt x="2898426" y="0"/>
                          <a:pt x="2923667" y="25146"/>
                          <a:pt x="2923667" y="56293"/>
                        </a:cubicBezTo>
                        <a:lnTo>
                          <a:pt x="2923667" y="56293"/>
                        </a:lnTo>
                        <a:cubicBezTo>
                          <a:pt x="2923667" y="87344"/>
                          <a:pt x="2898521" y="112586"/>
                          <a:pt x="2867375" y="112586"/>
                        </a:cubicBezTo>
                        <a:lnTo>
                          <a:pt x="229235" y="112586"/>
                        </a:lnTo>
                        <a:cubicBezTo>
                          <a:pt x="200946" y="148495"/>
                          <a:pt x="157702" y="212788"/>
                          <a:pt x="132652" y="295370"/>
                        </a:cubicBezTo>
                        <a:close/>
                      </a:path>
                    </a:pathLst>
                  </a:custGeom>
                  <a:solidFill>
                    <a:srgbClr val="1B3276"/>
                  </a:solidFill>
                  <a:ln cap="flat">
                    <a:prstDash val="solid"/>
                  </a:ln>
                </p:spPr>
                <p:txBody>
                  <a:bodyPr vert="horz" lIns="91440" tIns="45720" rIns="91440" bIns="45720" anchor="ctr">
                    <a:normAutofit/>
                  </a:bodyPr>
                  <a:lstStyle/>
                  <a:p>
                    <a:pPr marL="0" algn="l"/>
                    <a:endParaRPr/>
                  </a:p>
                </p:txBody>
              </p:sp>
              <p:sp>
                <p:nvSpPr>
                  <p:cNvPr id="26" name="Freeform 26"/>
                  <p:cNvSpPr/>
                  <p:nvPr/>
                </p:nvSpPr>
                <p:spPr>
                  <a:xfrm>
                    <a:off x="8140881" y="-3390607"/>
                    <a:ext cx="2644085" cy="636555"/>
                  </a:xfrm>
                  <a:custGeom>
                    <a:avLst/>
                    <a:gdLst/>
                    <a:ahLst/>
                    <a:cxnLst/>
                    <a:rect l="l" t="t" r="r" b="b"/>
                    <a:pathLst>
                      <a:path w="2644085" h="636555">
                        <a:moveTo>
                          <a:pt x="2644086" y="0"/>
                        </a:moveTo>
                        <a:lnTo>
                          <a:pt x="2644086" y="636556"/>
                        </a:lnTo>
                        <a:lnTo>
                          <a:pt x="119579" y="636556"/>
                        </a:lnTo>
                        <a:cubicBezTo>
                          <a:pt x="7470" y="487299"/>
                          <a:pt x="-26058" y="334899"/>
                          <a:pt x="20043" y="182975"/>
                        </a:cubicBezTo>
                        <a:cubicBezTo>
                          <a:pt x="45094" y="100298"/>
                          <a:pt x="88337" y="36004"/>
                          <a:pt x="116626" y="0"/>
                        </a:cubicBezTo>
                        <a:lnTo>
                          <a:pt x="2644086" y="0"/>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27" name="Freeform 27"/>
                  <p:cNvSpPr/>
                  <p:nvPr/>
                </p:nvSpPr>
                <p:spPr>
                  <a:xfrm>
                    <a:off x="6550754" y="-3503193"/>
                    <a:ext cx="454310" cy="861631"/>
                  </a:xfrm>
                  <a:custGeom>
                    <a:avLst/>
                    <a:gdLst/>
                    <a:ahLst/>
                    <a:cxnLst/>
                    <a:rect l="l" t="t" r="r" b="b"/>
                    <a:pathLst>
                      <a:path w="454310" h="861631">
                        <a:moveTo>
                          <a:pt x="454311" y="861632"/>
                        </a:moveTo>
                        <a:lnTo>
                          <a:pt x="178181" y="861632"/>
                        </a:lnTo>
                        <a:cubicBezTo>
                          <a:pt x="-222726" y="388906"/>
                          <a:pt x="178181" y="0"/>
                          <a:pt x="178181" y="0"/>
                        </a:cubicBezTo>
                        <a:lnTo>
                          <a:pt x="454311" y="0"/>
                        </a:lnTo>
                        <a:cubicBezTo>
                          <a:pt x="454311" y="0"/>
                          <a:pt x="53404" y="388906"/>
                          <a:pt x="454311" y="861632"/>
                        </a:cubicBezTo>
                        <a:close/>
                      </a:path>
                    </a:pathLst>
                  </a:custGeom>
                  <a:solidFill>
                    <a:srgbClr val="284499"/>
                  </a:solidFill>
                  <a:ln cap="flat">
                    <a:prstDash val="solid"/>
                  </a:ln>
                </p:spPr>
                <p:txBody>
                  <a:bodyPr vert="horz" lIns="91440" tIns="45720" rIns="91440" bIns="45720" anchor="ctr">
                    <a:normAutofit/>
                  </a:bodyPr>
                  <a:lstStyle/>
                  <a:p>
                    <a:pPr marL="0" algn="l"/>
                    <a:endParaRPr/>
                  </a:p>
                </p:txBody>
              </p:sp>
            </p:grpSp>
            <p:sp>
              <p:nvSpPr>
                <p:cNvPr id="28" name="Freeform 28"/>
                <p:cNvSpPr/>
                <p:nvPr/>
              </p:nvSpPr>
              <p:spPr>
                <a:xfrm>
                  <a:off x="8773667" y="-3194963"/>
                  <a:ext cx="1782318" cy="9525"/>
                </a:xfrm>
                <a:custGeom>
                  <a:avLst/>
                  <a:gdLst/>
                  <a:ahLst/>
                  <a:cxnLst/>
                  <a:rect l="l" t="t" r="r" b="b"/>
                  <a:pathLst>
                    <a:path w="1782318" h="9525">
                      <a:moveTo>
                        <a:pt x="1782318" y="0"/>
                      </a:moveTo>
                      <a:lnTo>
                        <a:pt x="0" y="0"/>
                      </a:lnTo>
                    </a:path>
                  </a:pathLst>
                </a:custGeom>
                <a:ln w="19050" cap="rnd">
                  <a:solidFill>
                    <a:srgbClr val="2C0303"/>
                  </a:solidFill>
                  <a:prstDash val="solid"/>
                </a:ln>
              </p:spPr>
              <p:txBody>
                <a:bodyPr vert="horz" lIns="91440" tIns="45720" rIns="91440" bIns="45720" anchor="ctr">
                  <a:normAutofit fontScale="25000" lnSpcReduction="20000"/>
                </a:bodyPr>
                <a:lstStyle/>
                <a:p>
                  <a:pPr marL="0" algn="l"/>
                  <a:endParaRPr/>
                </a:p>
              </p:txBody>
            </p:sp>
            <p:sp>
              <p:nvSpPr>
                <p:cNvPr id="29" name="Freeform 29"/>
                <p:cNvSpPr/>
                <p:nvPr/>
              </p:nvSpPr>
              <p:spPr>
                <a:xfrm>
                  <a:off x="9473564" y="-3078949"/>
                  <a:ext cx="1071276" cy="9525"/>
                </a:xfrm>
                <a:custGeom>
                  <a:avLst/>
                  <a:gdLst/>
                  <a:ahLst/>
                  <a:cxnLst/>
                  <a:rect l="l" t="t" r="r" b="b"/>
                  <a:pathLst>
                    <a:path w="1071276" h="9525">
                      <a:moveTo>
                        <a:pt x="0" y="0"/>
                      </a:moveTo>
                      <a:lnTo>
                        <a:pt x="1071277" y="0"/>
                      </a:lnTo>
                    </a:path>
                  </a:pathLst>
                </a:custGeom>
                <a:ln w="19050" cap="rnd">
                  <a:solidFill>
                    <a:srgbClr val="2C0303"/>
                  </a:solidFill>
                  <a:prstDash val="solid"/>
                </a:ln>
              </p:spPr>
              <p:txBody>
                <a:bodyPr vert="horz" lIns="91440" tIns="45720" rIns="91440" bIns="45720" anchor="ctr">
                  <a:normAutofit fontScale="25000" lnSpcReduction="20000"/>
                </a:bodyPr>
                <a:lstStyle/>
                <a:p>
                  <a:pPr marL="0" algn="l"/>
                  <a:endParaRPr/>
                </a:p>
              </p:txBody>
            </p:sp>
            <p:sp>
              <p:nvSpPr>
                <p:cNvPr id="30" name="Freeform 30"/>
                <p:cNvSpPr/>
                <p:nvPr/>
              </p:nvSpPr>
              <p:spPr>
                <a:xfrm>
                  <a:off x="8413908" y="-2875019"/>
                  <a:ext cx="2258853" cy="9525"/>
                </a:xfrm>
                <a:custGeom>
                  <a:avLst/>
                  <a:gdLst/>
                  <a:ahLst/>
                  <a:cxnLst/>
                  <a:rect l="l" t="t" r="r" b="b"/>
                  <a:pathLst>
                    <a:path w="2258853" h="9525">
                      <a:moveTo>
                        <a:pt x="2258854" y="0"/>
                      </a:moveTo>
                      <a:lnTo>
                        <a:pt x="0" y="0"/>
                      </a:lnTo>
                    </a:path>
                  </a:pathLst>
                </a:custGeom>
                <a:ln w="19050" cap="rnd">
                  <a:solidFill>
                    <a:srgbClr val="2C0303"/>
                  </a:solidFill>
                  <a:prstDash val="solid"/>
                </a:ln>
              </p:spPr>
              <p:txBody>
                <a:bodyPr vert="horz" lIns="91440" tIns="45720" rIns="91440" bIns="45720" anchor="ctr">
                  <a:normAutofit fontScale="25000" lnSpcReduction="20000"/>
                </a:bodyPr>
                <a:lstStyle/>
                <a:p>
                  <a:pPr marL="0" algn="l"/>
                  <a:endParaRPr/>
                </a:p>
              </p:txBody>
            </p:sp>
          </p:grpSp>
          <p:grpSp>
            <p:nvGrpSpPr>
              <p:cNvPr id="31" name="Group 31"/>
              <p:cNvGrpSpPr/>
              <p:nvPr/>
            </p:nvGrpSpPr>
            <p:grpSpPr>
              <a:xfrm>
                <a:off x="9038137" y="-5239314"/>
                <a:ext cx="1631705" cy="1728487"/>
                <a:chOff x="9038137" y="-5239314"/>
                <a:chExt cx="1631705" cy="1728487"/>
              </a:xfrm>
            </p:grpSpPr>
            <p:grpSp>
              <p:nvGrpSpPr>
                <p:cNvPr id="32" name="Group 32"/>
                <p:cNvGrpSpPr/>
                <p:nvPr/>
              </p:nvGrpSpPr>
              <p:grpSpPr>
                <a:xfrm>
                  <a:off x="9038137" y="-5239314"/>
                  <a:ext cx="1631705" cy="1728487"/>
                  <a:chOff x="9038137" y="-5239314"/>
                  <a:chExt cx="1631705" cy="1728487"/>
                </a:xfrm>
              </p:grpSpPr>
              <p:sp>
                <p:nvSpPr>
                  <p:cNvPr id="33" name="Freeform 33"/>
                  <p:cNvSpPr/>
                  <p:nvPr/>
                </p:nvSpPr>
                <p:spPr>
                  <a:xfrm>
                    <a:off x="9099422" y="-5217209"/>
                    <a:ext cx="753808" cy="392067"/>
                  </a:xfrm>
                  <a:custGeom>
                    <a:avLst/>
                    <a:gdLst/>
                    <a:ahLst/>
                    <a:cxnLst/>
                    <a:rect l="l" t="t" r="r" b="b"/>
                    <a:pathLst>
                      <a:path w="753808" h="392067">
                        <a:moveTo>
                          <a:pt x="0" y="37426"/>
                        </a:moveTo>
                        <a:cubicBezTo>
                          <a:pt x="0" y="37426"/>
                          <a:pt x="114776" y="436142"/>
                          <a:pt x="753808" y="388041"/>
                        </a:cubicBezTo>
                        <a:cubicBezTo>
                          <a:pt x="753808" y="387946"/>
                          <a:pt x="700088" y="-143073"/>
                          <a:pt x="0" y="37426"/>
                        </a:cubicBezTo>
                        <a:close/>
                      </a:path>
                    </a:pathLst>
                  </a:custGeom>
                  <a:solidFill>
                    <a:srgbClr val="0C1A44"/>
                  </a:solidFill>
                  <a:ln cap="flat">
                    <a:prstDash val="solid"/>
                  </a:ln>
                </p:spPr>
                <p:txBody>
                  <a:bodyPr vert="horz" lIns="91440" tIns="45720" rIns="91440" bIns="45720" anchor="ctr">
                    <a:normAutofit fontScale="92500" lnSpcReduction="20000"/>
                  </a:bodyPr>
                  <a:lstStyle/>
                  <a:p>
                    <a:pPr marL="0" algn="l"/>
                    <a:endParaRPr/>
                  </a:p>
                </p:txBody>
              </p:sp>
              <p:sp>
                <p:nvSpPr>
                  <p:cNvPr id="34" name="Freeform 34"/>
                  <p:cNvSpPr/>
                  <p:nvPr/>
                </p:nvSpPr>
                <p:spPr>
                  <a:xfrm>
                    <a:off x="9713403" y="-5239314"/>
                    <a:ext cx="152788" cy="527399"/>
                  </a:xfrm>
                  <a:custGeom>
                    <a:avLst/>
                    <a:gdLst/>
                    <a:ahLst/>
                    <a:cxnLst/>
                    <a:rect l="l" t="t" r="r" b="b"/>
                    <a:pathLst>
                      <a:path w="152788" h="527399">
                        <a:moveTo>
                          <a:pt x="0" y="0"/>
                        </a:moveTo>
                        <a:cubicBezTo>
                          <a:pt x="0" y="0"/>
                          <a:pt x="242126" y="154876"/>
                          <a:pt x="116777" y="527399"/>
                        </a:cubicBezTo>
                      </a:path>
                    </a:pathLst>
                  </a:custGeom>
                  <a:noFill/>
                  <a:ln w="19050" cap="rnd">
                    <a:solidFill>
                      <a:srgbClr val="2C0303"/>
                    </a:solidFill>
                    <a:prstDash val="solid"/>
                  </a:ln>
                </p:spPr>
                <p:txBody>
                  <a:bodyPr vert="horz" lIns="91440" tIns="45720" rIns="91440" bIns="45720" anchor="ctr">
                    <a:normAutofit/>
                  </a:bodyPr>
                  <a:lstStyle/>
                  <a:p>
                    <a:pPr marL="0" algn="l"/>
                    <a:endParaRPr/>
                  </a:p>
                </p:txBody>
              </p:sp>
              <p:sp>
                <p:nvSpPr>
                  <p:cNvPr id="35" name="Freeform 35"/>
                  <p:cNvSpPr/>
                  <p:nvPr/>
                </p:nvSpPr>
                <p:spPr>
                  <a:xfrm>
                    <a:off x="9038137" y="-4857608"/>
                    <a:ext cx="1631705" cy="1346781"/>
                  </a:xfrm>
                  <a:custGeom>
                    <a:avLst/>
                    <a:gdLst/>
                    <a:ahLst/>
                    <a:cxnLst/>
                    <a:rect l="l" t="t" r="r" b="b"/>
                    <a:pathLst>
                      <a:path w="1631705" h="1346781">
                        <a:moveTo>
                          <a:pt x="776994" y="138454"/>
                        </a:moveTo>
                        <a:cubicBezTo>
                          <a:pt x="776994" y="138454"/>
                          <a:pt x="29662" y="-226163"/>
                          <a:pt x="1278" y="410679"/>
                        </a:cubicBezTo>
                        <a:cubicBezTo>
                          <a:pt x="-27012" y="1047425"/>
                          <a:pt x="418854" y="1360512"/>
                          <a:pt x="899962" y="1346320"/>
                        </a:cubicBezTo>
                        <a:cubicBezTo>
                          <a:pt x="1381069" y="1332127"/>
                          <a:pt x="1858748" y="641089"/>
                          <a:pt x="1514610" y="173411"/>
                        </a:cubicBezTo>
                        <a:cubicBezTo>
                          <a:pt x="1243338" y="-195206"/>
                          <a:pt x="776994" y="138454"/>
                          <a:pt x="776994" y="138454"/>
                        </a:cubicBezTo>
                        <a:close/>
                      </a:path>
                    </a:pathLst>
                  </a:custGeom>
                  <a:solidFill>
                    <a:srgbClr val="FF5900"/>
                  </a:solidFill>
                  <a:ln cap="flat">
                    <a:prstDash val="solid"/>
                  </a:ln>
                </p:spPr>
                <p:txBody>
                  <a:bodyPr vert="horz" lIns="91440" tIns="45720" rIns="91440" bIns="45720" anchor="ctr">
                    <a:normAutofit/>
                  </a:bodyPr>
                  <a:lstStyle/>
                  <a:p>
                    <a:pPr marL="0" algn="l"/>
                    <a:endParaRPr/>
                  </a:p>
                </p:txBody>
              </p:sp>
            </p:grpSp>
            <p:sp>
              <p:nvSpPr>
                <p:cNvPr id="36" name="Freeform 36"/>
                <p:cNvSpPr/>
                <p:nvPr/>
              </p:nvSpPr>
              <p:spPr>
                <a:xfrm>
                  <a:off x="10044112" y="-4788306"/>
                  <a:ext cx="354711" cy="208978"/>
                </a:xfrm>
                <a:custGeom>
                  <a:avLst/>
                  <a:gdLst/>
                  <a:ahLst/>
                  <a:cxnLst/>
                  <a:rect l="l" t="t" r="r" b="b"/>
                  <a:pathLst>
                    <a:path w="354711" h="208978">
                      <a:moveTo>
                        <a:pt x="354711" y="104489"/>
                      </a:moveTo>
                      <a:cubicBezTo>
                        <a:pt x="354711" y="162197"/>
                        <a:pt x="275306" y="208979"/>
                        <a:pt x="177355" y="208979"/>
                      </a:cubicBezTo>
                      <a:cubicBezTo>
                        <a:pt x="79405" y="208979"/>
                        <a:pt x="0" y="162197"/>
                        <a:pt x="0" y="104489"/>
                      </a:cubicBezTo>
                      <a:cubicBezTo>
                        <a:pt x="0" y="46781"/>
                        <a:pt x="79405" y="0"/>
                        <a:pt x="177355" y="0"/>
                      </a:cubicBezTo>
                      <a:cubicBezTo>
                        <a:pt x="275306" y="0"/>
                        <a:pt x="354711" y="46781"/>
                        <a:pt x="354711" y="104489"/>
                      </a:cubicBezTo>
                      <a:close/>
                    </a:path>
                  </a:pathLst>
                </a:custGeom>
                <a:solidFill>
                  <a:srgbClr val="FF7402"/>
                </a:solidFill>
                <a:ln cap="flat">
                  <a:prstDash val="solid"/>
                </a:ln>
              </p:spPr>
              <p:txBody>
                <a:bodyPr vert="horz" lIns="91440" tIns="45720" rIns="91440" bIns="45720" anchor="ctr">
                  <a:normAutofit fontScale="32500" lnSpcReduction="20000"/>
                </a:bodyPr>
                <a:lstStyle/>
                <a:p>
                  <a:pPr marL="0" algn="l"/>
                  <a:endParaRPr/>
                </a:p>
              </p:txBody>
            </p:sp>
          </p:grpSp>
        </p:grpSp>
        <p:sp>
          <p:nvSpPr>
            <p:cNvPr id="37" name="Freeform 37"/>
            <p:cNvSpPr/>
            <p:nvPr/>
          </p:nvSpPr>
          <p:spPr>
            <a:xfrm>
              <a:off x="7813458" y="3255479"/>
              <a:ext cx="959725" cy="960911"/>
            </a:xfrm>
            <a:custGeom>
              <a:avLst/>
              <a:gdLst/>
              <a:ahLst/>
              <a:cxnLst/>
              <a:rect l="l" t="t" r="r" b="b"/>
              <a:pathLst>
                <a:path w="959725" h="960911">
                  <a:moveTo>
                    <a:pt x="705225" y="36475"/>
                  </a:moveTo>
                  <a:lnTo>
                    <a:pt x="702939" y="312319"/>
                  </a:lnTo>
                  <a:cubicBezTo>
                    <a:pt x="702843" y="324225"/>
                    <a:pt x="708558" y="335369"/>
                    <a:pt x="718369" y="342227"/>
                  </a:cubicBezTo>
                  <a:lnTo>
                    <a:pt x="944302" y="500533"/>
                  </a:lnTo>
                  <a:cubicBezTo>
                    <a:pt x="968877" y="517678"/>
                    <a:pt x="962971" y="555587"/>
                    <a:pt x="934491" y="564636"/>
                  </a:cubicBezTo>
                  <a:lnTo>
                    <a:pt x="671411" y="647694"/>
                  </a:lnTo>
                  <a:cubicBezTo>
                    <a:pt x="660076" y="651314"/>
                    <a:pt x="651218" y="660172"/>
                    <a:pt x="647694" y="671602"/>
                  </a:cubicBezTo>
                  <a:lnTo>
                    <a:pt x="567017" y="935349"/>
                  </a:lnTo>
                  <a:cubicBezTo>
                    <a:pt x="558254" y="964019"/>
                    <a:pt x="520440" y="970115"/>
                    <a:pt x="503009" y="945732"/>
                  </a:cubicBezTo>
                  <a:lnTo>
                    <a:pt x="342703" y="721227"/>
                  </a:lnTo>
                  <a:cubicBezTo>
                    <a:pt x="335750" y="711512"/>
                    <a:pt x="324510" y="705892"/>
                    <a:pt x="312699" y="706082"/>
                  </a:cubicBezTo>
                  <a:lnTo>
                    <a:pt x="36855" y="710845"/>
                  </a:lnTo>
                  <a:cubicBezTo>
                    <a:pt x="6947" y="711321"/>
                    <a:pt x="-10674" y="677317"/>
                    <a:pt x="7137" y="653219"/>
                  </a:cubicBezTo>
                  <a:lnTo>
                    <a:pt x="171158" y="431381"/>
                  </a:lnTo>
                  <a:cubicBezTo>
                    <a:pt x="178206" y="421856"/>
                    <a:pt x="180111" y="409379"/>
                    <a:pt x="176301" y="398139"/>
                  </a:cubicBezTo>
                  <a:lnTo>
                    <a:pt x="86576" y="137249"/>
                  </a:lnTo>
                  <a:cubicBezTo>
                    <a:pt x="76860" y="108960"/>
                    <a:pt x="103816" y="81719"/>
                    <a:pt x="132201" y="91244"/>
                  </a:cubicBezTo>
                  <a:lnTo>
                    <a:pt x="393852" y="178683"/>
                  </a:lnTo>
                  <a:cubicBezTo>
                    <a:pt x="405092" y="182493"/>
                    <a:pt x="417570" y="180398"/>
                    <a:pt x="427095" y="173254"/>
                  </a:cubicBezTo>
                  <a:lnTo>
                    <a:pt x="647408" y="7328"/>
                  </a:lnTo>
                  <a:cubicBezTo>
                    <a:pt x="671316" y="-10674"/>
                    <a:pt x="705510" y="6566"/>
                    <a:pt x="705225" y="36475"/>
                  </a:cubicBezTo>
                  <a:close/>
                </a:path>
              </a:pathLst>
            </a:custGeom>
            <a:noFill/>
            <a:ln w="19050" cap="flat">
              <a:solidFill>
                <a:srgbClr val="FFFFFF"/>
              </a:solidFill>
              <a:prstDash val="solid"/>
            </a:ln>
          </p:spPr>
          <p:txBody>
            <a:bodyPr vert="horz" lIns="91440" tIns="45720" rIns="91440" bIns="45720" anchor="ctr">
              <a:normAutofit/>
            </a:bodyPr>
            <a:lstStyle/>
            <a:p>
              <a:pPr marL="0" algn="l"/>
              <a:endParaRPr/>
            </a:p>
          </p:txBody>
        </p:sp>
        <p:sp>
          <p:nvSpPr>
            <p:cNvPr id="38" name="Freeform 38"/>
            <p:cNvSpPr/>
            <p:nvPr/>
          </p:nvSpPr>
          <p:spPr>
            <a:xfrm>
              <a:off x="9462589" y="461102"/>
              <a:ext cx="494489" cy="1314545"/>
            </a:xfrm>
            <a:custGeom>
              <a:avLst/>
              <a:gdLst/>
              <a:ahLst/>
              <a:cxnLst/>
              <a:rect l="l" t="t" r="r" b="b"/>
              <a:pathLst>
                <a:path w="494489" h="1314545">
                  <a:moveTo>
                    <a:pt x="217091" y="0"/>
                  </a:moveTo>
                  <a:cubicBezTo>
                    <a:pt x="733537" y="224599"/>
                    <a:pt x="425308" y="828104"/>
                    <a:pt x="126127" y="859917"/>
                  </a:cubicBezTo>
                  <a:cubicBezTo>
                    <a:pt x="-173053" y="891730"/>
                    <a:pt x="128128" y="444151"/>
                    <a:pt x="327677" y="856679"/>
                  </a:cubicBezTo>
                  <a:cubicBezTo>
                    <a:pt x="449406" y="1108234"/>
                    <a:pt x="254239" y="1314545"/>
                    <a:pt x="254239" y="1314545"/>
                  </a:cubicBezTo>
                </a:path>
              </a:pathLst>
            </a:custGeom>
            <a:noFill/>
            <a:ln w="19050" cap="flat">
              <a:solidFill>
                <a:srgbClr val="FFFFFF"/>
              </a:solidFill>
              <a:prstDash val="solid"/>
            </a:ln>
          </p:spPr>
          <p:txBody>
            <a:bodyPr vert="horz" lIns="91440" tIns="45720" rIns="91440" bIns="45720" anchor="ctr">
              <a:normAutofit/>
            </a:bodyPr>
            <a:lstStyle/>
            <a:p>
              <a:pPr marL="0" algn="l"/>
              <a:endParaRPr/>
            </a:p>
          </p:txBody>
        </p:sp>
        <p:sp>
          <p:nvSpPr>
            <p:cNvPr id="39" name="Freeform 39"/>
            <p:cNvSpPr/>
            <p:nvPr/>
          </p:nvSpPr>
          <p:spPr>
            <a:xfrm>
              <a:off x="1845906" y="782715"/>
              <a:ext cx="917878" cy="566356"/>
            </a:xfrm>
            <a:custGeom>
              <a:avLst/>
              <a:gdLst/>
              <a:ahLst/>
              <a:cxnLst/>
              <a:rect l="l" t="t" r="r" b="b"/>
              <a:pathLst>
                <a:path w="917878" h="566356">
                  <a:moveTo>
                    <a:pt x="0" y="566357"/>
                  </a:moveTo>
                  <a:cubicBezTo>
                    <a:pt x="6191" y="547878"/>
                    <a:pt x="116967" y="0"/>
                    <a:pt x="560165" y="0"/>
                  </a:cubicBezTo>
                  <a:cubicBezTo>
                    <a:pt x="1003363" y="0"/>
                    <a:pt x="966502" y="369380"/>
                    <a:pt x="812578" y="320135"/>
                  </a:cubicBezTo>
                </a:path>
              </a:pathLst>
            </a:custGeom>
            <a:noFill/>
            <a:ln w="19050" cap="flat">
              <a:solidFill>
                <a:srgbClr val="FFFFFF"/>
              </a:solidFill>
              <a:prstDash val="solid"/>
            </a:ln>
          </p:spPr>
          <p:txBody>
            <a:bodyPr vert="horz" lIns="91440" tIns="45720" rIns="91440" bIns="45720" anchor="ctr">
              <a:normAutofit/>
            </a:bodyPr>
            <a:lstStyle/>
            <a:p>
              <a:pPr marL="0" algn="l"/>
              <a:endParaRPr/>
            </a:p>
          </p:txBody>
        </p:sp>
        <p:grpSp>
          <p:nvGrpSpPr>
            <p:cNvPr id="40" name="Group 40"/>
            <p:cNvGrpSpPr/>
            <p:nvPr/>
          </p:nvGrpSpPr>
          <p:grpSpPr>
            <a:xfrm>
              <a:off x="1" y="1063960"/>
              <a:ext cx="5259062" cy="5794611"/>
              <a:chOff x="0" y="257633"/>
              <a:chExt cx="5990867" cy="6600938"/>
            </a:xfrm>
          </p:grpSpPr>
          <p:sp>
            <p:nvSpPr>
              <p:cNvPr id="41" name="Freeform 41"/>
              <p:cNvSpPr/>
              <p:nvPr/>
            </p:nvSpPr>
            <p:spPr>
              <a:xfrm>
                <a:off x="575595" y="257633"/>
                <a:ext cx="2406205" cy="2236469"/>
              </a:xfrm>
              <a:custGeom>
                <a:avLst/>
                <a:gdLst/>
                <a:ahLst/>
                <a:cxnLst/>
                <a:rect l="l" t="t" r="r" b="b"/>
                <a:pathLst>
                  <a:path w="2406205" h="2236470">
                    <a:moveTo>
                      <a:pt x="2406205" y="1118235"/>
                    </a:moveTo>
                    <a:cubicBezTo>
                      <a:pt x="2406205" y="1735819"/>
                      <a:pt x="1867558" y="2236470"/>
                      <a:pt x="1203103" y="2236470"/>
                    </a:cubicBezTo>
                    <a:cubicBezTo>
                      <a:pt x="538647" y="2236470"/>
                      <a:pt x="0" y="1735819"/>
                      <a:pt x="0" y="1118235"/>
                    </a:cubicBezTo>
                    <a:cubicBezTo>
                      <a:pt x="0" y="500651"/>
                      <a:pt x="538647" y="0"/>
                      <a:pt x="1203103" y="0"/>
                    </a:cubicBezTo>
                    <a:cubicBezTo>
                      <a:pt x="1867558" y="0"/>
                      <a:pt x="2406205" y="500651"/>
                      <a:pt x="2406205" y="1118235"/>
                    </a:cubicBezTo>
                    <a:close/>
                  </a:path>
                </a:pathLst>
              </a:custGeom>
              <a:solidFill>
                <a:srgbClr val="FFE592"/>
              </a:solidFill>
              <a:ln cap="flat">
                <a:prstDash val="solid"/>
              </a:ln>
            </p:spPr>
            <p:txBody>
              <a:bodyPr vert="horz" lIns="91440" tIns="45720" rIns="91440" bIns="45720" anchor="ctr">
                <a:normAutofit/>
              </a:bodyPr>
              <a:lstStyle/>
              <a:p>
                <a:pPr marL="0" algn="l"/>
                <a:endParaRPr/>
              </a:p>
            </p:txBody>
          </p:sp>
          <p:grpSp>
            <p:nvGrpSpPr>
              <p:cNvPr id="42" name="Group 42"/>
              <p:cNvGrpSpPr/>
              <p:nvPr/>
            </p:nvGrpSpPr>
            <p:grpSpPr>
              <a:xfrm>
                <a:off x="377571" y="2105025"/>
                <a:ext cx="5613296" cy="4707350"/>
                <a:chOff x="377571" y="2105025"/>
                <a:chExt cx="5613296" cy="4707350"/>
              </a:xfrm>
              <a:solidFill>
                <a:srgbClr val="FFCB48"/>
              </a:solidFill>
            </p:grpSpPr>
            <p:sp>
              <p:nvSpPr>
                <p:cNvPr id="43" name="Freeform 43"/>
                <p:cNvSpPr/>
                <p:nvPr/>
              </p:nvSpPr>
              <p:spPr>
                <a:xfrm>
                  <a:off x="377571" y="2105025"/>
                  <a:ext cx="1482090" cy="1348359"/>
                </a:xfrm>
                <a:custGeom>
                  <a:avLst/>
                  <a:gdLst/>
                  <a:ahLst/>
                  <a:cxnLst/>
                  <a:rect l="l" t="t" r="r" b="b"/>
                  <a:pathLst>
                    <a:path w="1482090" h="1348359">
                      <a:moveTo>
                        <a:pt x="1482090" y="674180"/>
                      </a:moveTo>
                      <a:cubicBezTo>
                        <a:pt x="1482090" y="1046519"/>
                        <a:pt x="1150313" y="1348359"/>
                        <a:pt x="741045" y="1348359"/>
                      </a:cubicBezTo>
                      <a:cubicBezTo>
                        <a:pt x="331777" y="1348359"/>
                        <a:pt x="0" y="1046519"/>
                        <a:pt x="0" y="674180"/>
                      </a:cubicBezTo>
                      <a:cubicBezTo>
                        <a:pt x="0" y="301840"/>
                        <a:pt x="331777" y="0"/>
                        <a:pt x="741045" y="0"/>
                      </a:cubicBezTo>
                      <a:cubicBezTo>
                        <a:pt x="1150313" y="0"/>
                        <a:pt x="1482090" y="301840"/>
                        <a:pt x="1482090" y="674180"/>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sp>
              <p:nvSpPr>
                <p:cNvPr id="44" name="Freeform 44"/>
                <p:cNvSpPr/>
                <p:nvPr/>
              </p:nvSpPr>
              <p:spPr>
                <a:xfrm>
                  <a:off x="912399" y="3318031"/>
                  <a:ext cx="5078467" cy="3494343"/>
                </a:xfrm>
                <a:custGeom>
                  <a:avLst/>
                  <a:gdLst/>
                  <a:ahLst/>
                  <a:cxnLst/>
                  <a:rect l="l" t="t" r="r" b="b"/>
                  <a:pathLst>
                    <a:path w="5078467" h="3494343">
                      <a:moveTo>
                        <a:pt x="149447" y="8193"/>
                      </a:moveTo>
                      <a:cubicBezTo>
                        <a:pt x="149447" y="52294"/>
                        <a:pt x="595503" y="635415"/>
                        <a:pt x="1153001" y="272988"/>
                      </a:cubicBezTo>
                      <a:cubicBezTo>
                        <a:pt x="1710500" y="-89438"/>
                        <a:pt x="2379535" y="-173067"/>
                        <a:pt x="2421350" y="537783"/>
                      </a:cubicBezTo>
                      <a:cubicBezTo>
                        <a:pt x="2463165" y="1248634"/>
                        <a:pt x="2783777" y="1429799"/>
                        <a:pt x="2895219" y="1151003"/>
                      </a:cubicBezTo>
                      <a:cubicBezTo>
                        <a:pt x="3006757" y="872206"/>
                        <a:pt x="3427667" y="861824"/>
                        <a:pt x="3433572" y="1165957"/>
                      </a:cubicBezTo>
                      <a:cubicBezTo>
                        <a:pt x="3439382" y="1470090"/>
                        <a:pt x="3221927" y="1956341"/>
                        <a:pt x="3646265" y="1978725"/>
                      </a:cubicBezTo>
                      <a:cubicBezTo>
                        <a:pt x="4070509" y="2001014"/>
                        <a:pt x="4271486" y="1606583"/>
                        <a:pt x="4532090" y="1904335"/>
                      </a:cubicBezTo>
                      <a:cubicBezTo>
                        <a:pt x="4792599" y="2202087"/>
                        <a:pt x="4152424" y="2015968"/>
                        <a:pt x="4293870" y="2388205"/>
                      </a:cubicBezTo>
                      <a:cubicBezTo>
                        <a:pt x="4435317" y="2760347"/>
                        <a:pt x="4577429" y="2850739"/>
                        <a:pt x="4853274" y="2988661"/>
                      </a:cubicBezTo>
                      <a:cubicBezTo>
                        <a:pt x="5129118" y="3126583"/>
                        <a:pt x="5073968" y="3494343"/>
                        <a:pt x="5073968" y="3494343"/>
                      </a:cubicBezTo>
                      <a:lnTo>
                        <a:pt x="0" y="3494343"/>
                      </a:lnTo>
                      <a:cubicBezTo>
                        <a:pt x="0" y="3494343"/>
                        <a:pt x="149447" y="-19334"/>
                        <a:pt x="149447" y="8193"/>
                      </a:cubicBezTo>
                      <a:close/>
                    </a:path>
                  </a:pathLst>
                </a:custGeom>
                <a:solidFill>
                  <a:srgbClr val="FFCB48"/>
                </a:solidFill>
                <a:ln cap="flat">
                  <a:prstDash val="solid"/>
                </a:ln>
              </p:spPr>
              <p:txBody>
                <a:bodyPr vert="horz" lIns="91440" tIns="45720" rIns="91440" bIns="45720" anchor="ctr">
                  <a:normAutofit/>
                </a:bodyPr>
                <a:lstStyle/>
                <a:p>
                  <a:pPr marL="0" algn="l"/>
                  <a:endParaRPr/>
                </a:p>
              </p:txBody>
            </p:sp>
            <p:sp>
              <p:nvSpPr>
                <p:cNvPr id="45" name="Freeform 45"/>
                <p:cNvSpPr/>
                <p:nvPr/>
              </p:nvSpPr>
              <p:spPr>
                <a:xfrm>
                  <a:off x="5342477" y="4379976"/>
                  <a:ext cx="300799" cy="319087"/>
                </a:xfrm>
                <a:custGeom>
                  <a:avLst/>
                  <a:gdLst/>
                  <a:ahLst/>
                  <a:cxnLst/>
                  <a:rect l="l" t="t" r="r" b="b"/>
                  <a:pathLst>
                    <a:path w="300799" h="319087">
                      <a:moveTo>
                        <a:pt x="300799" y="159544"/>
                      </a:moveTo>
                      <a:cubicBezTo>
                        <a:pt x="300799" y="247657"/>
                        <a:pt x="233463" y="319087"/>
                        <a:pt x="150400" y="319087"/>
                      </a:cubicBezTo>
                      <a:cubicBezTo>
                        <a:pt x="67336" y="319087"/>
                        <a:pt x="0" y="247657"/>
                        <a:pt x="0" y="159544"/>
                      </a:cubicBezTo>
                      <a:cubicBezTo>
                        <a:pt x="0" y="71430"/>
                        <a:pt x="67336" y="0"/>
                        <a:pt x="150400" y="0"/>
                      </a:cubicBezTo>
                      <a:cubicBezTo>
                        <a:pt x="233463" y="0"/>
                        <a:pt x="300799" y="71430"/>
                        <a:pt x="300799" y="159544"/>
                      </a:cubicBezTo>
                      <a:close/>
                    </a:path>
                  </a:pathLst>
                </a:custGeom>
                <a:solidFill>
                  <a:srgbClr val="FFCB48"/>
                </a:solidFill>
                <a:ln cap="flat">
                  <a:prstDash val="solid"/>
                </a:ln>
              </p:spPr>
              <p:txBody>
                <a:bodyPr vert="horz" lIns="91440" tIns="45720" rIns="91440" bIns="45720" anchor="ctr">
                  <a:normAutofit fontScale="85000" lnSpcReduction="20000"/>
                </a:bodyPr>
                <a:lstStyle/>
                <a:p>
                  <a:pPr marL="0" algn="l"/>
                  <a:endParaRPr/>
                </a:p>
              </p:txBody>
            </p:sp>
          </p:grpSp>
          <p:grpSp>
            <p:nvGrpSpPr>
              <p:cNvPr id="46" name="Group 46"/>
              <p:cNvGrpSpPr/>
              <p:nvPr/>
            </p:nvGrpSpPr>
            <p:grpSpPr>
              <a:xfrm>
                <a:off x="2435076" y="5916549"/>
                <a:ext cx="3350122" cy="927068"/>
                <a:chOff x="2435076" y="5916549"/>
                <a:chExt cx="3350122" cy="927068"/>
              </a:xfrm>
            </p:grpSpPr>
            <p:grpSp>
              <p:nvGrpSpPr>
                <p:cNvPr id="47" name="Group 47"/>
                <p:cNvGrpSpPr/>
                <p:nvPr/>
              </p:nvGrpSpPr>
              <p:grpSpPr>
                <a:xfrm>
                  <a:off x="2435076" y="5916549"/>
                  <a:ext cx="3350122" cy="927068"/>
                  <a:chOff x="2435076" y="5916549"/>
                  <a:chExt cx="3350122" cy="927068"/>
                </a:xfrm>
              </p:grpSpPr>
              <p:sp>
                <p:nvSpPr>
                  <p:cNvPr id="48" name="Freeform 48"/>
                  <p:cNvSpPr/>
                  <p:nvPr/>
                </p:nvSpPr>
                <p:spPr>
                  <a:xfrm>
                    <a:off x="2435076" y="5916549"/>
                    <a:ext cx="3350122" cy="927068"/>
                  </a:xfrm>
                  <a:custGeom>
                    <a:avLst/>
                    <a:gdLst/>
                    <a:ahLst/>
                    <a:cxnLst/>
                    <a:rect l="l" t="t" r="r" b="b"/>
                    <a:pathLst>
                      <a:path w="3350122" h="927068">
                        <a:moveTo>
                          <a:pt x="3350122" y="866585"/>
                        </a:moveTo>
                        <a:cubicBezTo>
                          <a:pt x="3350122" y="883253"/>
                          <a:pt x="3343265" y="898398"/>
                          <a:pt x="3332406" y="909352"/>
                        </a:cubicBezTo>
                        <a:cubicBezTo>
                          <a:pt x="3321357" y="920210"/>
                          <a:pt x="3306308" y="927068"/>
                          <a:pt x="3289639" y="927068"/>
                        </a:cubicBezTo>
                        <a:lnTo>
                          <a:pt x="191728" y="927068"/>
                        </a:lnTo>
                        <a:cubicBezTo>
                          <a:pt x="-239660" y="418529"/>
                          <a:pt x="191728" y="0"/>
                          <a:pt x="191728" y="0"/>
                        </a:cubicBezTo>
                        <a:lnTo>
                          <a:pt x="3289544" y="0"/>
                        </a:lnTo>
                        <a:cubicBezTo>
                          <a:pt x="3322881" y="0"/>
                          <a:pt x="3350122" y="27146"/>
                          <a:pt x="3350122" y="60579"/>
                        </a:cubicBezTo>
                        <a:cubicBezTo>
                          <a:pt x="3350122" y="77248"/>
                          <a:pt x="3343265" y="92488"/>
                          <a:pt x="3332406" y="103346"/>
                        </a:cubicBezTo>
                        <a:cubicBezTo>
                          <a:pt x="3321357" y="114205"/>
                          <a:pt x="3306308" y="121063"/>
                          <a:pt x="3289639" y="121063"/>
                        </a:cubicBezTo>
                        <a:lnTo>
                          <a:pt x="246592" y="121063"/>
                        </a:lnTo>
                        <a:cubicBezTo>
                          <a:pt x="216302" y="159829"/>
                          <a:pt x="169630" y="228981"/>
                          <a:pt x="142769" y="317945"/>
                        </a:cubicBezTo>
                        <a:cubicBezTo>
                          <a:pt x="93239" y="481394"/>
                          <a:pt x="129244" y="645414"/>
                          <a:pt x="249926" y="806005"/>
                        </a:cubicBezTo>
                        <a:lnTo>
                          <a:pt x="3289639" y="806005"/>
                        </a:lnTo>
                        <a:cubicBezTo>
                          <a:pt x="3322976" y="806005"/>
                          <a:pt x="3350122" y="833056"/>
                          <a:pt x="3350122" y="866585"/>
                        </a:cubicBezTo>
                        <a:close/>
                      </a:path>
                    </a:pathLst>
                  </a:custGeom>
                  <a:solidFill>
                    <a:srgbClr val="FF8886"/>
                  </a:solidFill>
                  <a:ln cap="flat">
                    <a:prstDash val="solid"/>
                  </a:ln>
                </p:spPr>
                <p:txBody>
                  <a:bodyPr vert="horz" lIns="91440" tIns="45720" rIns="91440" bIns="45720" anchor="ctr">
                    <a:normAutofit/>
                  </a:bodyPr>
                  <a:lstStyle/>
                  <a:p>
                    <a:pPr marL="0" algn="l"/>
                    <a:endParaRPr/>
                  </a:p>
                </p:txBody>
              </p:sp>
              <p:sp>
                <p:nvSpPr>
                  <p:cNvPr id="49" name="Freeform 49"/>
                  <p:cNvSpPr/>
                  <p:nvPr/>
                </p:nvSpPr>
                <p:spPr>
                  <a:xfrm>
                    <a:off x="2556331" y="6037707"/>
                    <a:ext cx="3049226" cy="684847"/>
                  </a:xfrm>
                  <a:custGeom>
                    <a:avLst/>
                    <a:gdLst/>
                    <a:ahLst/>
                    <a:cxnLst/>
                    <a:rect l="l" t="t" r="r" b="b"/>
                    <a:pathLst>
                      <a:path w="3049226" h="684847">
                        <a:moveTo>
                          <a:pt x="3049226" y="0"/>
                        </a:moveTo>
                        <a:lnTo>
                          <a:pt x="3049226" y="684847"/>
                        </a:lnTo>
                        <a:lnTo>
                          <a:pt x="128671" y="684847"/>
                        </a:lnTo>
                        <a:cubicBezTo>
                          <a:pt x="8084" y="524256"/>
                          <a:pt x="-28015" y="360331"/>
                          <a:pt x="21515" y="196882"/>
                        </a:cubicBezTo>
                        <a:cubicBezTo>
                          <a:pt x="48470" y="108013"/>
                          <a:pt x="94952" y="38767"/>
                          <a:pt x="125432" y="95"/>
                        </a:cubicBezTo>
                        <a:lnTo>
                          <a:pt x="3049226" y="95"/>
                        </a:lnTo>
                        <a:close/>
                      </a:path>
                    </a:pathLst>
                  </a:custGeom>
                  <a:solidFill>
                    <a:srgbClr val="FFFFFF"/>
                  </a:solidFill>
                  <a:ln cap="flat">
                    <a:prstDash val="solid"/>
                  </a:ln>
                </p:spPr>
                <p:txBody>
                  <a:bodyPr vert="horz" lIns="91440" tIns="45720" rIns="91440" bIns="45720" anchor="ctr">
                    <a:normAutofit/>
                  </a:bodyPr>
                  <a:lstStyle/>
                  <a:p>
                    <a:pPr marL="0" algn="l"/>
                    <a:endParaRPr/>
                  </a:p>
                </p:txBody>
              </p:sp>
            </p:grpSp>
            <p:sp>
              <p:nvSpPr>
                <p:cNvPr id="50" name="Freeform 50"/>
                <p:cNvSpPr/>
                <p:nvPr/>
              </p:nvSpPr>
              <p:spPr>
                <a:xfrm>
                  <a:off x="3237166" y="6248209"/>
                  <a:ext cx="2121979" cy="9525"/>
                </a:xfrm>
                <a:custGeom>
                  <a:avLst/>
                  <a:gdLst/>
                  <a:ahLst/>
                  <a:cxnLst/>
                  <a:rect l="l" t="t" r="r" b="b"/>
                  <a:pathLst>
                    <a:path w="2121979" h="9525">
                      <a:moveTo>
                        <a:pt x="2121980" y="0"/>
                      </a:moveTo>
                      <a:lnTo>
                        <a:pt x="0" y="0"/>
                      </a:lnTo>
                    </a:path>
                  </a:pathLst>
                </a:custGeom>
                <a:ln w="19050" cap="rnd">
                  <a:solidFill>
                    <a:srgbClr val="2C0303"/>
                  </a:solidFill>
                  <a:prstDash val="solid"/>
                </a:ln>
              </p:spPr>
              <p:txBody>
                <a:bodyPr vert="horz" lIns="91440" tIns="45720" rIns="91440" bIns="45720" anchor="ctr">
                  <a:normAutofit fontScale="25000" lnSpcReduction="20000"/>
                </a:bodyPr>
                <a:lstStyle/>
                <a:p>
                  <a:pPr marL="0" algn="l"/>
                  <a:endParaRPr/>
                </a:p>
              </p:txBody>
            </p:sp>
            <p:sp>
              <p:nvSpPr>
                <p:cNvPr id="51" name="Freeform 51"/>
                <p:cNvSpPr/>
                <p:nvPr/>
              </p:nvSpPr>
              <p:spPr>
                <a:xfrm>
                  <a:off x="3990117" y="6372987"/>
                  <a:ext cx="1357026" cy="9525"/>
                </a:xfrm>
                <a:custGeom>
                  <a:avLst/>
                  <a:gdLst/>
                  <a:ahLst/>
                  <a:cxnLst/>
                  <a:rect l="l" t="t" r="r" b="b"/>
                  <a:pathLst>
                    <a:path w="1357026" h="9525">
                      <a:moveTo>
                        <a:pt x="0" y="0"/>
                      </a:moveTo>
                      <a:lnTo>
                        <a:pt x="1357027" y="0"/>
                      </a:lnTo>
                    </a:path>
                  </a:pathLst>
                </a:custGeom>
                <a:ln w="19050" cap="rnd">
                  <a:solidFill>
                    <a:srgbClr val="2C0303"/>
                  </a:solidFill>
                  <a:prstDash val="solid"/>
                </a:ln>
              </p:spPr>
              <p:txBody>
                <a:bodyPr vert="horz" lIns="91440" tIns="45720" rIns="91440" bIns="45720" anchor="ctr">
                  <a:normAutofit fontScale="25000" lnSpcReduction="20000"/>
                </a:bodyPr>
                <a:lstStyle/>
                <a:p>
                  <a:pPr marL="0" algn="l"/>
                  <a:endParaRPr/>
                </a:p>
              </p:txBody>
            </p:sp>
            <p:sp>
              <p:nvSpPr>
                <p:cNvPr id="52" name="Freeform 52"/>
                <p:cNvSpPr/>
                <p:nvPr/>
              </p:nvSpPr>
              <p:spPr>
                <a:xfrm>
                  <a:off x="2849975" y="6592443"/>
                  <a:ext cx="2634805" cy="9525"/>
                </a:xfrm>
                <a:custGeom>
                  <a:avLst/>
                  <a:gdLst/>
                  <a:ahLst/>
                  <a:cxnLst/>
                  <a:rect l="l" t="t" r="r" b="b"/>
                  <a:pathLst>
                    <a:path w="2634805" h="9525">
                      <a:moveTo>
                        <a:pt x="2634806" y="0"/>
                      </a:moveTo>
                      <a:lnTo>
                        <a:pt x="0" y="0"/>
                      </a:lnTo>
                    </a:path>
                  </a:pathLst>
                </a:custGeom>
                <a:ln w="19050" cap="rnd">
                  <a:solidFill>
                    <a:srgbClr val="2C0303"/>
                  </a:solidFill>
                  <a:prstDash val="solid"/>
                </a:ln>
              </p:spPr>
              <p:txBody>
                <a:bodyPr vert="horz" lIns="91440" tIns="45720" rIns="91440" bIns="45720" anchor="ctr">
                  <a:normAutofit fontScale="25000" lnSpcReduction="20000"/>
                </a:bodyPr>
                <a:lstStyle/>
                <a:p>
                  <a:pPr marL="0" algn="l"/>
                  <a:endParaRPr/>
                </a:p>
              </p:txBody>
            </p:sp>
            <p:sp>
              <p:nvSpPr>
                <p:cNvPr id="53" name="Freeform 53"/>
                <p:cNvSpPr/>
                <p:nvPr/>
              </p:nvSpPr>
              <p:spPr>
                <a:xfrm>
                  <a:off x="3217735" y="6237065"/>
                  <a:ext cx="328041" cy="255841"/>
                </a:xfrm>
                <a:custGeom>
                  <a:avLst/>
                  <a:gdLst/>
                  <a:ahLst/>
                  <a:cxnLst/>
                  <a:rect l="l" t="t" r="r" b="b"/>
                  <a:pathLst>
                    <a:path w="328041" h="255841">
                      <a:moveTo>
                        <a:pt x="328041" y="255842"/>
                      </a:moveTo>
                      <a:lnTo>
                        <a:pt x="194405" y="190119"/>
                      </a:lnTo>
                      <a:lnTo>
                        <a:pt x="94964" y="255842"/>
                      </a:lnTo>
                      <a:lnTo>
                        <a:pt x="0" y="0"/>
                      </a:lnTo>
                      <a:lnTo>
                        <a:pt x="233077" y="0"/>
                      </a:lnTo>
                      <a:close/>
                    </a:path>
                  </a:pathLst>
                </a:custGeom>
                <a:solidFill>
                  <a:srgbClr val="0C1A44"/>
                </a:solidFill>
                <a:ln cap="flat">
                  <a:prstDash val="solid"/>
                </a:ln>
              </p:spPr>
              <p:txBody>
                <a:bodyPr vert="horz" lIns="91440" tIns="45720" rIns="91440" bIns="45720" anchor="ctr">
                  <a:normAutofit fontScale="55000" lnSpcReduction="20000"/>
                </a:bodyPr>
                <a:lstStyle/>
                <a:p>
                  <a:pPr marL="0" algn="l"/>
                  <a:endParaRPr/>
                </a:p>
              </p:txBody>
            </p:sp>
          </p:grpSp>
          <p:grpSp>
            <p:nvGrpSpPr>
              <p:cNvPr id="54" name="Group 54"/>
              <p:cNvGrpSpPr/>
              <p:nvPr/>
            </p:nvGrpSpPr>
            <p:grpSpPr>
              <a:xfrm>
                <a:off x="2624020" y="4861325"/>
                <a:ext cx="2975250" cy="1038848"/>
                <a:chOff x="2624020" y="4861325"/>
                <a:chExt cx="2975250" cy="1038848"/>
              </a:xfrm>
            </p:grpSpPr>
            <p:sp>
              <p:nvSpPr>
                <p:cNvPr id="55" name="Freeform 55"/>
                <p:cNvSpPr/>
                <p:nvPr/>
              </p:nvSpPr>
              <p:spPr>
                <a:xfrm rot="-4846898">
                  <a:off x="2624020" y="4861325"/>
                  <a:ext cx="1038621" cy="1038621"/>
                </a:xfrm>
                <a:custGeom>
                  <a:avLst/>
                  <a:gdLst/>
                  <a:ahLst/>
                  <a:cxnLst/>
                  <a:rect l="l" t="t" r="r" b="b"/>
                  <a:pathLst>
                    <a:path w="1038621" h="1038621">
                      <a:moveTo>
                        <a:pt x="1038622" y="519311"/>
                      </a:moveTo>
                      <a:cubicBezTo>
                        <a:pt x="1038622" y="806119"/>
                        <a:pt x="806118" y="1038622"/>
                        <a:pt x="519311" y="1038622"/>
                      </a:cubicBezTo>
                      <a:cubicBezTo>
                        <a:pt x="232503" y="1038622"/>
                        <a:pt x="0" y="806119"/>
                        <a:pt x="0" y="519311"/>
                      </a:cubicBezTo>
                      <a:cubicBezTo>
                        <a:pt x="0" y="232504"/>
                        <a:pt x="232503" y="0"/>
                        <a:pt x="519311" y="0"/>
                      </a:cubicBezTo>
                      <a:cubicBezTo>
                        <a:pt x="806118" y="0"/>
                        <a:pt x="1038622" y="232504"/>
                        <a:pt x="1038622" y="519311"/>
                      </a:cubicBezTo>
                      <a:close/>
                    </a:path>
                  </a:pathLst>
                </a:custGeom>
                <a:noFill/>
                <a:ln w="19050" cap="rnd">
                  <a:solidFill>
                    <a:srgbClr val="2C0303"/>
                  </a:solidFill>
                  <a:prstDash val="solid"/>
                </a:ln>
              </p:spPr>
              <p:txBody>
                <a:bodyPr vert="horz" lIns="91440" tIns="45720" rIns="91440" bIns="45720" anchor="ctr">
                  <a:normAutofit/>
                </a:bodyPr>
                <a:lstStyle/>
                <a:p>
                  <a:pPr marL="0" algn="l"/>
                  <a:endParaRPr/>
                </a:p>
              </p:txBody>
            </p:sp>
            <p:sp>
              <p:nvSpPr>
                <p:cNvPr id="56" name="Freeform 56"/>
                <p:cNvSpPr/>
                <p:nvPr/>
              </p:nvSpPr>
              <p:spPr>
                <a:xfrm rot="-4644133">
                  <a:off x="3938815" y="4861594"/>
                  <a:ext cx="1038579" cy="1038579"/>
                </a:xfrm>
                <a:custGeom>
                  <a:avLst/>
                  <a:gdLst/>
                  <a:ahLst/>
                  <a:cxnLst/>
                  <a:rect l="l" t="t" r="r" b="b"/>
                  <a:pathLst>
                    <a:path w="1038579" h="1038579">
                      <a:moveTo>
                        <a:pt x="1038579" y="519290"/>
                      </a:moveTo>
                      <a:cubicBezTo>
                        <a:pt x="1038579" y="806086"/>
                        <a:pt x="806085" y="1038579"/>
                        <a:pt x="519290" y="1038579"/>
                      </a:cubicBezTo>
                      <a:cubicBezTo>
                        <a:pt x="232494" y="1038579"/>
                        <a:pt x="0" y="806086"/>
                        <a:pt x="0" y="519290"/>
                      </a:cubicBezTo>
                      <a:cubicBezTo>
                        <a:pt x="0" y="232494"/>
                        <a:pt x="232494" y="0"/>
                        <a:pt x="519290" y="0"/>
                      </a:cubicBezTo>
                      <a:cubicBezTo>
                        <a:pt x="806085" y="0"/>
                        <a:pt x="1038579" y="232494"/>
                        <a:pt x="1038579" y="519290"/>
                      </a:cubicBezTo>
                      <a:close/>
                    </a:path>
                  </a:pathLst>
                </a:custGeom>
                <a:noFill/>
                <a:ln w="19050" cap="rnd">
                  <a:solidFill>
                    <a:srgbClr val="2C0303"/>
                  </a:solidFill>
                  <a:prstDash val="solid"/>
                </a:ln>
              </p:spPr>
              <p:txBody>
                <a:bodyPr vert="horz" lIns="91440" tIns="45720" rIns="91440" bIns="45720" anchor="ctr">
                  <a:normAutofit/>
                </a:bodyPr>
                <a:lstStyle/>
                <a:p>
                  <a:pPr marL="0" algn="l"/>
                  <a:endParaRPr/>
                </a:p>
              </p:txBody>
            </p:sp>
            <p:sp>
              <p:nvSpPr>
                <p:cNvPr id="57" name="Freeform 57"/>
                <p:cNvSpPr/>
                <p:nvPr/>
              </p:nvSpPr>
              <p:spPr>
                <a:xfrm>
                  <a:off x="3662553" y="5380577"/>
                  <a:ext cx="276320" cy="9525"/>
                </a:xfrm>
                <a:custGeom>
                  <a:avLst/>
                  <a:gdLst/>
                  <a:ahLst/>
                  <a:cxnLst/>
                  <a:rect l="l" t="t" r="r" b="b"/>
                  <a:pathLst>
                    <a:path w="276320" h="9525">
                      <a:moveTo>
                        <a:pt x="0" y="0"/>
                      </a:moveTo>
                      <a:lnTo>
                        <a:pt x="276320" y="0"/>
                      </a:lnTo>
                    </a:path>
                  </a:pathLst>
                </a:custGeom>
                <a:ln w="19050" cap="rnd">
                  <a:solidFill>
                    <a:srgbClr val="2C0303"/>
                  </a:solidFill>
                  <a:prstDash val="solid"/>
                </a:ln>
              </p:spPr>
              <p:txBody>
                <a:bodyPr vert="horz" lIns="91440" tIns="45720" rIns="91440" bIns="45720" anchor="ctr">
                  <a:normAutofit fontScale="25000" lnSpcReduction="20000"/>
                </a:bodyPr>
                <a:lstStyle/>
                <a:p>
                  <a:pPr marL="0" algn="l"/>
                  <a:endParaRPr/>
                </a:p>
              </p:txBody>
            </p:sp>
            <p:sp>
              <p:nvSpPr>
                <p:cNvPr id="58" name="Freeform 58"/>
                <p:cNvSpPr/>
                <p:nvPr/>
              </p:nvSpPr>
              <p:spPr>
                <a:xfrm>
                  <a:off x="2625566" y="5423916"/>
                  <a:ext cx="1784413" cy="476059"/>
                </a:xfrm>
                <a:custGeom>
                  <a:avLst/>
                  <a:gdLst/>
                  <a:ahLst/>
                  <a:cxnLst/>
                  <a:rect l="l" t="t" r="r" b="b"/>
                  <a:pathLst>
                    <a:path w="1784413" h="476059">
                      <a:moveTo>
                        <a:pt x="0" y="0"/>
                      </a:moveTo>
                      <a:lnTo>
                        <a:pt x="1667161" y="94964"/>
                      </a:lnTo>
                      <a:cubicBezTo>
                        <a:pt x="1732979" y="98679"/>
                        <a:pt x="1784414" y="153162"/>
                        <a:pt x="1784414" y="219170"/>
                      </a:cubicBezTo>
                      <a:lnTo>
                        <a:pt x="1784414" y="476060"/>
                      </a:lnTo>
                    </a:path>
                  </a:pathLst>
                </a:custGeom>
                <a:noFill/>
                <a:ln w="19050" cap="rnd">
                  <a:solidFill>
                    <a:srgbClr val="2C0303"/>
                  </a:solidFill>
                  <a:prstDash val="solid"/>
                </a:ln>
              </p:spPr>
              <p:txBody>
                <a:bodyPr vert="horz" lIns="91440" tIns="45720" rIns="91440" bIns="45720" anchor="ctr">
                  <a:normAutofit/>
                </a:bodyPr>
                <a:lstStyle/>
                <a:p>
                  <a:pPr marL="0" algn="l"/>
                  <a:endParaRPr/>
                </a:p>
              </p:txBody>
            </p:sp>
            <p:sp>
              <p:nvSpPr>
                <p:cNvPr id="59" name="Freeform 59"/>
                <p:cNvSpPr/>
                <p:nvPr/>
              </p:nvSpPr>
              <p:spPr>
                <a:xfrm>
                  <a:off x="4980432" y="5469159"/>
                  <a:ext cx="618838" cy="430720"/>
                </a:xfrm>
                <a:custGeom>
                  <a:avLst/>
                  <a:gdLst/>
                  <a:ahLst/>
                  <a:cxnLst/>
                  <a:rect l="l" t="t" r="r" b="b"/>
                  <a:pathLst>
                    <a:path w="618838" h="430720">
                      <a:moveTo>
                        <a:pt x="0" y="0"/>
                      </a:moveTo>
                      <a:lnTo>
                        <a:pt x="501586" y="49625"/>
                      </a:lnTo>
                      <a:cubicBezTo>
                        <a:pt x="567404" y="53340"/>
                        <a:pt x="618839" y="107823"/>
                        <a:pt x="618839" y="173831"/>
                      </a:cubicBezTo>
                      <a:lnTo>
                        <a:pt x="618839" y="430721"/>
                      </a:lnTo>
                    </a:path>
                  </a:pathLst>
                </a:custGeom>
                <a:noFill/>
                <a:ln w="19050" cap="rnd">
                  <a:solidFill>
                    <a:srgbClr val="2C0303"/>
                  </a:solidFill>
                  <a:prstDash val="solid"/>
                </a:ln>
              </p:spPr>
              <p:txBody>
                <a:bodyPr vert="horz" lIns="91440" tIns="45720" rIns="91440" bIns="45720" anchor="ctr">
                  <a:normAutofit/>
                </a:bodyPr>
                <a:lstStyle/>
                <a:p>
                  <a:pPr marL="0" algn="l"/>
                  <a:endParaRPr/>
                </a:p>
              </p:txBody>
            </p:sp>
          </p:grpSp>
          <p:grpSp>
            <p:nvGrpSpPr>
              <p:cNvPr id="60" name="Group 60"/>
              <p:cNvGrpSpPr/>
              <p:nvPr/>
            </p:nvGrpSpPr>
            <p:grpSpPr>
              <a:xfrm>
                <a:off x="1593913" y="3974306"/>
                <a:ext cx="625887" cy="2884265"/>
                <a:chOff x="1593913" y="3974306"/>
                <a:chExt cx="625887" cy="2884265"/>
              </a:xfrm>
            </p:grpSpPr>
            <p:sp>
              <p:nvSpPr>
                <p:cNvPr id="61" name="Freeform 61"/>
                <p:cNvSpPr/>
                <p:nvPr/>
              </p:nvSpPr>
              <p:spPr>
                <a:xfrm>
                  <a:off x="1593913" y="3974306"/>
                  <a:ext cx="625887" cy="2884265"/>
                </a:xfrm>
                <a:custGeom>
                  <a:avLst/>
                  <a:gdLst/>
                  <a:ahLst/>
                  <a:cxnLst/>
                  <a:rect l="l" t="t" r="r" b="b"/>
                  <a:pathLst>
                    <a:path w="625887" h="2884265">
                      <a:moveTo>
                        <a:pt x="0" y="0"/>
                      </a:moveTo>
                      <a:lnTo>
                        <a:pt x="625888" y="0"/>
                      </a:lnTo>
                      <a:lnTo>
                        <a:pt x="625888" y="2884265"/>
                      </a:lnTo>
                      <a:lnTo>
                        <a:pt x="0" y="2884265"/>
                      </a:lnTo>
                      <a:close/>
                    </a:path>
                  </a:pathLst>
                </a:custGeom>
                <a:solidFill>
                  <a:srgbClr val="FF5900"/>
                </a:solidFill>
                <a:ln cap="flat">
                  <a:prstDash val="solid"/>
                </a:ln>
              </p:spPr>
              <p:txBody>
                <a:bodyPr vert="horz" lIns="91440" tIns="45720" rIns="91440" bIns="45720" anchor="ctr">
                  <a:normAutofit/>
                </a:bodyPr>
                <a:lstStyle/>
                <a:p>
                  <a:pPr marL="0" algn="l"/>
                  <a:endParaRPr/>
                </a:p>
              </p:txBody>
            </p:sp>
            <p:sp>
              <p:nvSpPr>
                <p:cNvPr id="62" name="Freeform 62"/>
                <p:cNvSpPr/>
                <p:nvPr/>
              </p:nvSpPr>
              <p:spPr>
                <a:xfrm>
                  <a:off x="1778698" y="4233672"/>
                  <a:ext cx="214693" cy="2412777"/>
                </a:xfrm>
                <a:custGeom>
                  <a:avLst/>
                  <a:gdLst/>
                  <a:ahLst/>
                  <a:cxnLst/>
                  <a:rect l="l" t="t" r="r" b="b"/>
                  <a:pathLst>
                    <a:path w="214693" h="2412777">
                      <a:moveTo>
                        <a:pt x="0" y="0"/>
                      </a:moveTo>
                      <a:lnTo>
                        <a:pt x="214693" y="0"/>
                      </a:lnTo>
                      <a:lnTo>
                        <a:pt x="214693" y="2412778"/>
                      </a:lnTo>
                      <a:lnTo>
                        <a:pt x="0" y="2412778"/>
                      </a:lnTo>
                      <a:close/>
                    </a:path>
                  </a:pathLst>
                </a:custGeom>
                <a:noFill/>
                <a:ln w="19050" cap="rnd">
                  <a:solidFill>
                    <a:srgbClr val="2C0303"/>
                  </a:solidFill>
                  <a:prstDash val="solid"/>
                </a:ln>
              </p:spPr>
              <p:txBody>
                <a:bodyPr vert="horz" lIns="91440" tIns="45720" rIns="91440" bIns="45720" anchor="ctr">
                  <a:normAutofit/>
                </a:bodyPr>
                <a:lstStyle/>
                <a:p>
                  <a:pPr marL="0" algn="l"/>
                  <a:endParaRPr/>
                </a:p>
              </p:txBody>
            </p:sp>
          </p:grpSp>
          <p:grpSp>
            <p:nvGrpSpPr>
              <p:cNvPr id="63" name="Group 63"/>
              <p:cNvGrpSpPr/>
              <p:nvPr/>
            </p:nvGrpSpPr>
            <p:grpSpPr>
              <a:xfrm>
                <a:off x="0" y="3109817"/>
                <a:ext cx="625792" cy="3748754"/>
                <a:chOff x="0" y="3109817"/>
                <a:chExt cx="625792" cy="3748754"/>
              </a:xfrm>
            </p:grpSpPr>
            <p:sp>
              <p:nvSpPr>
                <p:cNvPr id="64" name="Freeform 64"/>
                <p:cNvSpPr/>
                <p:nvPr/>
              </p:nvSpPr>
              <p:spPr>
                <a:xfrm>
                  <a:off x="0" y="3109817"/>
                  <a:ext cx="625792" cy="3748754"/>
                </a:xfrm>
                <a:custGeom>
                  <a:avLst/>
                  <a:gdLst/>
                  <a:ahLst/>
                  <a:cxnLst/>
                  <a:rect l="l" t="t" r="r" b="b"/>
                  <a:pathLst>
                    <a:path w="625792" h="3748754">
                      <a:moveTo>
                        <a:pt x="0" y="0"/>
                      </a:moveTo>
                      <a:lnTo>
                        <a:pt x="625793" y="0"/>
                      </a:lnTo>
                      <a:lnTo>
                        <a:pt x="625793" y="3748754"/>
                      </a:lnTo>
                      <a:lnTo>
                        <a:pt x="0" y="3748754"/>
                      </a:lnTo>
                      <a:close/>
                    </a:path>
                  </a:pathLst>
                </a:custGeom>
                <a:solidFill>
                  <a:srgbClr val="FF8886"/>
                </a:solidFill>
                <a:ln cap="flat">
                  <a:prstDash val="solid"/>
                </a:ln>
              </p:spPr>
              <p:txBody>
                <a:bodyPr vert="horz" lIns="91440" tIns="45720" rIns="91440" bIns="45720" anchor="ctr">
                  <a:normAutofit/>
                </a:bodyPr>
                <a:lstStyle/>
                <a:p>
                  <a:pPr marL="0" algn="l"/>
                  <a:endParaRPr/>
                </a:p>
              </p:txBody>
            </p:sp>
            <p:grpSp>
              <p:nvGrpSpPr>
                <p:cNvPr id="65" name="Group 65"/>
                <p:cNvGrpSpPr/>
                <p:nvPr/>
              </p:nvGrpSpPr>
              <p:grpSpPr>
                <a:xfrm>
                  <a:off x="0" y="3306413"/>
                  <a:ext cx="625792" cy="283083"/>
                  <a:chOff x="0" y="3306413"/>
                  <a:chExt cx="625792" cy="283083"/>
                </a:xfrm>
                <a:solidFill>
                  <a:srgbClr val="FFFFFF"/>
                </a:solidFill>
              </p:grpSpPr>
              <p:sp>
                <p:nvSpPr>
                  <p:cNvPr id="66" name="Freeform 66"/>
                  <p:cNvSpPr/>
                  <p:nvPr/>
                </p:nvSpPr>
                <p:spPr>
                  <a:xfrm>
                    <a:off x="0" y="3306413"/>
                    <a:ext cx="625792" cy="110013"/>
                  </a:xfrm>
                  <a:custGeom>
                    <a:avLst/>
                    <a:gdLst/>
                    <a:ahLst/>
                    <a:cxnLst/>
                    <a:rect l="l" t="t" r="r" b="b"/>
                    <a:pathLst>
                      <a:path w="625792" h="110013">
                        <a:moveTo>
                          <a:pt x="0" y="0"/>
                        </a:moveTo>
                        <a:lnTo>
                          <a:pt x="625793" y="0"/>
                        </a:lnTo>
                        <a:lnTo>
                          <a:pt x="625793" y="110014"/>
                        </a:lnTo>
                        <a:lnTo>
                          <a:pt x="0" y="110014"/>
                        </a:ln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67" name="Freeform 67"/>
                  <p:cNvSpPr/>
                  <p:nvPr/>
                </p:nvSpPr>
                <p:spPr>
                  <a:xfrm>
                    <a:off x="0" y="3479482"/>
                    <a:ext cx="625792" cy="110013"/>
                  </a:xfrm>
                  <a:custGeom>
                    <a:avLst/>
                    <a:gdLst/>
                    <a:ahLst/>
                    <a:cxnLst/>
                    <a:rect l="l" t="t" r="r" b="b"/>
                    <a:pathLst>
                      <a:path w="625792" h="110013">
                        <a:moveTo>
                          <a:pt x="0" y="0"/>
                        </a:moveTo>
                        <a:lnTo>
                          <a:pt x="625793" y="0"/>
                        </a:lnTo>
                        <a:lnTo>
                          <a:pt x="625793" y="110014"/>
                        </a:lnTo>
                        <a:lnTo>
                          <a:pt x="0" y="110014"/>
                        </a:ln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grpSp>
            <p:grpSp>
              <p:nvGrpSpPr>
                <p:cNvPr id="68" name="Group 68"/>
                <p:cNvGrpSpPr/>
                <p:nvPr/>
              </p:nvGrpSpPr>
              <p:grpSpPr>
                <a:xfrm>
                  <a:off x="0" y="6376130"/>
                  <a:ext cx="625792" cy="283178"/>
                  <a:chOff x="0" y="6376130"/>
                  <a:chExt cx="625792" cy="283178"/>
                </a:xfrm>
                <a:solidFill>
                  <a:srgbClr val="FFFFFF"/>
                </a:solidFill>
              </p:grpSpPr>
              <p:sp>
                <p:nvSpPr>
                  <p:cNvPr id="69" name="Freeform 69"/>
                  <p:cNvSpPr/>
                  <p:nvPr/>
                </p:nvSpPr>
                <p:spPr>
                  <a:xfrm>
                    <a:off x="0" y="6376130"/>
                    <a:ext cx="625792" cy="110013"/>
                  </a:xfrm>
                  <a:custGeom>
                    <a:avLst/>
                    <a:gdLst/>
                    <a:ahLst/>
                    <a:cxnLst/>
                    <a:rect l="l" t="t" r="r" b="b"/>
                    <a:pathLst>
                      <a:path w="625792" h="110013">
                        <a:moveTo>
                          <a:pt x="0" y="0"/>
                        </a:moveTo>
                        <a:lnTo>
                          <a:pt x="625793" y="0"/>
                        </a:lnTo>
                        <a:lnTo>
                          <a:pt x="625793" y="110014"/>
                        </a:lnTo>
                        <a:lnTo>
                          <a:pt x="0" y="110014"/>
                        </a:ln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70" name="Freeform 70"/>
                  <p:cNvSpPr/>
                  <p:nvPr/>
                </p:nvSpPr>
                <p:spPr>
                  <a:xfrm>
                    <a:off x="0" y="6549294"/>
                    <a:ext cx="625792" cy="110013"/>
                  </a:xfrm>
                  <a:custGeom>
                    <a:avLst/>
                    <a:gdLst/>
                    <a:ahLst/>
                    <a:cxnLst/>
                    <a:rect l="l" t="t" r="r" b="b"/>
                    <a:pathLst>
                      <a:path w="625792" h="110013">
                        <a:moveTo>
                          <a:pt x="0" y="0"/>
                        </a:moveTo>
                        <a:lnTo>
                          <a:pt x="625793" y="0"/>
                        </a:lnTo>
                        <a:lnTo>
                          <a:pt x="625793" y="110014"/>
                        </a:lnTo>
                        <a:lnTo>
                          <a:pt x="0" y="110014"/>
                        </a:ln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grpSp>
            <p:sp>
              <p:nvSpPr>
                <p:cNvPr id="71" name="Freeform 71"/>
                <p:cNvSpPr/>
                <p:nvPr/>
              </p:nvSpPr>
              <p:spPr>
                <a:xfrm>
                  <a:off x="301847" y="3864483"/>
                  <a:ext cx="25812" cy="2180939"/>
                </a:xfrm>
                <a:custGeom>
                  <a:avLst/>
                  <a:gdLst/>
                  <a:ahLst/>
                  <a:cxnLst/>
                  <a:rect l="l" t="t" r="r" b="b"/>
                  <a:pathLst>
                    <a:path w="25812" h="2180939">
                      <a:moveTo>
                        <a:pt x="0" y="0"/>
                      </a:moveTo>
                      <a:lnTo>
                        <a:pt x="25813" y="2180939"/>
                      </a:lnTo>
                    </a:path>
                  </a:pathLst>
                </a:custGeom>
                <a:ln w="19050" cap="rnd">
                  <a:solidFill>
                    <a:srgbClr val="2C0303"/>
                  </a:solidFill>
                  <a:prstDash val="solid"/>
                </a:ln>
              </p:spPr>
              <p:txBody>
                <a:bodyPr vert="horz" lIns="91440" tIns="45720" rIns="91440" bIns="45720" anchor="ctr">
                  <a:normAutofit/>
                </a:bodyPr>
                <a:lstStyle/>
                <a:p>
                  <a:pPr marL="0" algn="l"/>
                  <a:endParaRPr/>
                </a:p>
              </p:txBody>
            </p:sp>
          </p:grpSp>
          <p:grpSp>
            <p:nvGrpSpPr>
              <p:cNvPr id="72" name="Group 72"/>
              <p:cNvGrpSpPr/>
              <p:nvPr/>
            </p:nvGrpSpPr>
            <p:grpSpPr>
              <a:xfrm>
                <a:off x="592836" y="3114389"/>
                <a:ext cx="1004506" cy="3739229"/>
                <a:chOff x="592836" y="3114389"/>
                <a:chExt cx="1004506" cy="3739229"/>
              </a:xfrm>
            </p:grpSpPr>
            <p:sp>
              <p:nvSpPr>
                <p:cNvPr id="73" name="Freeform 73"/>
                <p:cNvSpPr/>
                <p:nvPr/>
              </p:nvSpPr>
              <p:spPr>
                <a:xfrm>
                  <a:off x="592836" y="3114389"/>
                  <a:ext cx="1004506" cy="3739229"/>
                </a:xfrm>
                <a:custGeom>
                  <a:avLst/>
                  <a:gdLst/>
                  <a:ahLst/>
                  <a:cxnLst/>
                  <a:rect l="l" t="t" r="r" b="b"/>
                  <a:pathLst>
                    <a:path w="1004506" h="3739229">
                      <a:moveTo>
                        <a:pt x="0" y="0"/>
                      </a:moveTo>
                      <a:lnTo>
                        <a:pt x="1004507" y="0"/>
                      </a:lnTo>
                      <a:lnTo>
                        <a:pt x="1004507" y="3739229"/>
                      </a:lnTo>
                      <a:lnTo>
                        <a:pt x="0" y="3739229"/>
                      </a:lnTo>
                      <a:close/>
                    </a:path>
                  </a:pathLst>
                </a:custGeom>
                <a:solidFill>
                  <a:srgbClr val="1B3276"/>
                </a:solidFill>
                <a:ln cap="flat">
                  <a:prstDash val="solid"/>
                </a:ln>
              </p:spPr>
              <p:txBody>
                <a:bodyPr vert="horz" lIns="91440" tIns="45720" rIns="91440" bIns="45720" anchor="ctr">
                  <a:normAutofit/>
                </a:bodyPr>
                <a:lstStyle/>
                <a:p>
                  <a:pPr marL="0" algn="l"/>
                  <a:endParaRPr/>
                </a:p>
              </p:txBody>
            </p:sp>
            <p:sp>
              <p:nvSpPr>
                <p:cNvPr id="74" name="Freeform 74"/>
                <p:cNvSpPr/>
                <p:nvPr/>
              </p:nvSpPr>
              <p:spPr>
                <a:xfrm>
                  <a:off x="974502" y="3673411"/>
                  <a:ext cx="206502" cy="2605278"/>
                </a:xfrm>
                <a:custGeom>
                  <a:avLst/>
                  <a:gdLst/>
                  <a:ahLst/>
                  <a:cxnLst/>
                  <a:rect l="l" t="t" r="r" b="b"/>
                  <a:pathLst>
                    <a:path w="206502" h="2605278">
                      <a:moveTo>
                        <a:pt x="0" y="0"/>
                      </a:moveTo>
                      <a:lnTo>
                        <a:pt x="206502" y="0"/>
                      </a:lnTo>
                      <a:lnTo>
                        <a:pt x="206502" y="2605278"/>
                      </a:lnTo>
                      <a:lnTo>
                        <a:pt x="0" y="2605278"/>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75" name="Freeform 75"/>
                <p:cNvSpPr/>
                <p:nvPr/>
              </p:nvSpPr>
              <p:spPr>
                <a:xfrm>
                  <a:off x="592836" y="3114389"/>
                  <a:ext cx="1004506" cy="471487"/>
                </a:xfrm>
                <a:custGeom>
                  <a:avLst/>
                  <a:gdLst/>
                  <a:ahLst/>
                  <a:cxnLst/>
                  <a:rect l="l" t="t" r="r" b="b"/>
                  <a:pathLst>
                    <a:path w="1004506" h="471487">
                      <a:moveTo>
                        <a:pt x="0" y="0"/>
                      </a:moveTo>
                      <a:lnTo>
                        <a:pt x="1004507" y="0"/>
                      </a:lnTo>
                      <a:lnTo>
                        <a:pt x="1004507" y="471488"/>
                      </a:lnTo>
                      <a:lnTo>
                        <a:pt x="0" y="471488"/>
                      </a:lnTo>
                      <a:close/>
                    </a:path>
                  </a:pathLst>
                </a:custGeom>
                <a:solidFill>
                  <a:srgbClr val="284499"/>
                </a:solidFill>
                <a:ln cap="flat">
                  <a:prstDash val="solid"/>
                </a:ln>
              </p:spPr>
              <p:txBody>
                <a:bodyPr vert="horz" lIns="91440" tIns="45720" rIns="91440" bIns="45720" anchor="ctr">
                  <a:normAutofit/>
                </a:bodyPr>
                <a:lstStyle/>
                <a:p>
                  <a:pPr marL="0" algn="l"/>
                  <a:endParaRPr/>
                </a:p>
              </p:txBody>
            </p:sp>
            <p:sp>
              <p:nvSpPr>
                <p:cNvPr id="76" name="Freeform 76"/>
                <p:cNvSpPr/>
                <p:nvPr/>
              </p:nvSpPr>
              <p:spPr>
                <a:xfrm>
                  <a:off x="592836" y="6380130"/>
                  <a:ext cx="1004506" cy="473487"/>
                </a:xfrm>
                <a:custGeom>
                  <a:avLst/>
                  <a:gdLst/>
                  <a:ahLst/>
                  <a:cxnLst/>
                  <a:rect l="l" t="t" r="r" b="b"/>
                  <a:pathLst>
                    <a:path w="1004506" h="473487">
                      <a:moveTo>
                        <a:pt x="0" y="0"/>
                      </a:moveTo>
                      <a:lnTo>
                        <a:pt x="1004507" y="0"/>
                      </a:lnTo>
                      <a:lnTo>
                        <a:pt x="1004507" y="473488"/>
                      </a:lnTo>
                      <a:lnTo>
                        <a:pt x="0" y="473488"/>
                      </a:lnTo>
                      <a:close/>
                    </a:path>
                  </a:pathLst>
                </a:custGeom>
                <a:solidFill>
                  <a:srgbClr val="284499"/>
                </a:solidFill>
                <a:ln cap="flat">
                  <a:prstDash val="solid"/>
                </a:ln>
              </p:spPr>
              <p:txBody>
                <a:bodyPr vert="horz" lIns="91440" tIns="45720" rIns="91440" bIns="45720" anchor="ctr">
                  <a:normAutofit/>
                </a:bodyPr>
                <a:lstStyle/>
                <a:p>
                  <a:pPr marL="0" algn="l"/>
                  <a:endParaRPr/>
                </a:p>
              </p:txBody>
            </p:sp>
          </p:grpSp>
          <p:grpSp>
            <p:nvGrpSpPr>
              <p:cNvPr id="77" name="Group 77"/>
              <p:cNvGrpSpPr/>
              <p:nvPr/>
            </p:nvGrpSpPr>
            <p:grpSpPr>
              <a:xfrm>
                <a:off x="2051994" y="2856190"/>
                <a:ext cx="3637121" cy="897445"/>
                <a:chOff x="2051994" y="2856190"/>
                <a:chExt cx="3637121" cy="897445"/>
              </a:xfrm>
              <a:solidFill>
                <a:srgbClr val="FFFFFF"/>
              </a:solidFill>
            </p:grpSpPr>
            <p:sp>
              <p:nvSpPr>
                <p:cNvPr id="78" name="Freeform 78"/>
                <p:cNvSpPr/>
                <p:nvPr/>
              </p:nvSpPr>
              <p:spPr>
                <a:xfrm>
                  <a:off x="2051994" y="2856190"/>
                  <a:ext cx="341233" cy="341233"/>
                </a:xfrm>
                <a:custGeom>
                  <a:avLst/>
                  <a:gdLst/>
                  <a:ahLst/>
                  <a:cxnLst/>
                  <a:rect l="l" t="t" r="r" b="b"/>
                  <a:pathLst>
                    <a:path w="341233" h="341233">
                      <a:moveTo>
                        <a:pt x="14073" y="189333"/>
                      </a:moveTo>
                      <a:cubicBezTo>
                        <a:pt x="95607" y="213241"/>
                        <a:pt x="127992" y="245626"/>
                        <a:pt x="151900" y="327160"/>
                      </a:cubicBezTo>
                      <a:cubicBezTo>
                        <a:pt x="157424" y="345924"/>
                        <a:pt x="183809" y="345924"/>
                        <a:pt x="189333" y="327160"/>
                      </a:cubicBezTo>
                      <a:cubicBezTo>
                        <a:pt x="213241" y="245626"/>
                        <a:pt x="245626" y="213241"/>
                        <a:pt x="327160" y="189333"/>
                      </a:cubicBezTo>
                      <a:cubicBezTo>
                        <a:pt x="345924" y="183809"/>
                        <a:pt x="345924" y="157424"/>
                        <a:pt x="327160" y="151900"/>
                      </a:cubicBezTo>
                      <a:cubicBezTo>
                        <a:pt x="245626" y="127992"/>
                        <a:pt x="213241" y="95607"/>
                        <a:pt x="189333" y="14073"/>
                      </a:cubicBezTo>
                      <a:cubicBezTo>
                        <a:pt x="183809" y="-4691"/>
                        <a:pt x="157424" y="-4691"/>
                        <a:pt x="151900" y="14073"/>
                      </a:cubicBezTo>
                      <a:cubicBezTo>
                        <a:pt x="127992" y="95607"/>
                        <a:pt x="95607" y="127992"/>
                        <a:pt x="14073" y="151900"/>
                      </a:cubicBezTo>
                      <a:cubicBezTo>
                        <a:pt x="-4691" y="157424"/>
                        <a:pt x="-4691" y="183809"/>
                        <a:pt x="14073" y="189333"/>
                      </a:cubicBezTo>
                      <a:close/>
                    </a:path>
                  </a:pathLst>
                </a:custGeom>
                <a:solidFill>
                  <a:srgbClr val="FFFFFF"/>
                </a:solidFill>
                <a:ln cap="flat">
                  <a:prstDash val="solid"/>
                </a:ln>
              </p:spPr>
              <p:txBody>
                <a:bodyPr vert="horz" lIns="91440" tIns="45720" rIns="91440" bIns="45720" anchor="ctr">
                  <a:normAutofit fontScale="92500" lnSpcReduction="20000"/>
                </a:bodyPr>
                <a:lstStyle/>
                <a:p>
                  <a:pPr marL="0" algn="l"/>
                  <a:endParaRPr/>
                </a:p>
              </p:txBody>
            </p:sp>
            <p:sp>
              <p:nvSpPr>
                <p:cNvPr id="79" name="Freeform 79"/>
                <p:cNvSpPr/>
                <p:nvPr/>
              </p:nvSpPr>
              <p:spPr>
                <a:xfrm>
                  <a:off x="5462087" y="3526607"/>
                  <a:ext cx="227028" cy="227028"/>
                </a:xfrm>
                <a:custGeom>
                  <a:avLst/>
                  <a:gdLst/>
                  <a:ahLst/>
                  <a:cxnLst/>
                  <a:rect l="l" t="t" r="r" b="b"/>
                  <a:pathLst>
                    <a:path w="227028" h="227028">
                      <a:moveTo>
                        <a:pt x="9358" y="125944"/>
                      </a:moveTo>
                      <a:cubicBezTo>
                        <a:pt x="63556" y="141851"/>
                        <a:pt x="85178" y="163378"/>
                        <a:pt x="101084" y="217670"/>
                      </a:cubicBezTo>
                      <a:cubicBezTo>
                        <a:pt x="104704" y="230148"/>
                        <a:pt x="122325" y="230148"/>
                        <a:pt x="125944" y="217670"/>
                      </a:cubicBezTo>
                      <a:cubicBezTo>
                        <a:pt x="141851" y="163473"/>
                        <a:pt x="163377" y="141851"/>
                        <a:pt x="217670" y="125944"/>
                      </a:cubicBezTo>
                      <a:cubicBezTo>
                        <a:pt x="230148" y="122325"/>
                        <a:pt x="230148" y="104704"/>
                        <a:pt x="217670" y="101084"/>
                      </a:cubicBezTo>
                      <a:cubicBezTo>
                        <a:pt x="163473" y="85177"/>
                        <a:pt x="141851" y="63651"/>
                        <a:pt x="125944" y="9358"/>
                      </a:cubicBezTo>
                      <a:cubicBezTo>
                        <a:pt x="122325" y="-3119"/>
                        <a:pt x="104704" y="-3119"/>
                        <a:pt x="101084" y="9358"/>
                      </a:cubicBezTo>
                      <a:cubicBezTo>
                        <a:pt x="85178" y="63556"/>
                        <a:pt x="63651" y="85177"/>
                        <a:pt x="9358" y="101084"/>
                      </a:cubicBezTo>
                      <a:cubicBezTo>
                        <a:pt x="-3119" y="104799"/>
                        <a:pt x="-3119" y="122325"/>
                        <a:pt x="9358" y="125944"/>
                      </a:cubicBezTo>
                      <a:close/>
                    </a:path>
                  </a:pathLst>
                </a:custGeom>
                <a:solidFill>
                  <a:srgbClr val="FFFFFF"/>
                </a:solidFill>
                <a:ln cap="flat">
                  <a:prstDash val="solid"/>
                </a:ln>
              </p:spPr>
              <p:txBody>
                <a:bodyPr vert="horz" lIns="91440" tIns="45720" rIns="91440" bIns="45720" anchor="ctr">
                  <a:normAutofit fontScale="40000" lnSpcReduction="20000"/>
                </a:bodyPr>
                <a:lstStyle/>
                <a:p>
                  <a:pPr marL="0" algn="l"/>
                  <a:endParaRPr/>
                </a:p>
              </p:txBody>
            </p:sp>
          </p:grpSp>
          <p:sp>
            <p:nvSpPr>
              <p:cNvPr id="80" name="Freeform 80"/>
              <p:cNvSpPr/>
              <p:nvPr/>
            </p:nvSpPr>
            <p:spPr>
              <a:xfrm>
                <a:off x="4192996" y="3254702"/>
                <a:ext cx="918219" cy="942076"/>
              </a:xfrm>
              <a:custGeom>
                <a:avLst/>
                <a:gdLst/>
                <a:ahLst/>
                <a:cxnLst/>
                <a:rect l="l" t="t" r="r" b="b"/>
                <a:pathLst>
                  <a:path w="918219" h="942076">
                    <a:moveTo>
                      <a:pt x="344713" y="8944"/>
                    </a:moveTo>
                    <a:lnTo>
                      <a:pt x="544834" y="187442"/>
                    </a:lnTo>
                    <a:cubicBezTo>
                      <a:pt x="553501" y="195157"/>
                      <a:pt x="565312" y="198110"/>
                      <a:pt x="576552" y="195348"/>
                    </a:cubicBezTo>
                    <a:lnTo>
                      <a:pt x="836965" y="131721"/>
                    </a:lnTo>
                    <a:cubicBezTo>
                      <a:pt x="865254" y="124768"/>
                      <a:pt x="889162" y="153343"/>
                      <a:pt x="877447" y="180013"/>
                    </a:cubicBezTo>
                    <a:lnTo>
                      <a:pt x="769528" y="425472"/>
                    </a:lnTo>
                    <a:cubicBezTo>
                      <a:pt x="764861" y="436044"/>
                      <a:pt x="765718" y="448236"/>
                      <a:pt x="771814" y="458047"/>
                    </a:cubicBezTo>
                    <a:lnTo>
                      <a:pt x="912879" y="686076"/>
                    </a:lnTo>
                    <a:cubicBezTo>
                      <a:pt x="928215" y="710841"/>
                      <a:pt x="908498" y="742369"/>
                      <a:pt x="879447" y="739511"/>
                    </a:cubicBezTo>
                    <a:lnTo>
                      <a:pt x="612652" y="712746"/>
                    </a:lnTo>
                    <a:cubicBezTo>
                      <a:pt x="601126" y="711603"/>
                      <a:pt x="589792" y="716175"/>
                      <a:pt x="582362" y="725033"/>
                    </a:cubicBezTo>
                    <a:lnTo>
                      <a:pt x="409102" y="929630"/>
                    </a:lnTo>
                    <a:cubicBezTo>
                      <a:pt x="390243" y="951823"/>
                      <a:pt x="354143" y="942870"/>
                      <a:pt x="347952" y="914390"/>
                    </a:cubicBezTo>
                    <a:lnTo>
                      <a:pt x="290992" y="652357"/>
                    </a:lnTo>
                    <a:cubicBezTo>
                      <a:pt x="288516" y="641023"/>
                      <a:pt x="280705" y="631688"/>
                      <a:pt x="269942" y="627307"/>
                    </a:cubicBezTo>
                    <a:lnTo>
                      <a:pt x="21816" y="525675"/>
                    </a:lnTo>
                    <a:cubicBezTo>
                      <a:pt x="-5140" y="514626"/>
                      <a:pt x="-7712" y="477478"/>
                      <a:pt x="17434" y="462810"/>
                    </a:cubicBezTo>
                    <a:lnTo>
                      <a:pt x="248987" y="327650"/>
                    </a:lnTo>
                    <a:cubicBezTo>
                      <a:pt x="258988" y="321840"/>
                      <a:pt x="265465" y="311457"/>
                      <a:pt x="266323" y="299932"/>
                    </a:cubicBezTo>
                    <a:lnTo>
                      <a:pt x="286230" y="32566"/>
                    </a:lnTo>
                    <a:cubicBezTo>
                      <a:pt x="288516" y="3514"/>
                      <a:pt x="322996" y="-10392"/>
                      <a:pt x="344713" y="8944"/>
                    </a:cubicBezTo>
                    <a:close/>
                  </a:path>
                </a:pathLst>
              </a:custGeom>
              <a:noFill/>
              <a:ln w="19050" cap="flat">
                <a:solidFill>
                  <a:srgbClr val="FFFFFF"/>
                </a:solidFill>
                <a:prstDash val="solid"/>
              </a:ln>
            </p:spPr>
            <p:txBody>
              <a:bodyPr vert="horz" lIns="91440" tIns="45720" rIns="91440" bIns="45720" anchor="ctr">
                <a:normAutofit/>
              </a:bodyPr>
              <a:lstStyle/>
              <a:p>
                <a:pPr marL="0" algn="l"/>
                <a:endParaRPr/>
              </a:p>
            </p:txBody>
          </p:sp>
          <p:sp>
            <p:nvSpPr>
              <p:cNvPr id="81" name="Freeform 81"/>
              <p:cNvSpPr/>
              <p:nvPr/>
            </p:nvSpPr>
            <p:spPr>
              <a:xfrm>
                <a:off x="2573924" y="2400014"/>
                <a:ext cx="494489" cy="1314545"/>
              </a:xfrm>
              <a:custGeom>
                <a:avLst/>
                <a:gdLst/>
                <a:ahLst/>
                <a:cxnLst/>
                <a:rect l="l" t="t" r="r" b="b"/>
                <a:pathLst>
                  <a:path w="494489" h="1314545">
                    <a:moveTo>
                      <a:pt x="217091" y="0"/>
                    </a:moveTo>
                    <a:cubicBezTo>
                      <a:pt x="733537" y="224600"/>
                      <a:pt x="425308" y="828104"/>
                      <a:pt x="126128" y="859917"/>
                    </a:cubicBezTo>
                    <a:cubicBezTo>
                      <a:pt x="-173053" y="891731"/>
                      <a:pt x="128128" y="444151"/>
                      <a:pt x="327677" y="856679"/>
                    </a:cubicBezTo>
                    <a:cubicBezTo>
                      <a:pt x="449406" y="1108234"/>
                      <a:pt x="254239" y="1314545"/>
                      <a:pt x="254239" y="1314545"/>
                    </a:cubicBezTo>
                  </a:path>
                </a:pathLst>
              </a:custGeom>
              <a:noFill/>
              <a:ln w="19050" cap="flat">
                <a:solidFill>
                  <a:srgbClr val="FFFFFF"/>
                </a:solidFill>
                <a:prstDash val="solid"/>
              </a:ln>
            </p:spPr>
            <p:txBody>
              <a:bodyPr vert="horz" lIns="91440" tIns="45720" rIns="91440" bIns="45720" anchor="ctr">
                <a:normAutofit/>
              </a:bodyPr>
              <a:lstStyle/>
              <a:p>
                <a:pPr marL="0" algn="l"/>
                <a:endParaRPr/>
              </a:p>
            </p:txBody>
          </p:sp>
          <p:sp>
            <p:nvSpPr>
              <p:cNvPr id="82" name="Freeform 82"/>
              <p:cNvSpPr/>
              <p:nvPr/>
            </p:nvSpPr>
            <p:spPr>
              <a:xfrm>
                <a:off x="2833592" y="3809809"/>
                <a:ext cx="917878" cy="566356"/>
              </a:xfrm>
              <a:custGeom>
                <a:avLst/>
                <a:gdLst/>
                <a:ahLst/>
                <a:cxnLst/>
                <a:rect l="l" t="t" r="r" b="b"/>
                <a:pathLst>
                  <a:path w="917878" h="566356">
                    <a:moveTo>
                      <a:pt x="0" y="566357"/>
                    </a:moveTo>
                    <a:cubicBezTo>
                      <a:pt x="6191" y="547878"/>
                      <a:pt x="116967" y="0"/>
                      <a:pt x="560165" y="0"/>
                    </a:cubicBezTo>
                    <a:cubicBezTo>
                      <a:pt x="1003363" y="0"/>
                      <a:pt x="966502" y="369380"/>
                      <a:pt x="812578" y="320135"/>
                    </a:cubicBezTo>
                  </a:path>
                </a:pathLst>
              </a:custGeom>
              <a:noFill/>
              <a:ln w="19050" cap="flat">
                <a:solidFill>
                  <a:srgbClr val="FFFFFF"/>
                </a:solidFill>
                <a:prstDash val="solid"/>
              </a:ln>
            </p:spPr>
            <p:txBody>
              <a:bodyPr vert="horz" lIns="91440" tIns="45720" rIns="91440" bIns="45720" anchor="ctr">
                <a:normAutofit/>
              </a:bodyPr>
              <a:lstStyle/>
              <a:p>
                <a:pPr marL="0" algn="l"/>
                <a:endParaRPr/>
              </a:p>
            </p:txBody>
          </p:sp>
        </p:grpSp>
      </p:grpSp>
      <p:sp>
        <p:nvSpPr>
          <p:cNvPr id="83" name="AutoShape 83"/>
          <p:cNvSpPr>
            <a:spLocks noGrp="1"/>
          </p:cNvSpPr>
          <p:nvPr>
            <p:ph type="title"/>
          </p:nvPr>
        </p:nvSpPr>
        <p:spPr>
          <a:xfrm>
            <a:off x="660399" y="1163301"/>
            <a:ext cx="10858500" cy="2649655"/>
          </a:xfrm>
          <a:prstGeom prst="rect">
            <a:avLst/>
          </a:prstGeom>
        </p:spPr>
        <p:txBody>
          <a:bodyPr vert="horz" wrap="square" lIns="91440" tIns="45720" rIns="91440" bIns="45720" anchor="b">
            <a:noAutofit/>
          </a:bodyPr>
          <a:lstStyle/>
          <a:p>
            <a:pPr algn="ctr">
              <a:lnSpc>
                <a:spcPct val="100000"/>
              </a:lnSpc>
              <a:spcBef>
                <a:spcPct val="0"/>
              </a:spcBef>
            </a:pPr>
            <a:r>
              <a:rPr lang="en-US" sz="7200" b="1" i="0" u="none" baseline="0">
                <a:solidFill>
                  <a:srgbClr val="000000"/>
                </a:solidFill>
                <a:latin typeface="Arial"/>
                <a:ea typeface="Arial"/>
              </a:rPr>
              <a:t>Click to add title</a:t>
            </a:r>
          </a:p>
        </p:txBody>
      </p:sp>
    </p:spTree>
    <p:extLst>
      <p:ext uri="{BB962C8B-B14F-4D97-AF65-F5344CB8AC3E}">
        <p14:creationId xmlns:p14="http://schemas.microsoft.com/office/powerpoint/2010/main" val="3730847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image" Target="../media/image1.png"/><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19"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9/3/20XX</a:t>
            </a:r>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713C8C-8E70-45D5-AE59-23E60168254E}" type="slidenum">
              <a:rPr lang="en-US" smtClean="0"/>
              <a:t>‹#›</a:t>
            </a:fld>
            <a:endParaRPr lang="en-US" dirty="0"/>
          </a:p>
        </p:txBody>
      </p:sp>
    </p:spTree>
    <p:extLst>
      <p:ext uri="{BB962C8B-B14F-4D97-AF65-F5344CB8AC3E}">
        <p14:creationId xmlns:p14="http://schemas.microsoft.com/office/powerpoint/2010/main" val="344619730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35" r:id="rId5"/>
    <p:sldLayoutId id="2147483739" r:id="rId6"/>
    <p:sldLayoutId id="2147483748" r:id="rId7"/>
    <p:sldLayoutId id="2147483737" r:id="rId8"/>
    <p:sldLayoutId id="2147483738" r:id="rId9"/>
    <p:sldLayoutId id="2147483749" r:id="rId10"/>
    <p:sldLayoutId id="2147483750" r:id="rId11"/>
    <p:sldLayoutId id="2147483751" r:id="rId12"/>
    <p:sldLayoutId id="2147483736" r:id="rId13"/>
    <p:sldLayoutId id="2147483740" r:id="rId14"/>
    <p:sldLayoutId id="2147483742" r:id="rId15"/>
    <p:sldLayoutId id="2147483743" r:id="rId16"/>
    <p:sldLayoutId id="2147483752" r:id="rId17"/>
    <p:sldLayoutId id="2147483771" r:id="rId18"/>
  </p:sldLayoutIdLst>
  <p:hf hdr="0"/>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C2-HD-TOP.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r>
              <a:rPr lang="en-US"/>
              <a:t>9/3/20XX</a:t>
            </a:r>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r>
              <a:rPr lang="en-US"/>
              <a:t>Presentation Title</a:t>
            </a:r>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9713C8C-8E70-45D5-AE59-23E60168254E}" type="slidenum">
              <a:rPr lang="en-US" smtClean="0"/>
              <a:t>‹#›</a:t>
            </a:fld>
            <a:endParaRPr lang="en-US" dirty="0"/>
          </a:p>
        </p:txBody>
      </p:sp>
    </p:spTree>
    <p:extLst>
      <p:ext uri="{BB962C8B-B14F-4D97-AF65-F5344CB8AC3E}">
        <p14:creationId xmlns:p14="http://schemas.microsoft.com/office/powerpoint/2010/main" val="2598777007"/>
      </p:ext>
    </p:extLst>
  </p:cSld>
  <p:clrMap bg1="lt1" tx1="dk1" bg2="lt2" tx2="dk2" accent1="accent1" accent2="accent2" accent3="accent3" accent4="accent4" accent5="accent5" accent6="accent6" hlink="hlink" folHlink="folHlink"/>
  <p:sldLayoutIdLst>
    <p:sldLayoutId id="2147483837" r:id="rId1"/>
    <p:sldLayoutId id="2147483838" r:id="rId2"/>
    <p:sldLayoutId id="2147483839" r:id="rId3"/>
    <p:sldLayoutId id="2147483840" r:id="rId4"/>
    <p:sldLayoutId id="2147483841" r:id="rId5"/>
    <p:sldLayoutId id="2147483842" r:id="rId6"/>
    <p:sldLayoutId id="2147483843" r:id="rId7"/>
    <p:sldLayoutId id="2147483844" r:id="rId8"/>
    <p:sldLayoutId id="2147483845" r:id="rId9"/>
    <p:sldLayoutId id="2147483846" r:id="rId10"/>
    <p:sldLayoutId id="2147483847" r:id="rId11"/>
    <p:sldLayoutId id="2147483848" r:id="rId12"/>
    <p:sldLayoutId id="2147483849" r:id="rId13"/>
    <p:sldLayoutId id="2147483850" r:id="rId14"/>
    <p:sldLayoutId id="2147483851" r:id="rId15"/>
    <p:sldLayoutId id="2147483852" r:id="rId16"/>
    <p:sldLayoutId id="2147483853" r:id="rId17"/>
    <p:sldLayoutId id="2147483855" r:id="rId18"/>
  </p:sldLayoutIdLst>
  <p:hf hdr="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8CF5B-E8DE-48F3-9581-51BBEC47AE73}"/>
              </a:ext>
            </a:extLst>
          </p:cNvPr>
          <p:cNvSpPr>
            <a:spLocks noGrp="1"/>
          </p:cNvSpPr>
          <p:nvPr>
            <p:ph type="ctrTitle"/>
          </p:nvPr>
        </p:nvSpPr>
        <p:spPr>
          <a:xfrm>
            <a:off x="1445342" y="1803405"/>
            <a:ext cx="9375058" cy="1156105"/>
          </a:xfrm>
        </p:spPr>
        <p:txBody>
          <a:bodyPr>
            <a:normAutofit fontScale="90000"/>
          </a:bodyPr>
          <a:lstStyle/>
          <a:p>
            <a:r>
              <a:rPr lang="zh-CN" altLang="en-US" sz="4800" b="1" i="0" u="none" baseline="0" dirty="0">
                <a:solidFill>
                  <a:srgbClr val="000000"/>
                </a:solidFill>
                <a:latin typeface="微软雅黑"/>
                <a:ea typeface="微软雅黑"/>
              </a:rPr>
              <a:t>JavaScript Logical Operator</a:t>
            </a:r>
            <a:endParaRPr lang="en-US" dirty="0"/>
          </a:p>
        </p:txBody>
      </p:sp>
      <p:sp>
        <p:nvSpPr>
          <p:cNvPr id="3" name="Subtitle 2">
            <a:extLst>
              <a:ext uri="{FF2B5EF4-FFF2-40B4-BE49-F238E27FC236}">
                <a16:creationId xmlns:a16="http://schemas.microsoft.com/office/drawing/2014/main" id="{EF5D29EF-CFED-41EF-9138-BE844655F339}"/>
              </a:ext>
            </a:extLst>
          </p:cNvPr>
          <p:cNvSpPr>
            <a:spLocks noGrp="1"/>
          </p:cNvSpPr>
          <p:nvPr>
            <p:ph type="subTitle" idx="1"/>
          </p:nvPr>
        </p:nvSpPr>
        <p:spPr>
          <a:xfrm>
            <a:off x="1371600" y="3632200"/>
            <a:ext cx="9448800" cy="1825095"/>
          </a:xfrm>
          <a:effectLst>
            <a:outerShdw blurRad="50800" dist="38100" dir="2700000" algn="tl" rotWithShape="0">
              <a:prstClr val="black">
                <a:alpha val="40000"/>
              </a:prstClr>
            </a:outerShdw>
          </a:effectLst>
        </p:spPr>
        <p:txBody>
          <a:bodyPr>
            <a:noAutofit/>
          </a:bodyPr>
          <a:lstStyle/>
          <a:p>
            <a:r>
              <a:rPr lang="en-US" sz="2400" b="1" dirty="0">
                <a:solidFill>
                  <a:schemeClr val="bg1"/>
                </a:solidFill>
              </a:rPr>
              <a:t>PARTH PANCHAL</a:t>
            </a:r>
          </a:p>
          <a:p>
            <a:endParaRPr lang="en-US" sz="2400" dirty="0">
              <a:solidFill>
                <a:schemeClr val="bg1"/>
              </a:solidFill>
            </a:endParaRPr>
          </a:p>
          <a:p>
            <a:pPr marL="342900" indent="-342900">
              <a:buFont typeface="Arial" panose="020B0604020202020204" pitchFamily="34" charset="0"/>
              <a:buChar char="•"/>
            </a:pPr>
            <a:r>
              <a:rPr lang="en-US" sz="2400" dirty="0">
                <a:solidFill>
                  <a:schemeClr val="bg1"/>
                </a:solidFill>
              </a:rPr>
              <a:t>Frontend Developer</a:t>
            </a:r>
            <a:br>
              <a:rPr lang="en-US" sz="2400" dirty="0">
                <a:solidFill>
                  <a:schemeClr val="bg1"/>
                </a:solidFill>
              </a:rPr>
            </a:br>
            <a:endParaRPr lang="en-US" sz="2400" dirty="0">
              <a:solidFill>
                <a:schemeClr val="bg1"/>
              </a:solidFill>
            </a:endParaRPr>
          </a:p>
          <a:p>
            <a:pPr marL="457200" indent="-457200">
              <a:buFont typeface="Arial" panose="020B0604020202020204" pitchFamily="34" charset="0"/>
              <a:buChar char="•"/>
            </a:pPr>
            <a:r>
              <a:rPr lang="en-US" sz="2400" dirty="0">
                <a:solidFill>
                  <a:schemeClr val="bg1"/>
                </a:solidFill>
              </a:rPr>
              <a:t>B-3 Batch</a:t>
            </a:r>
          </a:p>
        </p:txBody>
      </p:sp>
    </p:spTree>
    <p:extLst>
      <p:ext uri="{BB962C8B-B14F-4D97-AF65-F5344CB8AC3E}">
        <p14:creationId xmlns:p14="http://schemas.microsoft.com/office/powerpoint/2010/main" val="20747665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8930292" y="0"/>
                </a:moveTo>
                <a:lnTo>
                  <a:pt x="12192000" y="0"/>
                </a:lnTo>
                <a:lnTo>
                  <a:pt x="12192000" y="6858000"/>
                </a:lnTo>
                <a:lnTo>
                  <a:pt x="1567087" y="6858000"/>
                </a:lnTo>
                <a:lnTo>
                  <a:pt x="1958321" y="6735643"/>
                </a:lnTo>
                <a:cubicBezTo>
                  <a:pt x="5111444" y="5668530"/>
                  <a:pt x="7614512" y="3354951"/>
                  <a:pt x="8769025" y="440529"/>
                </a:cubicBezTo>
                <a:close/>
                <a:moveTo>
                  <a:pt x="0" y="0"/>
                </a:moveTo>
                <a:lnTo>
                  <a:pt x="1" y="0"/>
                </a:lnTo>
                <a:lnTo>
                  <a:pt x="1" y="6858000"/>
                </a:lnTo>
                <a:lnTo>
                  <a:pt x="0" y="6858000"/>
                </a:lnTo>
                <a:close/>
              </a:path>
            </a:pathLst>
          </a:custGeom>
          <a:solidFill>
            <a:schemeClr val="accent1">
              <a:alpha val="15000"/>
            </a:schemeClr>
          </a:solidFill>
          <a:ln cap="flat" cmpd="sng">
            <a:prstDash val="solid"/>
          </a:ln>
        </p:spPr>
        <p:txBody>
          <a:bodyPr vert="horz" wrap="square" lIns="91440" tIns="45720" rIns="91440" bIns="45720" anchor="ctr">
            <a:noAutofit/>
          </a:bodyPr>
          <a:lstStyle/>
          <a:p>
            <a:pPr marL="0" algn="ctr"/>
            <a:endParaRPr/>
          </a:p>
        </p:txBody>
      </p:sp>
      <p:sp>
        <p:nvSpPr>
          <p:cNvPr id="3" name="AutoShape 3"/>
          <p:cNvSpPr/>
          <p:nvPr/>
        </p:nvSpPr>
        <p:spPr>
          <a:xfrm>
            <a:off x="8037285" y="810451"/>
            <a:ext cx="3494314" cy="639699"/>
          </a:xfrm>
          <a:prstGeom prst="roundRect">
            <a:avLst>
              <a:gd name="adj" fmla="val 50000"/>
            </a:avLst>
          </a:prstGeom>
          <a:solidFill>
            <a:srgbClr val="FFFFFF"/>
          </a:solidFill>
        </p:spPr>
        <p:txBody>
          <a:bodyPr vert="horz" wrap="square" lIns="1080000" tIns="45720" rIns="91440" bIns="45720" anchor="ctr">
            <a:normAutofit/>
          </a:bodyPr>
          <a:lstStyle/>
          <a:p>
            <a:pPr marL="0" algn="l"/>
            <a:endParaRPr/>
          </a:p>
        </p:txBody>
      </p:sp>
      <p:sp>
        <p:nvSpPr>
          <p:cNvPr id="4" name="AutoShape 4"/>
          <p:cNvSpPr/>
          <p:nvPr/>
        </p:nvSpPr>
        <p:spPr>
          <a:xfrm>
            <a:off x="8045397" y="769715"/>
            <a:ext cx="721171" cy="721169"/>
          </a:xfrm>
          <a:prstGeom prst="roundRect">
            <a:avLst>
              <a:gd name="adj" fmla="val 50000"/>
            </a:avLst>
          </a:prstGeom>
          <a:gradFill>
            <a:gsLst>
              <a:gs pos="0">
                <a:srgbClr val="FF9A2C">
                  <a:lumMod val="60000"/>
                  <a:lumOff val="40000"/>
                </a:srgbClr>
              </a:gs>
              <a:gs pos="50000">
                <a:srgbClr val="FF9A2C"/>
              </a:gs>
            </a:gsLst>
            <a:lin ang="2700000"/>
          </a:gradFill>
          <a:ln w="76200">
            <a:solidFill>
              <a:srgbClr val="FFFFFF">
                <a:alpha val="95000"/>
              </a:srgbClr>
            </a:solidFill>
          </a:ln>
        </p:spPr>
        <p:txBody>
          <a:bodyPr vert="horz" wrap="none" lIns="91440" tIns="45720" rIns="91440" bIns="45720" anchor="ctr">
            <a:normAutofit/>
          </a:bodyPr>
          <a:lstStyle/>
          <a:p>
            <a:pPr marL="0" algn="ctr">
              <a:lnSpc>
                <a:spcPct val="110000"/>
              </a:lnSpc>
            </a:pPr>
            <a:r>
              <a:rPr lang="en-US" sz="2400" b="1" i="0" u="none" baseline="0">
                <a:solidFill>
                  <a:srgbClr val="FFFFFF"/>
                </a:solidFill>
                <a:latin typeface="Arial"/>
                <a:ea typeface="Arial"/>
              </a:rPr>
              <a:t>01</a:t>
            </a:r>
          </a:p>
        </p:txBody>
      </p:sp>
      <p:sp>
        <p:nvSpPr>
          <p:cNvPr id="5" name="AutoShape 5"/>
          <p:cNvSpPr/>
          <p:nvPr/>
        </p:nvSpPr>
        <p:spPr>
          <a:xfrm>
            <a:off x="7676699" y="1790931"/>
            <a:ext cx="3644900" cy="639699"/>
          </a:xfrm>
          <a:prstGeom prst="roundRect">
            <a:avLst>
              <a:gd name="adj" fmla="val 50000"/>
            </a:avLst>
          </a:prstGeom>
          <a:solidFill>
            <a:srgbClr val="FFFFFF"/>
          </a:solidFill>
        </p:spPr>
        <p:txBody>
          <a:bodyPr vert="horz" wrap="square" lIns="1080000" tIns="45720" rIns="91440" bIns="45720" anchor="ctr">
            <a:normAutofit/>
          </a:bodyPr>
          <a:lstStyle/>
          <a:p>
            <a:pPr marL="0" algn="l"/>
            <a:endParaRPr/>
          </a:p>
        </p:txBody>
      </p:sp>
      <p:sp>
        <p:nvSpPr>
          <p:cNvPr id="6" name="AutoShape 6"/>
          <p:cNvSpPr/>
          <p:nvPr/>
        </p:nvSpPr>
        <p:spPr>
          <a:xfrm>
            <a:off x="7684811" y="1702426"/>
            <a:ext cx="721171" cy="721169"/>
          </a:xfrm>
          <a:prstGeom prst="roundRect">
            <a:avLst>
              <a:gd name="adj" fmla="val 50000"/>
            </a:avLst>
          </a:prstGeom>
          <a:gradFill>
            <a:gsLst>
              <a:gs pos="0">
                <a:srgbClr val="FFC717">
                  <a:lumMod val="60000"/>
                  <a:lumOff val="40000"/>
                </a:srgbClr>
              </a:gs>
              <a:gs pos="50000">
                <a:srgbClr val="FFC717"/>
              </a:gs>
            </a:gsLst>
            <a:lin ang="2700000"/>
          </a:gradFill>
          <a:ln w="76200">
            <a:solidFill>
              <a:srgbClr val="FFFFFF">
                <a:alpha val="95000"/>
              </a:srgbClr>
            </a:solidFill>
          </a:ln>
        </p:spPr>
        <p:txBody>
          <a:bodyPr vert="horz" wrap="none" lIns="91440" tIns="45720" rIns="91440" bIns="45720" anchor="ctr">
            <a:normAutofit/>
          </a:bodyPr>
          <a:lstStyle/>
          <a:p>
            <a:pPr marL="0" algn="ctr">
              <a:lnSpc>
                <a:spcPct val="110000"/>
              </a:lnSpc>
            </a:pPr>
            <a:r>
              <a:rPr lang="en-US" sz="2400" b="1" i="0" u="none" baseline="0">
                <a:solidFill>
                  <a:srgbClr val="FFFFFF"/>
                </a:solidFill>
                <a:latin typeface="Arial"/>
                <a:ea typeface="Arial"/>
              </a:rPr>
              <a:t>02</a:t>
            </a:r>
          </a:p>
        </p:txBody>
      </p:sp>
      <p:sp>
        <p:nvSpPr>
          <p:cNvPr id="7" name="AutoShape 7"/>
          <p:cNvSpPr/>
          <p:nvPr/>
        </p:nvSpPr>
        <p:spPr>
          <a:xfrm>
            <a:off x="7072543" y="2771411"/>
            <a:ext cx="3644900" cy="639699"/>
          </a:xfrm>
          <a:prstGeom prst="roundRect">
            <a:avLst>
              <a:gd name="adj" fmla="val 50000"/>
            </a:avLst>
          </a:prstGeom>
          <a:solidFill>
            <a:srgbClr val="FFFFFF"/>
          </a:solidFill>
        </p:spPr>
        <p:txBody>
          <a:bodyPr vert="horz" wrap="square" lIns="1080000" tIns="45720" rIns="91440" bIns="45720" anchor="ctr">
            <a:normAutofit/>
          </a:bodyPr>
          <a:lstStyle/>
          <a:p>
            <a:pPr marL="0" algn="l"/>
            <a:endParaRPr/>
          </a:p>
        </p:txBody>
      </p:sp>
      <p:sp>
        <p:nvSpPr>
          <p:cNvPr id="8" name="AutoShape 8"/>
          <p:cNvSpPr/>
          <p:nvPr/>
        </p:nvSpPr>
        <p:spPr>
          <a:xfrm>
            <a:off x="7080655" y="2674471"/>
            <a:ext cx="721171" cy="721169"/>
          </a:xfrm>
          <a:prstGeom prst="roundRect">
            <a:avLst>
              <a:gd name="adj" fmla="val 50000"/>
            </a:avLst>
          </a:prstGeom>
          <a:gradFill>
            <a:gsLst>
              <a:gs pos="0">
                <a:srgbClr val="FF5900">
                  <a:lumMod val="60000"/>
                  <a:lumOff val="40000"/>
                </a:srgbClr>
              </a:gs>
              <a:gs pos="50000">
                <a:srgbClr val="FF5900"/>
              </a:gs>
            </a:gsLst>
            <a:lin ang="2700000"/>
          </a:gradFill>
          <a:ln w="76200">
            <a:solidFill>
              <a:srgbClr val="FFFFFF">
                <a:alpha val="95000"/>
              </a:srgbClr>
            </a:solidFill>
          </a:ln>
        </p:spPr>
        <p:txBody>
          <a:bodyPr vert="horz" wrap="none" lIns="91440" tIns="45720" rIns="91440" bIns="45720" anchor="ctr">
            <a:normAutofit/>
          </a:bodyPr>
          <a:lstStyle/>
          <a:p>
            <a:pPr marL="0" algn="ctr">
              <a:lnSpc>
                <a:spcPct val="110000"/>
              </a:lnSpc>
            </a:pPr>
            <a:r>
              <a:rPr lang="en-US" sz="2400" b="1" i="0" u="none" baseline="0">
                <a:solidFill>
                  <a:srgbClr val="FFFFFF"/>
                </a:solidFill>
                <a:latin typeface="Arial"/>
                <a:ea typeface="Arial"/>
              </a:rPr>
              <a:t>03</a:t>
            </a:r>
          </a:p>
        </p:txBody>
      </p:sp>
      <p:sp>
        <p:nvSpPr>
          <p:cNvPr id="9" name="AutoShape 9"/>
          <p:cNvSpPr/>
          <p:nvPr/>
        </p:nvSpPr>
        <p:spPr>
          <a:xfrm>
            <a:off x="5999714" y="3751891"/>
            <a:ext cx="3644900" cy="639699"/>
          </a:xfrm>
          <a:prstGeom prst="roundRect">
            <a:avLst>
              <a:gd name="adj" fmla="val 50000"/>
            </a:avLst>
          </a:prstGeom>
          <a:solidFill>
            <a:srgbClr val="FFFFFF"/>
          </a:solidFill>
        </p:spPr>
        <p:txBody>
          <a:bodyPr vert="horz" wrap="square" lIns="1080000" tIns="45720" rIns="91440" bIns="45720" anchor="ctr">
            <a:normAutofit/>
          </a:bodyPr>
          <a:lstStyle/>
          <a:p>
            <a:pPr marL="0" algn="l"/>
            <a:endParaRPr/>
          </a:p>
        </p:txBody>
      </p:sp>
      <p:sp>
        <p:nvSpPr>
          <p:cNvPr id="10" name="AutoShape 10"/>
          <p:cNvSpPr/>
          <p:nvPr/>
        </p:nvSpPr>
        <p:spPr>
          <a:xfrm>
            <a:off x="6007826" y="3752857"/>
            <a:ext cx="721171" cy="721169"/>
          </a:xfrm>
          <a:prstGeom prst="roundRect">
            <a:avLst>
              <a:gd name="adj" fmla="val 50000"/>
            </a:avLst>
          </a:prstGeom>
          <a:gradFill>
            <a:gsLst>
              <a:gs pos="0">
                <a:srgbClr val="2B4BA9">
                  <a:lumMod val="60000"/>
                  <a:lumOff val="40000"/>
                </a:srgbClr>
              </a:gs>
              <a:gs pos="50000">
                <a:srgbClr val="2B4BA9"/>
              </a:gs>
            </a:gsLst>
            <a:lin ang="2700000"/>
          </a:gradFill>
          <a:ln w="76200">
            <a:solidFill>
              <a:srgbClr val="FFFFFF">
                <a:alpha val="95000"/>
              </a:srgbClr>
            </a:solidFill>
          </a:ln>
        </p:spPr>
        <p:txBody>
          <a:bodyPr vert="horz" wrap="none" lIns="91440" tIns="45720" rIns="91440" bIns="45720" anchor="ctr">
            <a:normAutofit/>
          </a:bodyPr>
          <a:lstStyle/>
          <a:p>
            <a:pPr marL="0" algn="ctr">
              <a:lnSpc>
                <a:spcPct val="110000"/>
              </a:lnSpc>
            </a:pPr>
            <a:r>
              <a:rPr lang="en-US" sz="2400" b="1" i="0" u="none" baseline="0">
                <a:solidFill>
                  <a:srgbClr val="FFFFFF"/>
                </a:solidFill>
                <a:latin typeface="Arial"/>
                <a:ea typeface="Arial"/>
              </a:rPr>
              <a:t>04</a:t>
            </a:r>
          </a:p>
        </p:txBody>
      </p:sp>
      <p:sp>
        <p:nvSpPr>
          <p:cNvPr id="11" name="AutoShape 11"/>
          <p:cNvSpPr/>
          <p:nvPr/>
        </p:nvSpPr>
        <p:spPr>
          <a:xfrm>
            <a:off x="660401" y="1162407"/>
            <a:ext cx="3653621" cy="1017068"/>
          </a:xfrm>
          <a:prstGeom prst="rect">
            <a:avLst/>
          </a:prstGeom>
        </p:spPr>
        <p:txBody>
          <a:bodyPr vert="horz" wrap="none" lIns="91440" tIns="45720" rIns="91440" bIns="45720" anchor="b">
            <a:normAutofit/>
          </a:bodyPr>
          <a:lstStyle/>
          <a:p>
            <a:pPr marL="0" algn="l"/>
            <a:r>
              <a:rPr lang="zh-CN" altLang="en-US" sz="4800" b="1" i="0" u="none" baseline="0" dirty="0">
                <a:solidFill>
                  <a:srgbClr val="000000"/>
                </a:solidFill>
                <a:latin typeface="微软雅黑"/>
                <a:ea typeface="微软雅黑"/>
              </a:rPr>
              <a:t>Table of Contents</a:t>
            </a:r>
          </a:p>
        </p:txBody>
      </p:sp>
      <p:sp>
        <p:nvSpPr>
          <p:cNvPr id="12" name="Freeform 12"/>
          <p:cNvSpPr/>
          <p:nvPr/>
        </p:nvSpPr>
        <p:spPr>
          <a:xfrm>
            <a:off x="2396639" y="3733732"/>
            <a:ext cx="160380" cy="19324"/>
          </a:xfrm>
          <a:custGeom>
            <a:avLst/>
            <a:gdLst/>
            <a:ahLst/>
            <a:cxnLst/>
            <a:rect l="l" t="t" r="r" b="b"/>
            <a:pathLst>
              <a:path w="358047" h="43141">
                <a:moveTo>
                  <a:pt x="0" y="1922"/>
                </a:moveTo>
                <a:lnTo>
                  <a:pt x="297417" y="146"/>
                </a:lnTo>
                <a:cubicBezTo>
                  <a:pt x="297417" y="146"/>
                  <a:pt x="365464" y="-3230"/>
                  <a:pt x="357380" y="22532"/>
                </a:cubicBezTo>
                <a:cubicBezTo>
                  <a:pt x="349296" y="48294"/>
                  <a:pt x="299460" y="42608"/>
                  <a:pt x="299460" y="42608"/>
                </a:cubicBezTo>
                <a:lnTo>
                  <a:pt x="14391" y="42697"/>
                </a:lnTo>
                <a:lnTo>
                  <a:pt x="0" y="1922"/>
                </a:lnTo>
                <a:close/>
              </a:path>
            </a:pathLst>
          </a:custGeom>
          <a:solidFill>
            <a:srgbClr val="1B0242"/>
          </a:solidFill>
          <a:ln cap="flat">
            <a:prstDash val="solid"/>
          </a:ln>
        </p:spPr>
        <p:txBody>
          <a:bodyPr vert="horz" lIns="91440" tIns="45720" rIns="91440" bIns="45720" anchor="ctr">
            <a:normAutofit fontScale="25000" lnSpcReduction="20000"/>
          </a:bodyPr>
          <a:lstStyle/>
          <a:p>
            <a:pPr marL="0" algn="l"/>
            <a:endParaRPr/>
          </a:p>
        </p:txBody>
      </p:sp>
      <p:sp>
        <p:nvSpPr>
          <p:cNvPr id="13" name="Freeform 13"/>
          <p:cNvSpPr/>
          <p:nvPr/>
        </p:nvSpPr>
        <p:spPr>
          <a:xfrm>
            <a:off x="1283735" y="4214030"/>
            <a:ext cx="557528" cy="1702475"/>
          </a:xfrm>
          <a:custGeom>
            <a:avLst/>
            <a:gdLst/>
            <a:ahLst/>
            <a:cxnLst/>
            <a:rect l="l" t="t" r="r" b="b"/>
            <a:pathLst>
              <a:path w="1244680" h="3800769">
                <a:moveTo>
                  <a:pt x="233939" y="6507"/>
                </a:moveTo>
                <a:cubicBezTo>
                  <a:pt x="474058" y="-44040"/>
                  <a:pt x="704405" y="216511"/>
                  <a:pt x="704405" y="216511"/>
                </a:cubicBezTo>
                <a:cubicBezTo>
                  <a:pt x="704405" y="216511"/>
                  <a:pt x="1179846" y="1083355"/>
                  <a:pt x="1240875" y="1654292"/>
                </a:cubicBezTo>
                <a:cubicBezTo>
                  <a:pt x="1295508" y="2164467"/>
                  <a:pt x="744025" y="3765526"/>
                  <a:pt x="730523" y="3790044"/>
                </a:cubicBezTo>
                <a:cubicBezTo>
                  <a:pt x="717020" y="3814473"/>
                  <a:pt x="596383" y="3792887"/>
                  <a:pt x="590697" y="3768013"/>
                </a:cubicBezTo>
                <a:cubicBezTo>
                  <a:pt x="584923" y="3743139"/>
                  <a:pt x="623388" y="1929767"/>
                  <a:pt x="617436" y="1850882"/>
                </a:cubicBezTo>
                <a:cubicBezTo>
                  <a:pt x="613172" y="1794472"/>
                  <a:pt x="141907" y="811433"/>
                  <a:pt x="30776" y="470043"/>
                </a:cubicBezTo>
                <a:cubicBezTo>
                  <a:pt x="-35584" y="266258"/>
                  <a:pt x="-6180" y="57053"/>
                  <a:pt x="233939" y="6507"/>
                </a:cubicBezTo>
                <a:close/>
              </a:path>
            </a:pathLst>
          </a:custGeom>
          <a:solidFill>
            <a:srgbClr val="040408"/>
          </a:solidFill>
          <a:ln cap="flat">
            <a:prstDash val="solid"/>
          </a:ln>
        </p:spPr>
        <p:txBody>
          <a:bodyPr vert="horz" lIns="91440" tIns="45720" rIns="91440" bIns="45720" anchor="ctr">
            <a:normAutofit/>
          </a:bodyPr>
          <a:lstStyle/>
          <a:p>
            <a:pPr marL="0" algn="l"/>
            <a:endParaRPr/>
          </a:p>
        </p:txBody>
      </p:sp>
      <p:sp>
        <p:nvSpPr>
          <p:cNvPr id="14" name="Freeform 14"/>
          <p:cNvSpPr/>
          <p:nvPr/>
        </p:nvSpPr>
        <p:spPr>
          <a:xfrm>
            <a:off x="1017400" y="4146833"/>
            <a:ext cx="445164" cy="1881835"/>
          </a:xfrm>
          <a:custGeom>
            <a:avLst/>
            <a:gdLst/>
            <a:ahLst/>
            <a:cxnLst/>
            <a:rect l="l" t="t" r="r" b="b"/>
            <a:pathLst>
              <a:path w="993826" h="4201190">
                <a:moveTo>
                  <a:pt x="231121" y="0"/>
                </a:moveTo>
                <a:cubicBezTo>
                  <a:pt x="231121" y="0"/>
                  <a:pt x="-11397" y="195346"/>
                  <a:pt x="418" y="598831"/>
                </a:cubicBezTo>
                <a:cubicBezTo>
                  <a:pt x="15253" y="1103321"/>
                  <a:pt x="390756" y="2014937"/>
                  <a:pt x="385514" y="2059443"/>
                </a:cubicBezTo>
                <a:cubicBezTo>
                  <a:pt x="311249" y="2686790"/>
                  <a:pt x="160764" y="4057502"/>
                  <a:pt x="164228" y="4184535"/>
                </a:cubicBezTo>
                <a:cubicBezTo>
                  <a:pt x="164850" y="4206033"/>
                  <a:pt x="313203" y="4211363"/>
                  <a:pt x="329282" y="4172187"/>
                </a:cubicBezTo>
                <a:cubicBezTo>
                  <a:pt x="345361" y="4133011"/>
                  <a:pt x="945969" y="2567753"/>
                  <a:pt x="981325" y="2078187"/>
                </a:cubicBezTo>
                <a:cubicBezTo>
                  <a:pt x="1003445" y="1772065"/>
                  <a:pt x="1014283" y="690419"/>
                  <a:pt x="852072" y="367329"/>
                </a:cubicBezTo>
                <a:cubicBezTo>
                  <a:pt x="689860" y="44240"/>
                  <a:pt x="231121" y="0"/>
                  <a:pt x="231121" y="0"/>
                </a:cubicBezTo>
                <a:close/>
              </a:path>
            </a:pathLst>
          </a:custGeom>
          <a:solidFill>
            <a:srgbClr val="040408"/>
          </a:solidFill>
          <a:ln cap="flat">
            <a:prstDash val="solid"/>
          </a:ln>
        </p:spPr>
        <p:txBody>
          <a:bodyPr vert="horz" lIns="91440" tIns="45720" rIns="91440" bIns="45720" anchor="ctr">
            <a:normAutofit/>
          </a:bodyPr>
          <a:lstStyle/>
          <a:p>
            <a:pPr marL="0" algn="l"/>
            <a:endParaRPr/>
          </a:p>
        </p:txBody>
      </p:sp>
      <p:sp>
        <p:nvSpPr>
          <p:cNvPr id="15" name="Freeform 15"/>
          <p:cNvSpPr/>
          <p:nvPr/>
        </p:nvSpPr>
        <p:spPr>
          <a:xfrm>
            <a:off x="1926193" y="3663082"/>
            <a:ext cx="487143" cy="912810"/>
          </a:xfrm>
          <a:custGeom>
            <a:avLst/>
            <a:gdLst/>
            <a:ahLst/>
            <a:cxnLst/>
            <a:rect l="l" t="t" r="r" b="b"/>
            <a:pathLst>
              <a:path w="1087544" h="2037845">
                <a:moveTo>
                  <a:pt x="856433" y="616701"/>
                </a:moveTo>
                <a:cubicBezTo>
                  <a:pt x="870291" y="584454"/>
                  <a:pt x="1072744" y="610127"/>
                  <a:pt x="1084825" y="632069"/>
                </a:cubicBezTo>
                <a:cubicBezTo>
                  <a:pt x="1096996" y="654011"/>
                  <a:pt x="1077896" y="1949747"/>
                  <a:pt x="824452" y="2033695"/>
                </a:cubicBezTo>
                <a:cubicBezTo>
                  <a:pt x="571008" y="2117644"/>
                  <a:pt x="1404" y="902125"/>
                  <a:pt x="71" y="740003"/>
                </a:cubicBezTo>
                <a:cubicBezTo>
                  <a:pt x="-1262" y="577792"/>
                  <a:pt x="15528" y="477853"/>
                  <a:pt x="108093" y="309956"/>
                </a:cubicBezTo>
                <a:cubicBezTo>
                  <a:pt x="200659" y="142149"/>
                  <a:pt x="504294" y="-75850"/>
                  <a:pt x="552087" y="26131"/>
                </a:cubicBezTo>
                <a:cubicBezTo>
                  <a:pt x="620489" y="172175"/>
                  <a:pt x="782523" y="1345230"/>
                  <a:pt x="782523" y="1345230"/>
                </a:cubicBezTo>
                <a:cubicBezTo>
                  <a:pt x="782523" y="1345230"/>
                  <a:pt x="842486" y="648948"/>
                  <a:pt x="856433" y="616701"/>
                </a:cubicBezTo>
                <a:close/>
              </a:path>
            </a:pathLst>
          </a:custGeom>
          <a:solidFill>
            <a:schemeClr val="accent1"/>
          </a:solidFill>
          <a:ln cap="flat">
            <a:prstDash val="solid"/>
          </a:ln>
        </p:spPr>
        <p:txBody>
          <a:bodyPr vert="horz" lIns="91440" tIns="45720" rIns="91440" bIns="45720" anchor="ctr">
            <a:normAutofit/>
          </a:bodyPr>
          <a:lstStyle/>
          <a:p>
            <a:pPr marL="0" algn="l"/>
            <a:endParaRPr/>
          </a:p>
        </p:txBody>
      </p:sp>
      <p:sp>
        <p:nvSpPr>
          <p:cNvPr id="16" name="Freeform 16"/>
          <p:cNvSpPr/>
          <p:nvPr/>
        </p:nvSpPr>
        <p:spPr>
          <a:xfrm>
            <a:off x="1018781" y="3487043"/>
            <a:ext cx="1179032" cy="930570"/>
          </a:xfrm>
          <a:custGeom>
            <a:avLst/>
            <a:gdLst/>
            <a:ahLst/>
            <a:cxnLst/>
            <a:rect l="l" t="t" r="r" b="b"/>
            <a:pathLst>
              <a:path w="2632184" h="2077493">
                <a:moveTo>
                  <a:pt x="0" y="1680227"/>
                </a:moveTo>
                <a:cubicBezTo>
                  <a:pt x="0" y="1680227"/>
                  <a:pt x="56410" y="1109112"/>
                  <a:pt x="1140365" y="436904"/>
                </a:cubicBezTo>
                <a:cubicBezTo>
                  <a:pt x="1506717" y="209755"/>
                  <a:pt x="2121982" y="-37027"/>
                  <a:pt x="2287481" y="4637"/>
                </a:cubicBezTo>
                <a:cubicBezTo>
                  <a:pt x="2452890" y="46389"/>
                  <a:pt x="2637487" y="487006"/>
                  <a:pt x="2632068" y="703851"/>
                </a:cubicBezTo>
                <a:cubicBezTo>
                  <a:pt x="2626649" y="920695"/>
                  <a:pt x="2096665" y="1328711"/>
                  <a:pt x="1923349" y="1536227"/>
                </a:cubicBezTo>
                <a:cubicBezTo>
                  <a:pt x="1677101" y="1831068"/>
                  <a:pt x="1427299" y="2077494"/>
                  <a:pt x="1427299" y="2077494"/>
                </a:cubicBezTo>
                <a:cubicBezTo>
                  <a:pt x="1427299" y="2077494"/>
                  <a:pt x="541089" y="1817210"/>
                  <a:pt x="0" y="1680227"/>
                </a:cubicBezTo>
                <a:close/>
              </a:path>
            </a:pathLst>
          </a:custGeom>
          <a:solidFill>
            <a:schemeClr val="accent1"/>
          </a:solidFill>
          <a:ln cap="flat">
            <a:prstDash val="solid"/>
          </a:ln>
        </p:spPr>
        <p:txBody>
          <a:bodyPr vert="horz" lIns="91440" tIns="45720" rIns="91440" bIns="45720" anchor="ctr">
            <a:normAutofit/>
          </a:bodyPr>
          <a:lstStyle/>
          <a:p>
            <a:pPr marL="0" algn="l"/>
            <a:endParaRPr/>
          </a:p>
        </p:txBody>
      </p:sp>
      <p:sp>
        <p:nvSpPr>
          <p:cNvPr id="17" name="Freeform 17"/>
          <p:cNvSpPr/>
          <p:nvPr/>
        </p:nvSpPr>
        <p:spPr>
          <a:xfrm>
            <a:off x="2090680" y="3473743"/>
            <a:ext cx="294448" cy="199492"/>
          </a:xfrm>
          <a:custGeom>
            <a:avLst/>
            <a:gdLst/>
            <a:ahLst/>
            <a:cxnLst/>
            <a:rect l="l" t="t" r="r" b="b"/>
            <a:pathLst>
              <a:path w="657354" h="445365">
                <a:moveTo>
                  <a:pt x="138054" y="445366"/>
                </a:moveTo>
                <a:lnTo>
                  <a:pt x="315989" y="316556"/>
                </a:lnTo>
                <a:cubicBezTo>
                  <a:pt x="315989" y="316556"/>
                  <a:pt x="349480" y="347293"/>
                  <a:pt x="400915" y="346138"/>
                </a:cubicBezTo>
                <a:cubicBezTo>
                  <a:pt x="444799" y="345161"/>
                  <a:pt x="522973" y="286619"/>
                  <a:pt x="522973" y="286619"/>
                </a:cubicBezTo>
                <a:lnTo>
                  <a:pt x="546692" y="313714"/>
                </a:lnTo>
                <a:cubicBezTo>
                  <a:pt x="546692" y="313714"/>
                  <a:pt x="628419" y="249842"/>
                  <a:pt x="651249" y="168825"/>
                </a:cubicBezTo>
                <a:cubicBezTo>
                  <a:pt x="673991" y="87719"/>
                  <a:pt x="636147" y="-32029"/>
                  <a:pt x="487705" y="7946"/>
                </a:cubicBezTo>
                <a:cubicBezTo>
                  <a:pt x="339175" y="47922"/>
                  <a:pt x="1871" y="167048"/>
                  <a:pt x="1871" y="167048"/>
                </a:cubicBezTo>
                <a:cubicBezTo>
                  <a:pt x="1871" y="167048"/>
                  <a:pt x="-8878" y="229144"/>
                  <a:pt x="21148" y="294703"/>
                </a:cubicBezTo>
                <a:cubicBezTo>
                  <a:pt x="59791" y="379629"/>
                  <a:pt x="138054" y="445366"/>
                  <a:pt x="138054" y="445366"/>
                </a:cubicBezTo>
                <a:close/>
              </a:path>
            </a:pathLst>
          </a:custGeom>
          <a:solidFill>
            <a:srgbClr val="FF972A"/>
          </a:solidFill>
          <a:ln cap="flat">
            <a:prstDash val="solid"/>
          </a:ln>
        </p:spPr>
        <p:txBody>
          <a:bodyPr vert="horz" lIns="91440" tIns="45720" rIns="91440" bIns="45720" anchor="ctr">
            <a:normAutofit fontScale="40000" lnSpcReduction="20000"/>
          </a:bodyPr>
          <a:lstStyle/>
          <a:p>
            <a:pPr marL="0" algn="l"/>
            <a:endParaRPr/>
          </a:p>
        </p:txBody>
      </p:sp>
      <p:sp>
        <p:nvSpPr>
          <p:cNvPr id="18" name="Freeform 18"/>
          <p:cNvSpPr/>
          <p:nvPr/>
        </p:nvSpPr>
        <p:spPr>
          <a:xfrm>
            <a:off x="2319728" y="3854595"/>
            <a:ext cx="77204" cy="108942"/>
          </a:xfrm>
          <a:custGeom>
            <a:avLst/>
            <a:gdLst/>
            <a:ahLst/>
            <a:cxnLst/>
            <a:rect l="l" t="t" r="r" b="b"/>
            <a:pathLst>
              <a:path w="172357" h="243213">
                <a:moveTo>
                  <a:pt x="5138" y="215976"/>
                </a:moveTo>
                <a:cubicBezTo>
                  <a:pt x="430" y="199275"/>
                  <a:pt x="-9964" y="15122"/>
                  <a:pt x="25392" y="5261"/>
                </a:cubicBezTo>
                <a:cubicBezTo>
                  <a:pt x="60748" y="-4599"/>
                  <a:pt x="155446" y="-1756"/>
                  <a:pt x="163885" y="23739"/>
                </a:cubicBezTo>
                <a:cubicBezTo>
                  <a:pt x="172324" y="49323"/>
                  <a:pt x="176944" y="229479"/>
                  <a:pt x="165662" y="240050"/>
                </a:cubicBezTo>
                <a:cubicBezTo>
                  <a:pt x="154380" y="250622"/>
                  <a:pt x="9846" y="232677"/>
                  <a:pt x="5138" y="215976"/>
                </a:cubicBezTo>
                <a:close/>
              </a:path>
            </a:pathLst>
          </a:custGeom>
          <a:solidFill>
            <a:srgbClr val="F3EFEC"/>
          </a:solidFill>
          <a:ln cap="flat">
            <a:prstDash val="solid"/>
          </a:ln>
        </p:spPr>
        <p:txBody>
          <a:bodyPr vert="horz" lIns="91440" tIns="45720" rIns="91440" bIns="45720" anchor="ctr">
            <a:normAutofit fontScale="25000" lnSpcReduction="20000"/>
          </a:bodyPr>
          <a:lstStyle/>
          <a:p>
            <a:pPr marL="0" algn="l"/>
            <a:endParaRPr/>
          </a:p>
        </p:txBody>
      </p:sp>
      <p:sp>
        <p:nvSpPr>
          <p:cNvPr id="19" name="Freeform 19"/>
          <p:cNvSpPr/>
          <p:nvPr/>
        </p:nvSpPr>
        <p:spPr>
          <a:xfrm>
            <a:off x="2330997" y="3703735"/>
            <a:ext cx="134401" cy="189611"/>
          </a:xfrm>
          <a:custGeom>
            <a:avLst/>
            <a:gdLst/>
            <a:ahLst/>
            <a:cxnLst/>
            <a:rect l="l" t="t" r="r" b="b"/>
            <a:pathLst>
              <a:path w="300049" h="423306">
                <a:moveTo>
                  <a:pt x="11693" y="398911"/>
                </a:moveTo>
                <a:cubicBezTo>
                  <a:pt x="11693" y="398911"/>
                  <a:pt x="-32191" y="294086"/>
                  <a:pt x="50070" y="237321"/>
                </a:cubicBezTo>
                <a:cubicBezTo>
                  <a:pt x="132419" y="180645"/>
                  <a:pt x="201976" y="146622"/>
                  <a:pt x="201976" y="146622"/>
                </a:cubicBezTo>
                <a:lnTo>
                  <a:pt x="213081" y="102560"/>
                </a:lnTo>
                <a:cubicBezTo>
                  <a:pt x="213081" y="102560"/>
                  <a:pt x="262472" y="-26250"/>
                  <a:pt x="281039" y="4842"/>
                </a:cubicBezTo>
                <a:cubicBezTo>
                  <a:pt x="299605" y="35934"/>
                  <a:pt x="312753" y="181622"/>
                  <a:pt x="280150" y="227372"/>
                </a:cubicBezTo>
                <a:cubicBezTo>
                  <a:pt x="247459" y="273033"/>
                  <a:pt x="121581" y="325800"/>
                  <a:pt x="104969" y="391982"/>
                </a:cubicBezTo>
                <a:cubicBezTo>
                  <a:pt x="88268" y="458163"/>
                  <a:pt x="11693" y="398911"/>
                  <a:pt x="11693" y="398911"/>
                </a:cubicBezTo>
                <a:close/>
              </a:path>
            </a:pathLst>
          </a:custGeom>
          <a:solidFill>
            <a:srgbClr val="FF972A"/>
          </a:solidFill>
          <a:ln cap="flat">
            <a:prstDash val="solid"/>
          </a:ln>
        </p:spPr>
        <p:txBody>
          <a:bodyPr vert="horz" lIns="91440" tIns="45720" rIns="91440" bIns="45720" anchor="ctr">
            <a:normAutofit fontScale="40000" lnSpcReduction="20000"/>
          </a:bodyPr>
          <a:lstStyle/>
          <a:p>
            <a:pPr marL="0" algn="l"/>
            <a:endParaRPr/>
          </a:p>
        </p:txBody>
      </p:sp>
      <p:sp>
        <p:nvSpPr>
          <p:cNvPr id="20" name="Freeform 20"/>
          <p:cNvSpPr/>
          <p:nvPr/>
        </p:nvSpPr>
        <p:spPr>
          <a:xfrm>
            <a:off x="2224461" y="3439424"/>
            <a:ext cx="176831" cy="116567"/>
          </a:xfrm>
          <a:custGeom>
            <a:avLst/>
            <a:gdLst/>
            <a:ahLst/>
            <a:cxnLst/>
            <a:rect l="l" t="t" r="r" b="b"/>
            <a:pathLst>
              <a:path w="394775" h="260236">
                <a:moveTo>
                  <a:pt x="0" y="143194"/>
                </a:moveTo>
                <a:cubicBezTo>
                  <a:pt x="0" y="143194"/>
                  <a:pt x="18211" y="168956"/>
                  <a:pt x="164166" y="163448"/>
                </a:cubicBezTo>
                <a:cubicBezTo>
                  <a:pt x="194192" y="162294"/>
                  <a:pt x="147287" y="191787"/>
                  <a:pt x="174293" y="226343"/>
                </a:cubicBezTo>
                <a:cubicBezTo>
                  <a:pt x="204319" y="264808"/>
                  <a:pt x="267835" y="209198"/>
                  <a:pt x="279295" y="222878"/>
                </a:cubicBezTo>
                <a:cubicBezTo>
                  <a:pt x="307277" y="256280"/>
                  <a:pt x="345831" y="266052"/>
                  <a:pt x="360933" y="257080"/>
                </a:cubicBezTo>
                <a:cubicBezTo>
                  <a:pt x="392025" y="238513"/>
                  <a:pt x="411036" y="173309"/>
                  <a:pt x="375769" y="93358"/>
                </a:cubicBezTo>
                <a:cubicBezTo>
                  <a:pt x="339880" y="12075"/>
                  <a:pt x="218888" y="-32076"/>
                  <a:pt x="97096" y="27532"/>
                </a:cubicBezTo>
                <a:cubicBezTo>
                  <a:pt x="18566" y="65908"/>
                  <a:pt x="0" y="143194"/>
                  <a:pt x="0" y="143194"/>
                </a:cubicBezTo>
                <a:close/>
              </a:path>
            </a:pathLst>
          </a:custGeom>
          <a:gradFill>
            <a:gsLst>
              <a:gs pos="0">
                <a:srgbClr val="1B0242"/>
              </a:gs>
              <a:gs pos="50000">
                <a:srgbClr val="1B0242"/>
              </a:gs>
              <a:gs pos="100000">
                <a:srgbClr val="1B0242"/>
              </a:gs>
            </a:gsLst>
            <a:lin ang="10542617"/>
          </a:gradFill>
          <a:ln cap="flat">
            <a:prstDash val="solid"/>
          </a:ln>
        </p:spPr>
        <p:txBody>
          <a:bodyPr vert="horz" lIns="91440" tIns="45720" rIns="91440" bIns="45720" anchor="ctr">
            <a:normAutofit fontScale="25000" lnSpcReduction="20000"/>
          </a:bodyPr>
          <a:lstStyle/>
          <a:p>
            <a:pPr marL="0" algn="l"/>
            <a:endParaRPr/>
          </a:p>
        </p:txBody>
      </p:sp>
      <p:sp>
        <p:nvSpPr>
          <p:cNvPr id="21" name="Freeform 21"/>
          <p:cNvSpPr/>
          <p:nvPr/>
        </p:nvSpPr>
        <p:spPr>
          <a:xfrm>
            <a:off x="2259270" y="3492090"/>
            <a:ext cx="59631" cy="44230"/>
          </a:xfrm>
          <a:custGeom>
            <a:avLst/>
            <a:gdLst/>
            <a:ahLst/>
            <a:cxnLst/>
            <a:rect l="l" t="t" r="r" b="b"/>
            <a:pathLst>
              <a:path w="133126" h="98743">
                <a:moveTo>
                  <a:pt x="113994" y="70834"/>
                </a:moveTo>
                <a:cubicBezTo>
                  <a:pt x="132827" y="50491"/>
                  <a:pt x="144020" y="19843"/>
                  <a:pt x="117192" y="5630"/>
                </a:cubicBezTo>
                <a:cubicBezTo>
                  <a:pt x="75528" y="-16579"/>
                  <a:pt x="-6910" y="31125"/>
                  <a:pt x="463" y="75364"/>
                </a:cubicBezTo>
                <a:cubicBezTo>
                  <a:pt x="7926" y="119515"/>
                  <a:pt x="95161" y="91266"/>
                  <a:pt x="113994" y="70834"/>
                </a:cubicBezTo>
                <a:close/>
              </a:path>
            </a:pathLst>
          </a:custGeom>
          <a:solidFill>
            <a:srgbClr val="FF972A"/>
          </a:solidFill>
          <a:ln cap="flat">
            <a:prstDash val="solid"/>
          </a:ln>
        </p:spPr>
        <p:txBody>
          <a:bodyPr vert="horz" lIns="91440" tIns="45720" rIns="91440" bIns="45720" anchor="ctr">
            <a:normAutofit fontScale="25000" lnSpcReduction="20000"/>
          </a:bodyPr>
          <a:lstStyle/>
          <a:p>
            <a:pPr marL="0" algn="l"/>
            <a:endParaRPr/>
          </a:p>
        </p:txBody>
      </p:sp>
      <p:sp>
        <p:nvSpPr>
          <p:cNvPr id="22" name="Freeform 22"/>
          <p:cNvSpPr/>
          <p:nvPr/>
        </p:nvSpPr>
        <p:spPr>
          <a:xfrm>
            <a:off x="2358638" y="3600261"/>
            <a:ext cx="45979" cy="55592"/>
          </a:xfrm>
          <a:custGeom>
            <a:avLst/>
            <a:gdLst/>
            <a:ahLst/>
            <a:cxnLst/>
            <a:rect l="l" t="t" r="r" b="b"/>
            <a:pathLst>
              <a:path w="102649" h="124109">
                <a:moveTo>
                  <a:pt x="0" y="20512"/>
                </a:moveTo>
                <a:cubicBezTo>
                  <a:pt x="0" y="20512"/>
                  <a:pt x="35978" y="-5250"/>
                  <a:pt x="43262" y="968"/>
                </a:cubicBezTo>
                <a:cubicBezTo>
                  <a:pt x="50547" y="7187"/>
                  <a:pt x="117616" y="91668"/>
                  <a:pt x="99583" y="121516"/>
                </a:cubicBezTo>
                <a:cubicBezTo>
                  <a:pt x="93542" y="131466"/>
                  <a:pt x="26295" y="109968"/>
                  <a:pt x="19899" y="104371"/>
                </a:cubicBezTo>
                <a:cubicBezTo>
                  <a:pt x="7018" y="93267"/>
                  <a:pt x="0" y="20512"/>
                  <a:pt x="0" y="20512"/>
                </a:cubicBezTo>
                <a:close/>
              </a:path>
            </a:pathLst>
          </a:custGeom>
          <a:solidFill>
            <a:srgbClr val="1B0242"/>
          </a:solidFill>
          <a:ln cap="flat">
            <a:prstDash val="solid"/>
          </a:ln>
        </p:spPr>
        <p:txBody>
          <a:bodyPr vert="horz" lIns="91440" tIns="45720" rIns="91440" bIns="45720" anchor="ctr">
            <a:normAutofit fontScale="25000" lnSpcReduction="20000"/>
          </a:bodyPr>
          <a:lstStyle/>
          <a:p>
            <a:pPr marL="0" algn="l"/>
            <a:endParaRPr/>
          </a:p>
        </p:txBody>
      </p:sp>
      <p:sp>
        <p:nvSpPr>
          <p:cNvPr id="23" name="Freeform 23"/>
          <p:cNvSpPr/>
          <p:nvPr/>
        </p:nvSpPr>
        <p:spPr>
          <a:xfrm>
            <a:off x="2313378" y="3508956"/>
            <a:ext cx="385059" cy="198829"/>
          </a:xfrm>
          <a:custGeom>
            <a:avLst/>
            <a:gdLst/>
            <a:ahLst/>
            <a:cxnLst/>
            <a:rect l="l" t="t" r="r" b="b"/>
            <a:pathLst>
              <a:path w="859644" h="443885">
                <a:moveTo>
                  <a:pt x="38060" y="306345"/>
                </a:moveTo>
                <a:cubicBezTo>
                  <a:pt x="67553" y="296929"/>
                  <a:pt x="760903" y="6885"/>
                  <a:pt x="796970" y="134"/>
                </a:cubicBezTo>
                <a:cubicBezTo>
                  <a:pt x="833037" y="-6617"/>
                  <a:pt x="884472" y="243895"/>
                  <a:pt x="846007" y="256687"/>
                </a:cubicBezTo>
                <a:cubicBezTo>
                  <a:pt x="766678" y="282982"/>
                  <a:pt x="76614" y="441729"/>
                  <a:pt x="48364" y="443861"/>
                </a:cubicBezTo>
                <a:cubicBezTo>
                  <a:pt x="20115" y="445815"/>
                  <a:pt x="-38960" y="330864"/>
                  <a:pt x="38060" y="306345"/>
                </a:cubicBezTo>
                <a:close/>
              </a:path>
            </a:pathLst>
          </a:custGeom>
          <a:solidFill>
            <a:srgbClr val="1B0242"/>
          </a:solidFill>
          <a:ln cap="flat">
            <a:prstDash val="solid"/>
          </a:ln>
        </p:spPr>
        <p:txBody>
          <a:bodyPr vert="horz" lIns="91440" tIns="45720" rIns="91440" bIns="45720" anchor="ctr">
            <a:normAutofit fontScale="40000" lnSpcReduction="20000"/>
          </a:bodyPr>
          <a:lstStyle/>
          <a:p>
            <a:pPr marL="0" algn="l"/>
            <a:endParaRPr/>
          </a:p>
        </p:txBody>
      </p:sp>
      <p:sp>
        <p:nvSpPr>
          <p:cNvPr id="24" name="Freeform 24"/>
          <p:cNvSpPr/>
          <p:nvPr/>
        </p:nvSpPr>
        <p:spPr>
          <a:xfrm>
            <a:off x="2612826" y="3348594"/>
            <a:ext cx="496844" cy="303210"/>
          </a:xfrm>
          <a:custGeom>
            <a:avLst/>
            <a:gdLst/>
            <a:ahLst/>
            <a:cxnLst/>
            <a:rect l="l" t="t" r="r" b="b"/>
            <a:pathLst>
              <a:path w="1109202" h="676915">
                <a:moveTo>
                  <a:pt x="6217" y="509959"/>
                </a:moveTo>
                <a:cubicBezTo>
                  <a:pt x="-15458" y="404068"/>
                  <a:pt x="23717" y="334778"/>
                  <a:pt x="59518" y="323940"/>
                </a:cubicBezTo>
                <a:cubicBezTo>
                  <a:pt x="95318" y="313191"/>
                  <a:pt x="940664" y="-14429"/>
                  <a:pt x="958076" y="495"/>
                </a:cubicBezTo>
                <a:cubicBezTo>
                  <a:pt x="975487" y="15508"/>
                  <a:pt x="1139919" y="418371"/>
                  <a:pt x="1104119" y="429031"/>
                </a:cubicBezTo>
                <a:cubicBezTo>
                  <a:pt x="984459" y="464476"/>
                  <a:pt x="270766" y="643388"/>
                  <a:pt x="139468" y="675812"/>
                </a:cubicBezTo>
                <a:cubicBezTo>
                  <a:pt x="92209" y="687450"/>
                  <a:pt x="25672" y="605278"/>
                  <a:pt x="6217" y="509959"/>
                </a:cubicBezTo>
                <a:close/>
              </a:path>
            </a:pathLst>
          </a:custGeom>
          <a:solidFill>
            <a:srgbClr val="1B0242"/>
          </a:solidFill>
          <a:ln cap="flat">
            <a:prstDash val="solid"/>
          </a:ln>
        </p:spPr>
        <p:txBody>
          <a:bodyPr vert="horz" lIns="91440" tIns="45720" rIns="91440" bIns="45720" anchor="ctr">
            <a:normAutofit fontScale="92500" lnSpcReduction="20000"/>
          </a:bodyPr>
          <a:lstStyle/>
          <a:p>
            <a:pPr marL="0" algn="l"/>
            <a:endParaRPr/>
          </a:p>
        </p:txBody>
      </p:sp>
      <p:sp>
        <p:nvSpPr>
          <p:cNvPr id="25" name="Freeform 25"/>
          <p:cNvSpPr/>
          <p:nvPr/>
        </p:nvSpPr>
        <p:spPr>
          <a:xfrm>
            <a:off x="2981541" y="3060904"/>
            <a:ext cx="981884" cy="541948"/>
          </a:xfrm>
          <a:custGeom>
            <a:avLst/>
            <a:gdLst/>
            <a:ahLst/>
            <a:cxnLst/>
            <a:rect l="l" t="t" r="r" b="b"/>
            <a:pathLst>
              <a:path w="2192053" h="1209896">
                <a:moveTo>
                  <a:pt x="120885" y="557925"/>
                </a:moveTo>
                <a:cubicBezTo>
                  <a:pt x="179249" y="533407"/>
                  <a:pt x="1762807" y="50237"/>
                  <a:pt x="1881668" y="8841"/>
                </a:cubicBezTo>
                <a:cubicBezTo>
                  <a:pt x="2000528" y="-32556"/>
                  <a:pt x="2110416" y="72801"/>
                  <a:pt x="2167802" y="296042"/>
                </a:cubicBezTo>
                <a:cubicBezTo>
                  <a:pt x="2225189" y="519371"/>
                  <a:pt x="2185658" y="761355"/>
                  <a:pt x="1996086" y="805595"/>
                </a:cubicBezTo>
                <a:cubicBezTo>
                  <a:pt x="1821527" y="846281"/>
                  <a:pt x="241255" y="1195754"/>
                  <a:pt x="177206" y="1208724"/>
                </a:cubicBezTo>
                <a:cubicBezTo>
                  <a:pt x="113156" y="1221694"/>
                  <a:pt x="30807" y="1127441"/>
                  <a:pt x="4512" y="907132"/>
                </a:cubicBezTo>
                <a:cubicBezTo>
                  <a:pt x="-18407" y="713207"/>
                  <a:pt x="49906" y="587596"/>
                  <a:pt x="120885" y="557925"/>
                </a:cubicBezTo>
                <a:close/>
              </a:path>
            </a:pathLst>
          </a:custGeom>
          <a:solidFill>
            <a:srgbClr val="1B0242"/>
          </a:solidFill>
          <a:ln cap="flat">
            <a:prstDash val="solid"/>
          </a:ln>
        </p:spPr>
        <p:txBody>
          <a:bodyPr vert="horz" lIns="91440" tIns="45720" rIns="91440" bIns="45720" anchor="ctr">
            <a:normAutofit/>
          </a:bodyPr>
          <a:lstStyle/>
          <a:p>
            <a:pPr marL="0" algn="l"/>
            <a:endParaRPr/>
          </a:p>
        </p:txBody>
      </p:sp>
      <p:sp>
        <p:nvSpPr>
          <p:cNvPr id="26" name="Freeform 26"/>
          <p:cNvSpPr/>
          <p:nvPr/>
        </p:nvSpPr>
        <p:spPr>
          <a:xfrm>
            <a:off x="2970272" y="3542361"/>
            <a:ext cx="2666" cy="391906"/>
          </a:xfrm>
          <a:custGeom>
            <a:avLst/>
            <a:gdLst/>
            <a:ahLst/>
            <a:cxnLst/>
            <a:rect l="l" t="t" r="r" b="b"/>
            <a:pathLst>
              <a:path w="5951" h="874928">
                <a:moveTo>
                  <a:pt x="0" y="0"/>
                </a:moveTo>
                <a:lnTo>
                  <a:pt x="5952" y="874928"/>
                </a:lnTo>
              </a:path>
            </a:pathLst>
          </a:custGeom>
          <a:ln w="32426" cap="flat">
            <a:solidFill>
              <a:srgbClr val="1B0242"/>
            </a:solidFill>
            <a:prstDash val="solid"/>
          </a:ln>
        </p:spPr>
        <p:txBody>
          <a:bodyPr vert="horz" lIns="91440" tIns="45720" rIns="91440" bIns="45720" anchor="ctr">
            <a:normAutofit/>
          </a:bodyPr>
          <a:lstStyle/>
          <a:p>
            <a:pPr marL="0" algn="l"/>
            <a:endParaRPr/>
          </a:p>
        </p:txBody>
      </p:sp>
      <p:sp>
        <p:nvSpPr>
          <p:cNvPr id="27" name="Freeform 27"/>
          <p:cNvSpPr/>
          <p:nvPr/>
        </p:nvSpPr>
        <p:spPr>
          <a:xfrm>
            <a:off x="2871931" y="3881789"/>
            <a:ext cx="211828" cy="118137"/>
          </a:xfrm>
          <a:custGeom>
            <a:avLst/>
            <a:gdLst/>
            <a:ahLst/>
            <a:cxnLst/>
            <a:rect l="l" t="t" r="r" b="b"/>
            <a:pathLst>
              <a:path w="472906" h="263741">
                <a:moveTo>
                  <a:pt x="472101" y="137767"/>
                </a:moveTo>
                <a:cubicBezTo>
                  <a:pt x="487470" y="115558"/>
                  <a:pt x="278443" y="-16271"/>
                  <a:pt x="220168" y="1673"/>
                </a:cubicBezTo>
                <a:cubicBezTo>
                  <a:pt x="161892" y="19617"/>
                  <a:pt x="-14266" y="247655"/>
                  <a:pt x="925" y="261602"/>
                </a:cubicBezTo>
                <a:cubicBezTo>
                  <a:pt x="8831" y="268886"/>
                  <a:pt x="116587" y="257693"/>
                  <a:pt x="235003" y="226157"/>
                </a:cubicBezTo>
                <a:cubicBezTo>
                  <a:pt x="344269" y="197197"/>
                  <a:pt x="464817" y="148427"/>
                  <a:pt x="472101" y="137767"/>
                </a:cubicBezTo>
                <a:close/>
              </a:path>
            </a:pathLst>
          </a:custGeom>
          <a:solidFill>
            <a:srgbClr val="1B0242"/>
          </a:solidFill>
          <a:ln cap="flat">
            <a:prstDash val="solid"/>
          </a:ln>
        </p:spPr>
        <p:txBody>
          <a:bodyPr vert="horz" lIns="91440" tIns="45720" rIns="91440" bIns="45720" anchor="ctr">
            <a:normAutofit fontScale="25000" lnSpcReduction="20000"/>
          </a:bodyPr>
          <a:lstStyle/>
          <a:p>
            <a:pPr marL="0" algn="l"/>
            <a:endParaRPr/>
          </a:p>
        </p:txBody>
      </p:sp>
      <p:sp>
        <p:nvSpPr>
          <p:cNvPr id="28" name="Freeform 28"/>
          <p:cNvSpPr/>
          <p:nvPr/>
        </p:nvSpPr>
        <p:spPr>
          <a:xfrm>
            <a:off x="2716323" y="3974177"/>
            <a:ext cx="192988" cy="1018700"/>
          </a:xfrm>
          <a:custGeom>
            <a:avLst/>
            <a:gdLst/>
            <a:ahLst/>
            <a:cxnLst/>
            <a:rect l="l" t="t" r="r" b="b"/>
            <a:pathLst>
              <a:path w="430845" h="2274244">
                <a:moveTo>
                  <a:pt x="430846" y="0"/>
                </a:moveTo>
                <a:lnTo>
                  <a:pt x="0" y="2274244"/>
                </a:lnTo>
              </a:path>
            </a:pathLst>
          </a:custGeom>
          <a:ln w="32426" cap="flat">
            <a:solidFill>
              <a:srgbClr val="1B0242"/>
            </a:solidFill>
            <a:prstDash val="solid"/>
          </a:ln>
        </p:spPr>
        <p:txBody>
          <a:bodyPr vert="horz" lIns="91440" tIns="45720" rIns="91440" bIns="45720" anchor="ctr">
            <a:normAutofit/>
          </a:bodyPr>
          <a:lstStyle/>
          <a:p>
            <a:pPr marL="0" algn="l"/>
            <a:endParaRPr/>
          </a:p>
        </p:txBody>
      </p:sp>
      <p:sp>
        <p:nvSpPr>
          <p:cNvPr id="29" name="Freeform 29"/>
          <p:cNvSpPr/>
          <p:nvPr/>
        </p:nvSpPr>
        <p:spPr>
          <a:xfrm>
            <a:off x="3062349" y="3944533"/>
            <a:ext cx="177987" cy="851576"/>
          </a:xfrm>
          <a:custGeom>
            <a:avLst/>
            <a:gdLst/>
            <a:ahLst/>
            <a:cxnLst/>
            <a:rect l="l" t="t" r="r" b="b"/>
            <a:pathLst>
              <a:path w="397355" h="1901140">
                <a:moveTo>
                  <a:pt x="0" y="0"/>
                </a:moveTo>
                <a:lnTo>
                  <a:pt x="397355" y="1901141"/>
                </a:lnTo>
              </a:path>
            </a:pathLst>
          </a:custGeom>
          <a:ln w="32426" cap="flat">
            <a:solidFill>
              <a:srgbClr val="1B0242"/>
            </a:solidFill>
            <a:prstDash val="solid"/>
          </a:ln>
        </p:spPr>
        <p:txBody>
          <a:bodyPr vert="horz" lIns="91440" tIns="45720" rIns="91440" bIns="45720" anchor="ctr">
            <a:normAutofit/>
          </a:bodyPr>
          <a:lstStyle/>
          <a:p>
            <a:pPr marL="0" algn="l"/>
            <a:endParaRPr/>
          </a:p>
        </p:txBody>
      </p:sp>
      <p:sp>
        <p:nvSpPr>
          <p:cNvPr id="30" name="Freeform 30"/>
          <p:cNvSpPr/>
          <p:nvPr/>
        </p:nvSpPr>
        <p:spPr>
          <a:xfrm>
            <a:off x="2580236" y="5022562"/>
            <a:ext cx="152679" cy="832954"/>
          </a:xfrm>
          <a:custGeom>
            <a:avLst/>
            <a:gdLst/>
            <a:ahLst/>
            <a:cxnLst/>
            <a:rect l="l" t="t" r="r" b="b"/>
            <a:pathLst>
              <a:path w="340856" h="1859566">
                <a:moveTo>
                  <a:pt x="340857" y="0"/>
                </a:moveTo>
                <a:lnTo>
                  <a:pt x="0" y="1859566"/>
                </a:lnTo>
              </a:path>
            </a:pathLst>
          </a:custGeom>
          <a:ln w="32426" cap="flat">
            <a:solidFill>
              <a:srgbClr val="1B0242"/>
            </a:solidFill>
            <a:prstDash val="solid"/>
          </a:ln>
        </p:spPr>
        <p:txBody>
          <a:bodyPr vert="horz" lIns="91440" tIns="45720" rIns="91440" bIns="45720" anchor="ctr">
            <a:normAutofit/>
          </a:bodyPr>
          <a:lstStyle/>
          <a:p>
            <a:pPr marL="0" algn="l"/>
            <a:endParaRPr/>
          </a:p>
        </p:txBody>
      </p:sp>
      <p:sp>
        <p:nvSpPr>
          <p:cNvPr id="31" name="Freeform 31"/>
          <p:cNvSpPr/>
          <p:nvPr/>
        </p:nvSpPr>
        <p:spPr>
          <a:xfrm>
            <a:off x="3255218" y="4817636"/>
            <a:ext cx="175042" cy="774858"/>
          </a:xfrm>
          <a:custGeom>
            <a:avLst/>
            <a:gdLst/>
            <a:ahLst/>
            <a:cxnLst/>
            <a:rect l="l" t="t" r="r" b="b"/>
            <a:pathLst>
              <a:path w="390781" h="1729868">
                <a:moveTo>
                  <a:pt x="0" y="0"/>
                </a:moveTo>
                <a:lnTo>
                  <a:pt x="390782" y="1729868"/>
                </a:lnTo>
              </a:path>
            </a:pathLst>
          </a:custGeom>
          <a:ln w="32426" cap="flat">
            <a:solidFill>
              <a:srgbClr val="1B0242"/>
            </a:solidFill>
            <a:prstDash val="solid"/>
          </a:ln>
        </p:spPr>
        <p:txBody>
          <a:bodyPr vert="horz" lIns="91440" tIns="45720" rIns="91440" bIns="45720" anchor="ctr">
            <a:normAutofit/>
          </a:bodyPr>
          <a:lstStyle/>
          <a:p>
            <a:pPr marL="0" algn="l"/>
            <a:endParaRPr/>
          </a:p>
        </p:txBody>
      </p:sp>
      <p:sp>
        <p:nvSpPr>
          <p:cNvPr id="32" name="Freeform 32"/>
          <p:cNvSpPr/>
          <p:nvPr/>
        </p:nvSpPr>
        <p:spPr>
          <a:xfrm>
            <a:off x="2963786" y="3932158"/>
            <a:ext cx="6088" cy="802752"/>
          </a:xfrm>
          <a:custGeom>
            <a:avLst/>
            <a:gdLst/>
            <a:ahLst/>
            <a:cxnLst/>
            <a:rect l="l" t="t" r="r" b="b"/>
            <a:pathLst>
              <a:path w="13591" h="1792141">
                <a:moveTo>
                  <a:pt x="13592" y="0"/>
                </a:moveTo>
                <a:lnTo>
                  <a:pt x="0" y="1792141"/>
                </a:lnTo>
              </a:path>
            </a:pathLst>
          </a:custGeom>
          <a:ln w="32426" cap="flat">
            <a:solidFill>
              <a:srgbClr val="1B0242"/>
            </a:solidFill>
            <a:prstDash val="solid"/>
          </a:ln>
        </p:spPr>
        <p:txBody>
          <a:bodyPr vert="horz" lIns="91440" tIns="45720" rIns="91440" bIns="45720" anchor="ctr">
            <a:normAutofit/>
          </a:bodyPr>
          <a:lstStyle/>
          <a:p>
            <a:pPr marL="0" algn="l"/>
            <a:endParaRPr/>
          </a:p>
        </p:txBody>
      </p:sp>
      <p:sp>
        <p:nvSpPr>
          <p:cNvPr id="33" name="Freeform 33"/>
          <p:cNvSpPr/>
          <p:nvPr/>
        </p:nvSpPr>
        <p:spPr>
          <a:xfrm>
            <a:off x="2980418" y="4762804"/>
            <a:ext cx="11500" cy="1042813"/>
          </a:xfrm>
          <a:custGeom>
            <a:avLst/>
            <a:gdLst/>
            <a:ahLst/>
            <a:cxnLst/>
            <a:rect l="l" t="t" r="r" b="b"/>
            <a:pathLst>
              <a:path w="25673" h="2328077">
                <a:moveTo>
                  <a:pt x="0" y="0"/>
                </a:moveTo>
                <a:lnTo>
                  <a:pt x="25673" y="2328078"/>
                </a:lnTo>
              </a:path>
            </a:pathLst>
          </a:custGeom>
          <a:ln w="32426" cap="flat">
            <a:solidFill>
              <a:srgbClr val="1B0242"/>
            </a:solidFill>
            <a:prstDash val="solid"/>
          </a:ln>
        </p:spPr>
        <p:txBody>
          <a:bodyPr vert="horz" lIns="91440" tIns="45720" rIns="91440" bIns="45720" anchor="ctr">
            <a:normAutofit/>
          </a:bodyPr>
          <a:lstStyle/>
          <a:p>
            <a:pPr marL="0" algn="l"/>
            <a:endParaRPr/>
          </a:p>
        </p:txBody>
      </p:sp>
      <p:sp>
        <p:nvSpPr>
          <p:cNvPr id="34" name="Freeform 34"/>
          <p:cNvSpPr/>
          <p:nvPr/>
        </p:nvSpPr>
        <p:spPr>
          <a:xfrm>
            <a:off x="1072497" y="6050602"/>
            <a:ext cx="196237" cy="83498"/>
          </a:xfrm>
          <a:custGeom>
            <a:avLst/>
            <a:gdLst/>
            <a:ahLst/>
            <a:cxnLst/>
            <a:rect l="l" t="t" r="r" b="b"/>
            <a:pathLst>
              <a:path w="438098" h="186408">
                <a:moveTo>
                  <a:pt x="1250" y="113288"/>
                </a:moveTo>
                <a:cubicBezTo>
                  <a:pt x="-4791" y="98275"/>
                  <a:pt x="12177" y="16281"/>
                  <a:pt x="28256" y="7842"/>
                </a:cubicBezTo>
                <a:cubicBezTo>
                  <a:pt x="33941" y="4821"/>
                  <a:pt x="106341" y="-10547"/>
                  <a:pt x="166215" y="12372"/>
                </a:cubicBezTo>
                <a:cubicBezTo>
                  <a:pt x="274415" y="53858"/>
                  <a:pt x="429075" y="143580"/>
                  <a:pt x="437959" y="175738"/>
                </a:cubicBezTo>
                <a:cubicBezTo>
                  <a:pt x="446931" y="207896"/>
                  <a:pt x="20527" y="161613"/>
                  <a:pt x="1250" y="113288"/>
                </a:cubicBezTo>
                <a:close/>
              </a:path>
            </a:pathLst>
          </a:custGeom>
          <a:solidFill>
            <a:srgbClr val="1B0242"/>
          </a:solidFill>
          <a:ln cap="flat">
            <a:prstDash val="solid"/>
          </a:ln>
        </p:spPr>
        <p:txBody>
          <a:bodyPr vert="horz" lIns="91440" tIns="45720" rIns="91440" bIns="45720" anchor="ctr">
            <a:normAutofit fontScale="25000" lnSpcReduction="20000"/>
          </a:bodyPr>
          <a:lstStyle/>
          <a:p>
            <a:pPr marL="0" algn="l"/>
            <a:endParaRPr/>
          </a:p>
        </p:txBody>
      </p:sp>
      <p:sp>
        <p:nvSpPr>
          <p:cNvPr id="35" name="Freeform 35"/>
          <p:cNvSpPr/>
          <p:nvPr/>
        </p:nvSpPr>
        <p:spPr>
          <a:xfrm>
            <a:off x="1534555" y="5934860"/>
            <a:ext cx="202065" cy="81626"/>
          </a:xfrm>
          <a:custGeom>
            <a:avLst/>
            <a:gdLst/>
            <a:ahLst/>
            <a:cxnLst/>
            <a:rect l="l" t="t" r="r" b="b"/>
            <a:pathLst>
              <a:path w="451109" h="182229">
                <a:moveTo>
                  <a:pt x="44956" y="0"/>
                </a:moveTo>
                <a:cubicBezTo>
                  <a:pt x="44956" y="0"/>
                  <a:pt x="118599" y="4353"/>
                  <a:pt x="180872" y="24607"/>
                </a:cubicBezTo>
                <a:cubicBezTo>
                  <a:pt x="294846" y="61562"/>
                  <a:pt x="432895" y="129431"/>
                  <a:pt x="449951" y="163188"/>
                </a:cubicBezTo>
                <a:cubicBezTo>
                  <a:pt x="476334" y="215334"/>
                  <a:pt x="43623" y="146843"/>
                  <a:pt x="14397" y="118860"/>
                </a:cubicBezTo>
                <a:cubicBezTo>
                  <a:pt x="-20782" y="85192"/>
                  <a:pt x="15996" y="37310"/>
                  <a:pt x="44956" y="0"/>
                </a:cubicBezTo>
                <a:close/>
              </a:path>
            </a:pathLst>
          </a:custGeom>
          <a:solidFill>
            <a:srgbClr val="1B0242"/>
          </a:solidFill>
          <a:ln cap="flat">
            <a:prstDash val="solid"/>
          </a:ln>
        </p:spPr>
        <p:txBody>
          <a:bodyPr vert="horz" lIns="91440" tIns="45720" rIns="91440" bIns="45720" anchor="ctr">
            <a:normAutofit fontScale="25000" lnSpcReduction="20000"/>
          </a:bodyPr>
          <a:lstStyle/>
          <a:p>
            <a:pPr marL="0" algn="l"/>
            <a:endParaRPr/>
          </a:p>
        </p:txBody>
      </p:sp>
      <p:sp>
        <p:nvSpPr>
          <p:cNvPr id="36" name="Freeform 36"/>
          <p:cNvSpPr/>
          <p:nvPr/>
        </p:nvSpPr>
        <p:spPr>
          <a:xfrm>
            <a:off x="2301637" y="5375937"/>
            <a:ext cx="370831" cy="308449"/>
          </a:xfrm>
          <a:custGeom>
            <a:avLst/>
            <a:gdLst/>
            <a:ahLst/>
            <a:cxnLst/>
            <a:rect l="l" t="t" r="r" b="b"/>
            <a:pathLst>
              <a:path w="827880" h="688611">
                <a:moveTo>
                  <a:pt x="76617" y="127593"/>
                </a:moveTo>
                <a:cubicBezTo>
                  <a:pt x="88699" y="98101"/>
                  <a:pt x="359643" y="184980"/>
                  <a:pt x="359643" y="184980"/>
                </a:cubicBezTo>
                <a:cubicBezTo>
                  <a:pt x="359643" y="184980"/>
                  <a:pt x="496092" y="3225"/>
                  <a:pt x="538733" y="27"/>
                </a:cubicBezTo>
                <a:cubicBezTo>
                  <a:pt x="581373" y="-3171"/>
                  <a:pt x="566627" y="276657"/>
                  <a:pt x="566627" y="276657"/>
                </a:cubicBezTo>
                <a:cubicBezTo>
                  <a:pt x="566627" y="276657"/>
                  <a:pt x="817317" y="379349"/>
                  <a:pt x="827622" y="421457"/>
                </a:cubicBezTo>
                <a:cubicBezTo>
                  <a:pt x="837927" y="463564"/>
                  <a:pt x="536601" y="543249"/>
                  <a:pt x="536601" y="543249"/>
                </a:cubicBezTo>
                <a:cubicBezTo>
                  <a:pt x="536601" y="543249"/>
                  <a:pt x="520344" y="686094"/>
                  <a:pt x="504621" y="688581"/>
                </a:cubicBezTo>
                <a:cubicBezTo>
                  <a:pt x="488808" y="691069"/>
                  <a:pt x="314693" y="538451"/>
                  <a:pt x="314693" y="538451"/>
                </a:cubicBezTo>
                <a:cubicBezTo>
                  <a:pt x="314693" y="538451"/>
                  <a:pt x="16566" y="664063"/>
                  <a:pt x="1819" y="654824"/>
                </a:cubicBezTo>
                <a:cubicBezTo>
                  <a:pt x="-20123" y="641143"/>
                  <a:pt x="163675" y="335376"/>
                  <a:pt x="163675" y="335376"/>
                </a:cubicBezTo>
                <a:lnTo>
                  <a:pt x="76617" y="127593"/>
                </a:lnTo>
                <a:close/>
              </a:path>
            </a:pathLst>
          </a:custGeom>
          <a:gradFill>
            <a:gsLst>
              <a:gs pos="0">
                <a:srgbClr val="FFCE14"/>
              </a:gs>
              <a:gs pos="50000">
                <a:srgbClr val="FFD829"/>
              </a:gs>
              <a:gs pos="100000">
                <a:srgbClr val="FFE23F"/>
              </a:gs>
            </a:gsLst>
            <a:lin ang="14117952"/>
          </a:gradFill>
          <a:ln cap="flat">
            <a:prstDash val="solid"/>
          </a:ln>
        </p:spPr>
        <p:txBody>
          <a:bodyPr vert="horz" lIns="91440" tIns="45720" rIns="91440" bIns="45720" anchor="ctr">
            <a:normAutofit fontScale="92500" lnSpcReduction="20000"/>
          </a:bodyPr>
          <a:lstStyle/>
          <a:p>
            <a:pPr marL="0" algn="l"/>
            <a:endParaRPr/>
          </a:p>
        </p:txBody>
      </p:sp>
      <p:sp>
        <p:nvSpPr>
          <p:cNvPr id="37" name="Freeform 37"/>
          <p:cNvSpPr/>
          <p:nvPr/>
        </p:nvSpPr>
        <p:spPr>
          <a:xfrm>
            <a:off x="3789576" y="3106983"/>
            <a:ext cx="132687" cy="272786"/>
          </a:xfrm>
          <a:custGeom>
            <a:avLst/>
            <a:gdLst/>
            <a:ahLst/>
            <a:cxnLst/>
            <a:rect l="l" t="t" r="r" b="b"/>
            <a:pathLst>
              <a:path w="296224" h="608993">
                <a:moveTo>
                  <a:pt x="120372" y="222"/>
                </a:moveTo>
                <a:cubicBezTo>
                  <a:pt x="276098" y="9461"/>
                  <a:pt x="371950" y="469266"/>
                  <a:pt x="218800" y="594611"/>
                </a:cubicBezTo>
                <a:cubicBezTo>
                  <a:pt x="65561" y="719868"/>
                  <a:pt x="-130940" y="-14613"/>
                  <a:pt x="120372" y="222"/>
                </a:cubicBezTo>
                <a:close/>
              </a:path>
            </a:pathLst>
          </a:custGeom>
          <a:gradFill>
            <a:gsLst>
              <a:gs pos="0">
                <a:srgbClr val="FFCE14"/>
              </a:gs>
              <a:gs pos="50000">
                <a:srgbClr val="FFD829"/>
              </a:gs>
              <a:gs pos="100000">
                <a:srgbClr val="FFE23F"/>
              </a:gs>
            </a:gsLst>
            <a:lin ang="14118084"/>
          </a:gradFill>
          <a:ln cap="flat">
            <a:prstDash val="solid"/>
          </a:ln>
        </p:spPr>
        <p:txBody>
          <a:bodyPr vert="horz" lIns="91440" tIns="45720" rIns="91440" bIns="45720" anchor="ctr">
            <a:normAutofit fontScale="77500" lnSpcReduction="20000"/>
          </a:bodyPr>
          <a:lstStyle/>
          <a:p>
            <a:pPr marL="0" algn="l"/>
            <a:endParaRPr/>
          </a:p>
        </p:txBody>
      </p:sp>
      <p:sp>
        <p:nvSpPr>
          <p:cNvPr id="38" name="Freeform 38"/>
          <p:cNvSpPr/>
          <p:nvPr/>
        </p:nvSpPr>
        <p:spPr>
          <a:xfrm>
            <a:off x="2677664" y="4957467"/>
            <a:ext cx="78680" cy="92392"/>
          </a:xfrm>
          <a:custGeom>
            <a:avLst/>
            <a:gdLst/>
            <a:ahLst/>
            <a:cxnLst/>
            <a:rect l="l" t="t" r="r" b="b"/>
            <a:pathLst>
              <a:path w="175653" h="206264">
                <a:moveTo>
                  <a:pt x="20834" y="181568"/>
                </a:moveTo>
                <a:cubicBezTo>
                  <a:pt x="-35575" y="132176"/>
                  <a:pt x="29896" y="-22396"/>
                  <a:pt x="129390" y="2744"/>
                </a:cubicBezTo>
                <a:cubicBezTo>
                  <a:pt x="182157" y="16069"/>
                  <a:pt x="191041" y="122582"/>
                  <a:pt x="149555" y="163801"/>
                </a:cubicBezTo>
                <a:cubicBezTo>
                  <a:pt x="96610" y="216568"/>
                  <a:pt x="61698" y="217368"/>
                  <a:pt x="20834" y="181568"/>
                </a:cubicBezTo>
                <a:close/>
              </a:path>
            </a:pathLst>
          </a:custGeom>
          <a:solidFill>
            <a:srgbClr val="1B0242"/>
          </a:solidFill>
          <a:ln cap="flat">
            <a:prstDash val="solid"/>
          </a:ln>
        </p:spPr>
        <p:txBody>
          <a:bodyPr vert="horz" lIns="91440" tIns="45720" rIns="91440" bIns="45720" anchor="ctr">
            <a:normAutofit fontScale="25000" lnSpcReduction="20000"/>
          </a:bodyPr>
          <a:lstStyle/>
          <a:p>
            <a:pPr marL="0" algn="l"/>
            <a:endParaRPr/>
          </a:p>
        </p:txBody>
      </p:sp>
      <p:sp>
        <p:nvSpPr>
          <p:cNvPr id="39" name="Freeform 39"/>
          <p:cNvSpPr/>
          <p:nvPr/>
        </p:nvSpPr>
        <p:spPr>
          <a:xfrm>
            <a:off x="2932736" y="4697676"/>
            <a:ext cx="78028" cy="84715"/>
          </a:xfrm>
          <a:custGeom>
            <a:avLst/>
            <a:gdLst/>
            <a:ahLst/>
            <a:cxnLst/>
            <a:rect l="l" t="t" r="r" b="b"/>
            <a:pathLst>
              <a:path w="174198" h="189126">
                <a:moveTo>
                  <a:pt x="51462" y="171158"/>
                </a:moveTo>
                <a:cubicBezTo>
                  <a:pt x="-38349" y="121056"/>
                  <a:pt x="-4147" y="-27919"/>
                  <a:pt x="104053" y="4594"/>
                </a:cubicBezTo>
                <a:cubicBezTo>
                  <a:pt x="212164" y="37108"/>
                  <a:pt x="195818" y="251731"/>
                  <a:pt x="51462" y="171158"/>
                </a:cubicBezTo>
                <a:close/>
              </a:path>
            </a:pathLst>
          </a:custGeom>
          <a:solidFill>
            <a:srgbClr val="1B0242"/>
          </a:solidFill>
          <a:ln cap="flat">
            <a:prstDash val="solid"/>
          </a:ln>
        </p:spPr>
        <p:txBody>
          <a:bodyPr vert="horz" lIns="91440" tIns="45720" rIns="91440" bIns="45720" anchor="ctr">
            <a:normAutofit fontScale="25000" lnSpcReduction="20000"/>
          </a:bodyPr>
          <a:lstStyle/>
          <a:p>
            <a:pPr marL="0" algn="l"/>
            <a:endParaRPr/>
          </a:p>
        </p:txBody>
      </p:sp>
      <p:sp>
        <p:nvSpPr>
          <p:cNvPr id="40" name="Freeform 40"/>
          <p:cNvSpPr/>
          <p:nvPr/>
        </p:nvSpPr>
        <p:spPr>
          <a:xfrm>
            <a:off x="3213484" y="4768092"/>
            <a:ext cx="71919" cy="92798"/>
          </a:xfrm>
          <a:custGeom>
            <a:avLst/>
            <a:gdLst/>
            <a:ahLst/>
            <a:cxnLst/>
            <a:rect l="l" t="t" r="r" b="b"/>
            <a:pathLst>
              <a:path w="160560" h="207172">
                <a:moveTo>
                  <a:pt x="66077" y="1074"/>
                </a:moveTo>
                <a:cubicBezTo>
                  <a:pt x="145583" y="-15005"/>
                  <a:pt x="205547" y="154047"/>
                  <a:pt x="115646" y="200063"/>
                </a:cubicBezTo>
                <a:cubicBezTo>
                  <a:pt x="19262" y="249366"/>
                  <a:pt x="-62111" y="27014"/>
                  <a:pt x="66077" y="1074"/>
                </a:cubicBezTo>
                <a:close/>
              </a:path>
            </a:pathLst>
          </a:custGeom>
          <a:solidFill>
            <a:srgbClr val="1B0242"/>
          </a:solidFill>
          <a:ln cap="flat">
            <a:prstDash val="solid"/>
          </a:ln>
        </p:spPr>
        <p:txBody>
          <a:bodyPr vert="horz" lIns="91440" tIns="45720" rIns="91440" bIns="45720" anchor="ctr">
            <a:normAutofit fontScale="25000" lnSpcReduction="20000"/>
          </a:bodyPr>
          <a:lstStyle/>
          <a:p>
            <a:pPr marL="0" algn="l"/>
            <a:endParaRPr/>
          </a:p>
        </p:txBody>
      </p:sp>
      <p:sp>
        <p:nvSpPr>
          <p:cNvPr id="41" name="Freeform 41"/>
          <p:cNvSpPr/>
          <p:nvPr/>
        </p:nvSpPr>
        <p:spPr>
          <a:xfrm>
            <a:off x="1454617" y="3936137"/>
            <a:ext cx="377620" cy="194739"/>
          </a:xfrm>
          <a:custGeom>
            <a:avLst/>
            <a:gdLst/>
            <a:ahLst/>
            <a:cxnLst/>
            <a:rect l="l" t="t" r="r" b="b"/>
            <a:pathLst>
              <a:path w="843036" h="434754">
                <a:moveTo>
                  <a:pt x="105890" y="0"/>
                </a:moveTo>
                <a:lnTo>
                  <a:pt x="843036" y="21054"/>
                </a:lnTo>
                <a:lnTo>
                  <a:pt x="691752" y="434754"/>
                </a:lnTo>
                <a:lnTo>
                  <a:pt x="0" y="417610"/>
                </a:lnTo>
                <a:close/>
              </a:path>
            </a:pathLst>
          </a:custGeom>
          <a:solidFill>
            <a:srgbClr val="FFFFFF"/>
          </a:solidFill>
          <a:ln cap="flat">
            <a:prstDash val="solid"/>
          </a:ln>
        </p:spPr>
        <p:txBody>
          <a:bodyPr vert="horz" lIns="91440" tIns="45720" rIns="91440" bIns="45720" anchor="ctr">
            <a:normAutofit fontScale="40000" lnSpcReduction="20000"/>
          </a:bodyPr>
          <a:lstStyle/>
          <a:p>
            <a:pPr marL="0" algn="l"/>
            <a:endParaRPr/>
          </a:p>
        </p:txBody>
      </p:sp>
      <p:sp>
        <p:nvSpPr>
          <p:cNvPr id="42" name="Freeform 42"/>
          <p:cNvSpPr/>
          <p:nvPr/>
        </p:nvSpPr>
        <p:spPr>
          <a:xfrm>
            <a:off x="1583631" y="3870329"/>
            <a:ext cx="78920" cy="169496"/>
          </a:xfrm>
          <a:custGeom>
            <a:avLst/>
            <a:gdLst/>
            <a:ahLst/>
            <a:cxnLst/>
            <a:rect l="l" t="t" r="r" b="b"/>
            <a:pathLst>
              <a:path w="176189" h="378399">
                <a:moveTo>
                  <a:pt x="144955" y="43068"/>
                </a:moveTo>
                <a:cubicBezTo>
                  <a:pt x="144955" y="43068"/>
                  <a:pt x="196390" y="177208"/>
                  <a:pt x="167252" y="248364"/>
                </a:cubicBezTo>
                <a:cubicBezTo>
                  <a:pt x="138115" y="319520"/>
                  <a:pt x="115373" y="364381"/>
                  <a:pt x="54166" y="375841"/>
                </a:cubicBezTo>
                <a:cubicBezTo>
                  <a:pt x="-7041" y="387301"/>
                  <a:pt x="-7751" y="358607"/>
                  <a:pt x="10193" y="322807"/>
                </a:cubicBezTo>
                <a:cubicBezTo>
                  <a:pt x="28227" y="287007"/>
                  <a:pt x="36932" y="258136"/>
                  <a:pt x="46526" y="202259"/>
                </a:cubicBezTo>
                <a:cubicBezTo>
                  <a:pt x="56121" y="146382"/>
                  <a:pt x="34445" y="77269"/>
                  <a:pt x="32846" y="20504"/>
                </a:cubicBezTo>
                <a:cubicBezTo>
                  <a:pt x="31247" y="-36350"/>
                  <a:pt x="144955" y="43068"/>
                  <a:pt x="144955" y="43068"/>
                </a:cubicBezTo>
                <a:close/>
              </a:path>
            </a:pathLst>
          </a:custGeom>
          <a:solidFill>
            <a:srgbClr val="FF972A"/>
          </a:solidFill>
          <a:ln cap="flat">
            <a:prstDash val="solid"/>
          </a:ln>
        </p:spPr>
        <p:txBody>
          <a:bodyPr vert="horz" lIns="91440" tIns="45720" rIns="91440" bIns="45720" anchor="ctr">
            <a:normAutofit fontScale="32500" lnSpcReduction="20000"/>
          </a:bodyPr>
          <a:lstStyle/>
          <a:p>
            <a:pPr marL="0" algn="l"/>
            <a:endParaRPr/>
          </a:p>
        </p:txBody>
      </p:sp>
      <p:sp>
        <p:nvSpPr>
          <p:cNvPr id="43" name="Freeform 43"/>
          <p:cNvSpPr/>
          <p:nvPr/>
        </p:nvSpPr>
        <p:spPr>
          <a:xfrm>
            <a:off x="1635756" y="3889602"/>
            <a:ext cx="61130" cy="59995"/>
          </a:xfrm>
          <a:custGeom>
            <a:avLst/>
            <a:gdLst/>
            <a:ahLst/>
            <a:cxnLst/>
            <a:rect l="l" t="t" r="r" b="b"/>
            <a:pathLst>
              <a:path w="136472" h="133939">
                <a:moveTo>
                  <a:pt x="133854" y="116325"/>
                </a:moveTo>
                <a:cubicBezTo>
                  <a:pt x="133854" y="116325"/>
                  <a:pt x="62876" y="-2535"/>
                  <a:pt x="28586" y="41"/>
                </a:cubicBezTo>
                <a:cubicBezTo>
                  <a:pt x="-5704" y="2617"/>
                  <a:pt x="425" y="84967"/>
                  <a:pt x="425" y="84967"/>
                </a:cubicBezTo>
                <a:cubicBezTo>
                  <a:pt x="425" y="84967"/>
                  <a:pt x="158550" y="169626"/>
                  <a:pt x="133854" y="116325"/>
                </a:cubicBezTo>
                <a:close/>
              </a:path>
            </a:pathLst>
          </a:custGeom>
          <a:solidFill>
            <a:srgbClr val="FF972A"/>
          </a:solidFill>
          <a:ln cap="flat">
            <a:prstDash val="solid"/>
          </a:ln>
        </p:spPr>
        <p:txBody>
          <a:bodyPr vert="horz" lIns="91440" tIns="45720" rIns="91440" bIns="45720" anchor="ctr">
            <a:normAutofit fontScale="25000" lnSpcReduction="20000"/>
          </a:bodyPr>
          <a:lstStyle/>
          <a:p>
            <a:pPr marL="0" algn="l"/>
            <a:endParaRPr/>
          </a:p>
        </p:txBody>
      </p:sp>
      <p:sp>
        <p:nvSpPr>
          <p:cNvPr id="44" name="Freeform 44"/>
          <p:cNvSpPr/>
          <p:nvPr/>
        </p:nvSpPr>
        <p:spPr>
          <a:xfrm>
            <a:off x="1564481" y="3817797"/>
            <a:ext cx="99651" cy="89491"/>
          </a:xfrm>
          <a:custGeom>
            <a:avLst/>
            <a:gdLst/>
            <a:ahLst/>
            <a:cxnLst/>
            <a:rect l="l" t="t" r="r" b="b"/>
            <a:pathLst>
              <a:path w="222470" h="199788">
                <a:moveTo>
                  <a:pt x="121614" y="199788"/>
                </a:moveTo>
                <a:lnTo>
                  <a:pt x="59341" y="197567"/>
                </a:lnTo>
                <a:lnTo>
                  <a:pt x="0" y="50280"/>
                </a:lnTo>
                <a:lnTo>
                  <a:pt x="167364" y="0"/>
                </a:lnTo>
                <a:cubicBezTo>
                  <a:pt x="167364" y="0"/>
                  <a:pt x="220398" y="137249"/>
                  <a:pt x="222441" y="164699"/>
                </a:cubicBezTo>
                <a:cubicBezTo>
                  <a:pt x="224484" y="192059"/>
                  <a:pt x="121614" y="199788"/>
                  <a:pt x="121614" y="199788"/>
                </a:cubicBezTo>
                <a:close/>
              </a:path>
            </a:pathLst>
          </a:custGeom>
          <a:solidFill>
            <a:srgbClr val="F3EFEC"/>
          </a:solidFill>
          <a:ln cap="flat">
            <a:prstDash val="solid"/>
          </a:ln>
        </p:spPr>
        <p:txBody>
          <a:bodyPr vert="horz" lIns="91440" tIns="45720" rIns="91440" bIns="45720" anchor="ctr">
            <a:normAutofit fontScale="25000" lnSpcReduction="20000"/>
          </a:bodyPr>
          <a:lstStyle/>
          <a:p>
            <a:pPr marL="0" algn="l"/>
            <a:endParaRPr/>
          </a:p>
        </p:txBody>
      </p:sp>
      <p:sp>
        <p:nvSpPr>
          <p:cNvPr id="45" name="Freeform 45"/>
          <p:cNvSpPr/>
          <p:nvPr/>
        </p:nvSpPr>
        <p:spPr>
          <a:xfrm>
            <a:off x="3507298" y="4315787"/>
            <a:ext cx="106628" cy="123690"/>
          </a:xfrm>
          <a:custGeom>
            <a:avLst/>
            <a:gdLst/>
            <a:ahLst/>
            <a:cxnLst/>
            <a:rect l="l" t="t" r="r" b="b"/>
            <a:pathLst>
              <a:path w="238047" h="276138">
                <a:moveTo>
                  <a:pt x="113173" y="0"/>
                </a:moveTo>
                <a:cubicBezTo>
                  <a:pt x="121523" y="-177"/>
                  <a:pt x="161765" y="73910"/>
                  <a:pt x="161765" y="73910"/>
                </a:cubicBezTo>
                <a:cubicBezTo>
                  <a:pt x="161765" y="73910"/>
                  <a:pt x="235231" y="71334"/>
                  <a:pt x="237719" y="77020"/>
                </a:cubicBezTo>
                <a:cubicBezTo>
                  <a:pt x="242515" y="88124"/>
                  <a:pt x="193213" y="138848"/>
                  <a:pt x="193213" y="138848"/>
                </a:cubicBezTo>
                <a:cubicBezTo>
                  <a:pt x="193213" y="138848"/>
                  <a:pt x="239939" y="216401"/>
                  <a:pt x="237896" y="221286"/>
                </a:cubicBezTo>
                <a:cubicBezTo>
                  <a:pt x="235231" y="228038"/>
                  <a:pt x="139468" y="190194"/>
                  <a:pt x="139468" y="190194"/>
                </a:cubicBezTo>
                <a:cubicBezTo>
                  <a:pt x="139468" y="190194"/>
                  <a:pt x="65380" y="278318"/>
                  <a:pt x="60760" y="276097"/>
                </a:cubicBezTo>
                <a:cubicBezTo>
                  <a:pt x="55342" y="273610"/>
                  <a:pt x="64936" y="166564"/>
                  <a:pt x="64936" y="166564"/>
                </a:cubicBezTo>
                <a:cubicBezTo>
                  <a:pt x="64936" y="166564"/>
                  <a:pt x="-2756" y="115218"/>
                  <a:pt x="87" y="102249"/>
                </a:cubicBezTo>
                <a:cubicBezTo>
                  <a:pt x="2841" y="89900"/>
                  <a:pt x="83502" y="80573"/>
                  <a:pt x="83502" y="80573"/>
                </a:cubicBezTo>
                <a:cubicBezTo>
                  <a:pt x="83502" y="80573"/>
                  <a:pt x="103934" y="178"/>
                  <a:pt x="113173" y="0"/>
                </a:cubicBezTo>
                <a:close/>
              </a:path>
            </a:pathLst>
          </a:custGeom>
          <a:gradFill>
            <a:gsLst>
              <a:gs pos="0">
                <a:srgbClr val="FFCE14"/>
              </a:gs>
              <a:gs pos="50000">
                <a:srgbClr val="FFD829"/>
              </a:gs>
              <a:gs pos="100000">
                <a:srgbClr val="FFE23F"/>
              </a:gs>
            </a:gsLst>
            <a:lin ang="14117860"/>
          </a:gradFill>
          <a:ln cap="flat">
            <a:prstDash val="solid"/>
          </a:ln>
        </p:spPr>
        <p:txBody>
          <a:bodyPr vert="horz" lIns="91440" tIns="45720" rIns="91440" bIns="45720" anchor="ctr">
            <a:normAutofit fontScale="25000" lnSpcReduction="20000"/>
          </a:bodyPr>
          <a:lstStyle/>
          <a:p>
            <a:pPr marL="0" algn="l"/>
            <a:endParaRPr/>
          </a:p>
        </p:txBody>
      </p:sp>
      <p:sp>
        <p:nvSpPr>
          <p:cNvPr id="46" name="Freeform 46"/>
          <p:cNvSpPr/>
          <p:nvPr/>
        </p:nvSpPr>
        <p:spPr>
          <a:xfrm>
            <a:off x="2367755" y="3734593"/>
            <a:ext cx="47876" cy="18264"/>
          </a:xfrm>
          <a:custGeom>
            <a:avLst/>
            <a:gdLst/>
            <a:ahLst/>
            <a:cxnLst/>
            <a:rect l="l" t="t" r="r" b="b"/>
            <a:pathLst>
              <a:path w="106882" h="40774">
                <a:moveTo>
                  <a:pt x="78873" y="40775"/>
                </a:moveTo>
                <a:cubicBezTo>
                  <a:pt x="78873" y="40775"/>
                  <a:pt x="2742" y="38643"/>
                  <a:pt x="77" y="28427"/>
                </a:cubicBezTo>
                <a:cubicBezTo>
                  <a:pt x="-2588" y="18389"/>
                  <a:pt x="64571" y="0"/>
                  <a:pt x="64571" y="0"/>
                </a:cubicBezTo>
                <a:cubicBezTo>
                  <a:pt x="64571" y="0"/>
                  <a:pt x="108100" y="13236"/>
                  <a:pt x="106856" y="22297"/>
                </a:cubicBezTo>
                <a:cubicBezTo>
                  <a:pt x="105524" y="31447"/>
                  <a:pt x="78873" y="40775"/>
                  <a:pt x="78873" y="40775"/>
                </a:cubicBezTo>
                <a:close/>
              </a:path>
            </a:pathLst>
          </a:custGeom>
          <a:solidFill>
            <a:srgbClr val="1B0242"/>
          </a:solidFill>
          <a:ln cap="flat">
            <a:prstDash val="solid"/>
          </a:ln>
        </p:spPr>
        <p:txBody>
          <a:bodyPr vert="horz" lIns="91440" tIns="45720" rIns="91440" bIns="45720" anchor="ctr">
            <a:normAutofit fontScale="25000" lnSpcReduction="20000"/>
          </a:bodyPr>
          <a:lstStyle/>
          <a:p>
            <a:pPr marL="0" algn="l"/>
            <a:endParaRPr/>
          </a:p>
        </p:txBody>
      </p:sp>
      <p:sp>
        <p:nvSpPr>
          <p:cNvPr id="48" name="Freeform 48"/>
          <p:cNvSpPr/>
          <p:nvPr/>
        </p:nvSpPr>
        <p:spPr>
          <a:xfrm>
            <a:off x="2974919" y="5759768"/>
            <a:ext cx="33894" cy="77267"/>
          </a:xfrm>
          <a:custGeom>
            <a:avLst/>
            <a:gdLst/>
            <a:ahLst/>
            <a:cxnLst/>
            <a:rect l="l" t="t" r="r" b="b"/>
            <a:pathLst>
              <a:path w="75669" h="172498">
                <a:moveTo>
                  <a:pt x="27113" y="170760"/>
                </a:moveTo>
                <a:cubicBezTo>
                  <a:pt x="-17393" y="191992"/>
                  <a:pt x="-5312" y="11925"/>
                  <a:pt x="50210" y="554"/>
                </a:cubicBezTo>
                <a:cubicBezTo>
                  <a:pt x="105909" y="-10817"/>
                  <a:pt x="57227" y="156369"/>
                  <a:pt x="27113" y="170760"/>
                </a:cubicBezTo>
                <a:close/>
              </a:path>
            </a:pathLst>
          </a:custGeom>
          <a:solidFill>
            <a:srgbClr val="1B0242"/>
          </a:solidFill>
          <a:ln cap="flat">
            <a:prstDash val="solid"/>
          </a:ln>
        </p:spPr>
        <p:txBody>
          <a:bodyPr vert="horz" lIns="91440" tIns="45720" rIns="91440" bIns="45720" anchor="ctr">
            <a:normAutofit fontScale="25000" lnSpcReduction="20000"/>
          </a:bodyPr>
          <a:lstStyle/>
          <a:p>
            <a:pPr marL="0" algn="l"/>
            <a:endParaRPr/>
          </a:p>
        </p:txBody>
      </p:sp>
      <p:sp>
        <p:nvSpPr>
          <p:cNvPr id="49" name="Freeform 49"/>
          <p:cNvSpPr/>
          <p:nvPr/>
        </p:nvSpPr>
        <p:spPr>
          <a:xfrm>
            <a:off x="2568726" y="5816329"/>
            <a:ext cx="36941" cy="80837"/>
          </a:xfrm>
          <a:custGeom>
            <a:avLst/>
            <a:gdLst/>
            <a:ahLst/>
            <a:cxnLst/>
            <a:rect l="l" t="t" r="r" b="b"/>
            <a:pathLst>
              <a:path w="82471" h="180468">
                <a:moveTo>
                  <a:pt x="26673" y="180228"/>
                </a:moveTo>
                <a:cubicBezTo>
                  <a:pt x="-13125" y="188312"/>
                  <a:pt x="-12325" y="-10410"/>
                  <a:pt x="56077" y="428"/>
                </a:cubicBezTo>
                <a:cubicBezTo>
                  <a:pt x="120126" y="10643"/>
                  <a:pt x="50480" y="175342"/>
                  <a:pt x="26673" y="180228"/>
                </a:cubicBezTo>
                <a:close/>
              </a:path>
            </a:pathLst>
          </a:custGeom>
          <a:solidFill>
            <a:srgbClr val="1B0242"/>
          </a:solidFill>
          <a:ln cap="flat">
            <a:prstDash val="solid"/>
          </a:ln>
        </p:spPr>
        <p:txBody>
          <a:bodyPr vert="horz" lIns="91440" tIns="45720" rIns="91440" bIns="45720" anchor="ctr">
            <a:normAutofit fontScale="25000" lnSpcReduction="20000"/>
          </a:bodyPr>
          <a:lstStyle/>
          <a:p>
            <a:pPr marL="0" algn="l"/>
            <a:endParaRPr/>
          </a:p>
        </p:txBody>
      </p:sp>
      <p:sp>
        <p:nvSpPr>
          <p:cNvPr id="50" name="Freeform 50"/>
          <p:cNvSpPr/>
          <p:nvPr/>
        </p:nvSpPr>
        <p:spPr>
          <a:xfrm>
            <a:off x="1173953" y="3156852"/>
            <a:ext cx="923897" cy="694268"/>
          </a:xfrm>
          <a:custGeom>
            <a:avLst/>
            <a:gdLst/>
            <a:ahLst/>
            <a:cxnLst/>
            <a:rect l="l" t="t" r="r" b="b"/>
            <a:pathLst>
              <a:path w="2062598" h="1549950">
                <a:moveTo>
                  <a:pt x="2061607" y="837907"/>
                </a:moveTo>
                <a:cubicBezTo>
                  <a:pt x="2032647" y="697993"/>
                  <a:pt x="709995" y="-242494"/>
                  <a:pt x="148208" y="59364"/>
                </a:cubicBezTo>
                <a:cubicBezTo>
                  <a:pt x="-413491" y="361134"/>
                  <a:pt x="800695" y="1531347"/>
                  <a:pt x="824591" y="1547159"/>
                </a:cubicBezTo>
                <a:cubicBezTo>
                  <a:pt x="848488" y="1562972"/>
                  <a:pt x="1077236" y="1507895"/>
                  <a:pt x="1095358" y="1475293"/>
                </a:cubicBezTo>
                <a:cubicBezTo>
                  <a:pt x="1113480" y="1442601"/>
                  <a:pt x="843690" y="683424"/>
                  <a:pt x="843690" y="683424"/>
                </a:cubicBezTo>
                <a:cubicBezTo>
                  <a:pt x="843690" y="683424"/>
                  <a:pt x="1245399" y="1064257"/>
                  <a:pt x="1475391" y="1101123"/>
                </a:cubicBezTo>
                <a:cubicBezTo>
                  <a:pt x="1475479" y="1101123"/>
                  <a:pt x="2090567" y="977821"/>
                  <a:pt x="2061607" y="837907"/>
                </a:cubicBezTo>
                <a:close/>
              </a:path>
            </a:pathLst>
          </a:custGeom>
          <a:solidFill>
            <a:schemeClr val="accent1"/>
          </a:solidFill>
          <a:ln cap="flat">
            <a:prstDash val="solid"/>
          </a:ln>
        </p:spPr>
        <p:txBody>
          <a:bodyPr vert="horz" lIns="91440" tIns="45720" rIns="91440" bIns="45720" anchor="ctr">
            <a:normAutofit/>
          </a:bodyPr>
          <a:lstStyle/>
          <a:p>
            <a:pPr marL="0" algn="l"/>
            <a:endParaRPr/>
          </a:p>
        </p:txBody>
      </p:sp>
      <p:sp>
        <p:nvSpPr>
          <p:cNvPr id="51" name="Freeform 51"/>
          <p:cNvSpPr/>
          <p:nvPr/>
        </p:nvSpPr>
        <p:spPr>
          <a:xfrm>
            <a:off x="1852412" y="3529526"/>
            <a:ext cx="324376" cy="339363"/>
          </a:xfrm>
          <a:custGeom>
            <a:avLst/>
            <a:gdLst/>
            <a:ahLst/>
            <a:cxnLst/>
            <a:rect l="l" t="t" r="r" b="b"/>
            <a:pathLst>
              <a:path w="724168" h="757627">
                <a:moveTo>
                  <a:pt x="559744" y="4491"/>
                </a:moveTo>
                <a:cubicBezTo>
                  <a:pt x="559744" y="4491"/>
                  <a:pt x="485923" y="-15674"/>
                  <a:pt x="460428" y="29454"/>
                </a:cubicBezTo>
                <a:cubicBezTo>
                  <a:pt x="435021" y="74670"/>
                  <a:pt x="65649" y="620024"/>
                  <a:pt x="65649" y="620024"/>
                </a:cubicBezTo>
                <a:lnTo>
                  <a:pt x="0" y="757628"/>
                </a:lnTo>
                <a:cubicBezTo>
                  <a:pt x="0" y="757628"/>
                  <a:pt x="289511" y="660443"/>
                  <a:pt x="337570" y="627930"/>
                </a:cubicBezTo>
                <a:cubicBezTo>
                  <a:pt x="385629" y="595505"/>
                  <a:pt x="710762" y="380349"/>
                  <a:pt x="720356" y="351478"/>
                </a:cubicBezTo>
                <a:cubicBezTo>
                  <a:pt x="753492" y="251362"/>
                  <a:pt x="559744" y="4491"/>
                  <a:pt x="559744" y="4491"/>
                </a:cubicBezTo>
                <a:close/>
              </a:path>
            </a:pathLst>
          </a:custGeom>
          <a:solidFill>
            <a:srgbClr val="FFFFFF"/>
          </a:solidFill>
          <a:ln cap="flat">
            <a:prstDash val="solid"/>
          </a:ln>
        </p:spPr>
        <p:txBody>
          <a:bodyPr vert="horz" lIns="91440" tIns="45720" rIns="91440" bIns="45720" anchor="ctr">
            <a:normAutofit fontScale="92500" lnSpcReduction="10000"/>
          </a:bodyPr>
          <a:lstStyle/>
          <a:p>
            <a:pPr marL="0" algn="l"/>
            <a:endParaRPr/>
          </a:p>
        </p:txBody>
      </p:sp>
      <p:sp>
        <p:nvSpPr>
          <p:cNvPr id="52" name="Freeform 52"/>
          <p:cNvSpPr/>
          <p:nvPr/>
        </p:nvSpPr>
        <p:spPr>
          <a:xfrm>
            <a:off x="1839917" y="3612217"/>
            <a:ext cx="334327" cy="267376"/>
          </a:xfrm>
          <a:custGeom>
            <a:avLst/>
            <a:gdLst/>
            <a:ahLst/>
            <a:cxnLst/>
            <a:rect l="l" t="t" r="r" b="b"/>
            <a:pathLst>
              <a:path w="746384" h="596916">
                <a:moveTo>
                  <a:pt x="715026" y="928"/>
                </a:moveTo>
                <a:cubicBezTo>
                  <a:pt x="700546" y="-11509"/>
                  <a:pt x="559389" y="105131"/>
                  <a:pt x="559389" y="105131"/>
                </a:cubicBezTo>
                <a:cubicBezTo>
                  <a:pt x="559389" y="105131"/>
                  <a:pt x="293686" y="137644"/>
                  <a:pt x="265792" y="171401"/>
                </a:cubicBezTo>
                <a:cubicBezTo>
                  <a:pt x="237898" y="205069"/>
                  <a:pt x="62628" y="465265"/>
                  <a:pt x="37133" y="510481"/>
                </a:cubicBezTo>
                <a:cubicBezTo>
                  <a:pt x="11637" y="555698"/>
                  <a:pt x="0" y="596917"/>
                  <a:pt x="0" y="596917"/>
                </a:cubicBezTo>
                <a:cubicBezTo>
                  <a:pt x="0" y="596917"/>
                  <a:pt x="280894" y="484453"/>
                  <a:pt x="326021" y="467130"/>
                </a:cubicBezTo>
                <a:cubicBezTo>
                  <a:pt x="371149" y="449808"/>
                  <a:pt x="592169" y="148748"/>
                  <a:pt x="592169" y="148748"/>
                </a:cubicBezTo>
                <a:cubicBezTo>
                  <a:pt x="592169" y="148748"/>
                  <a:pt x="733237" y="138977"/>
                  <a:pt x="743364" y="119255"/>
                </a:cubicBezTo>
                <a:cubicBezTo>
                  <a:pt x="755179" y="96159"/>
                  <a:pt x="729506" y="13365"/>
                  <a:pt x="715026" y="928"/>
                </a:cubicBezTo>
                <a:close/>
              </a:path>
            </a:pathLst>
          </a:custGeom>
          <a:solidFill>
            <a:srgbClr val="1B0242"/>
          </a:solidFill>
          <a:ln cap="flat">
            <a:prstDash val="solid"/>
          </a:ln>
        </p:spPr>
        <p:txBody>
          <a:bodyPr vert="horz" lIns="91440" tIns="45720" rIns="91440" bIns="45720" anchor="ctr">
            <a:normAutofit fontScale="77500" lnSpcReduction="20000"/>
          </a:bodyPr>
          <a:lstStyle/>
          <a:p>
            <a:pPr marL="0" algn="l"/>
            <a:endParaRPr/>
          </a:p>
        </p:txBody>
      </p:sp>
      <p:sp>
        <p:nvSpPr>
          <p:cNvPr id="53" name="Freeform 53"/>
          <p:cNvSpPr/>
          <p:nvPr/>
        </p:nvSpPr>
        <p:spPr>
          <a:xfrm>
            <a:off x="660400" y="5412575"/>
            <a:ext cx="207212" cy="212542"/>
          </a:xfrm>
          <a:custGeom>
            <a:avLst/>
            <a:gdLst/>
            <a:ahLst/>
            <a:cxnLst/>
            <a:rect l="l" t="t" r="r" b="b"/>
            <a:pathLst>
              <a:path w="462601" h="474500">
                <a:moveTo>
                  <a:pt x="287601" y="140"/>
                </a:moveTo>
                <a:cubicBezTo>
                  <a:pt x="293731" y="4137"/>
                  <a:pt x="316827" y="132769"/>
                  <a:pt x="316827" y="132769"/>
                </a:cubicBezTo>
                <a:cubicBezTo>
                  <a:pt x="316827" y="132769"/>
                  <a:pt x="439419" y="115002"/>
                  <a:pt x="447147" y="122731"/>
                </a:cubicBezTo>
                <a:cubicBezTo>
                  <a:pt x="457541" y="133035"/>
                  <a:pt x="347831" y="234040"/>
                  <a:pt x="347831" y="234040"/>
                </a:cubicBezTo>
                <a:cubicBezTo>
                  <a:pt x="347831" y="234040"/>
                  <a:pt x="470866" y="390921"/>
                  <a:pt x="462160" y="398828"/>
                </a:cubicBezTo>
                <a:cubicBezTo>
                  <a:pt x="449279" y="410642"/>
                  <a:pt x="263527" y="338065"/>
                  <a:pt x="263527" y="338065"/>
                </a:cubicBezTo>
                <a:cubicBezTo>
                  <a:pt x="263527" y="338065"/>
                  <a:pt x="154350" y="482420"/>
                  <a:pt x="144400" y="474159"/>
                </a:cubicBezTo>
                <a:cubicBezTo>
                  <a:pt x="137471" y="468384"/>
                  <a:pt x="149286" y="305552"/>
                  <a:pt x="149286" y="305552"/>
                </a:cubicBezTo>
                <a:cubicBezTo>
                  <a:pt x="149286" y="305552"/>
                  <a:pt x="4575" y="295868"/>
                  <a:pt x="134" y="284320"/>
                </a:cubicBezTo>
                <a:cubicBezTo>
                  <a:pt x="-4486" y="272327"/>
                  <a:pt x="112242" y="184915"/>
                  <a:pt x="112242" y="184915"/>
                </a:cubicBezTo>
                <a:cubicBezTo>
                  <a:pt x="112242" y="184915"/>
                  <a:pt x="57520" y="76537"/>
                  <a:pt x="60097" y="71473"/>
                </a:cubicBezTo>
                <a:cubicBezTo>
                  <a:pt x="66049" y="59925"/>
                  <a:pt x="197434" y="115801"/>
                  <a:pt x="197434" y="115801"/>
                </a:cubicBezTo>
                <a:cubicBezTo>
                  <a:pt x="197434" y="115801"/>
                  <a:pt x="280405" y="-4658"/>
                  <a:pt x="287601" y="140"/>
                </a:cubicBezTo>
                <a:close/>
              </a:path>
            </a:pathLst>
          </a:custGeom>
          <a:gradFill>
            <a:gsLst>
              <a:gs pos="0">
                <a:srgbClr val="FFCE14"/>
              </a:gs>
              <a:gs pos="50000">
                <a:srgbClr val="FFD829"/>
              </a:gs>
              <a:gs pos="100000">
                <a:srgbClr val="FFE23F"/>
              </a:gs>
            </a:gsLst>
            <a:lin ang="14118129"/>
          </a:gradFill>
          <a:ln cap="flat">
            <a:prstDash val="solid"/>
          </a:ln>
        </p:spPr>
        <p:txBody>
          <a:bodyPr vert="horz" lIns="91440" tIns="45720" rIns="91440" bIns="45720" anchor="ctr">
            <a:normAutofit fontScale="47500" lnSpcReduction="20000"/>
          </a:bodyPr>
          <a:lstStyle/>
          <a:p>
            <a:pPr marL="0" algn="l"/>
            <a:endParaRPr/>
          </a:p>
        </p:txBody>
      </p:sp>
      <p:sp>
        <p:nvSpPr>
          <p:cNvPr id="54" name="Freeform 54"/>
          <p:cNvSpPr/>
          <p:nvPr/>
        </p:nvSpPr>
        <p:spPr>
          <a:xfrm>
            <a:off x="3061235" y="3337478"/>
            <a:ext cx="60722" cy="27413"/>
          </a:xfrm>
          <a:custGeom>
            <a:avLst/>
            <a:gdLst/>
            <a:ahLst/>
            <a:cxnLst/>
            <a:rect l="l" t="t" r="r" b="b"/>
            <a:pathLst>
              <a:path w="135562" h="61199">
                <a:moveTo>
                  <a:pt x="0" y="61199"/>
                </a:moveTo>
                <a:cubicBezTo>
                  <a:pt x="18034" y="24422"/>
                  <a:pt x="135117" y="-27102"/>
                  <a:pt x="135561" y="16960"/>
                </a:cubicBezTo>
                <a:cubicBezTo>
                  <a:pt x="136094" y="60933"/>
                  <a:pt x="0" y="61199"/>
                  <a:pt x="0" y="61199"/>
                </a:cubicBez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55" name="Freeform 55"/>
          <p:cNvSpPr/>
          <p:nvPr/>
        </p:nvSpPr>
        <p:spPr>
          <a:xfrm>
            <a:off x="660420" y="3060885"/>
            <a:ext cx="3979" cy="3979"/>
          </a:xfrm>
          <a:custGeom>
            <a:avLst/>
            <a:gdLst/>
            <a:ahLst/>
            <a:cxnLst/>
            <a:rect l="l" t="t" r="r" b="b"/>
            <a:pathLst>
              <a:path w="8883" h="8883"/>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56" name="AutoShape 56"/>
          <p:cNvSpPr/>
          <p:nvPr/>
        </p:nvSpPr>
        <p:spPr>
          <a:xfrm>
            <a:off x="4992272" y="4732371"/>
            <a:ext cx="3644900" cy="639699"/>
          </a:xfrm>
          <a:prstGeom prst="roundRect">
            <a:avLst>
              <a:gd name="adj" fmla="val 50000"/>
            </a:avLst>
          </a:prstGeom>
          <a:solidFill>
            <a:srgbClr val="FFFFFF"/>
          </a:solidFill>
        </p:spPr>
        <p:txBody>
          <a:bodyPr vert="horz" wrap="square" lIns="1080000" tIns="45720" rIns="91440" bIns="45720" anchor="ctr">
            <a:normAutofit/>
          </a:bodyPr>
          <a:lstStyle/>
          <a:p>
            <a:pPr marL="0" algn="l"/>
            <a:endParaRPr/>
          </a:p>
        </p:txBody>
      </p:sp>
      <p:sp>
        <p:nvSpPr>
          <p:cNvPr id="57" name="AutoShape 57"/>
          <p:cNvSpPr/>
          <p:nvPr/>
        </p:nvSpPr>
        <p:spPr>
          <a:xfrm>
            <a:off x="5000384" y="4689273"/>
            <a:ext cx="721171" cy="721169"/>
          </a:xfrm>
          <a:prstGeom prst="roundRect">
            <a:avLst>
              <a:gd name="adj" fmla="val 50000"/>
            </a:avLst>
          </a:prstGeom>
          <a:gradFill>
            <a:gsLst>
              <a:gs pos="0">
                <a:srgbClr val="FF9A2C">
                  <a:lumMod val="60000"/>
                  <a:lumOff val="40000"/>
                </a:srgbClr>
              </a:gs>
              <a:gs pos="50000">
                <a:srgbClr val="FF9A2C"/>
              </a:gs>
            </a:gsLst>
            <a:lin ang="2700000"/>
          </a:gradFill>
          <a:ln w="76200">
            <a:solidFill>
              <a:srgbClr val="FFFFFF">
                <a:alpha val="95000"/>
              </a:srgbClr>
            </a:solidFill>
          </a:ln>
        </p:spPr>
        <p:txBody>
          <a:bodyPr vert="horz" wrap="none" lIns="91440" tIns="45720" rIns="91440" bIns="45720" anchor="ctr">
            <a:normAutofit/>
          </a:bodyPr>
          <a:lstStyle/>
          <a:p>
            <a:pPr marL="0" algn="ctr">
              <a:lnSpc>
                <a:spcPct val="110000"/>
              </a:lnSpc>
            </a:pPr>
            <a:r>
              <a:rPr lang="en-US" sz="2400" b="1" i="0" u="none" baseline="0" dirty="0">
                <a:solidFill>
                  <a:srgbClr val="FFFFFF"/>
                </a:solidFill>
                <a:latin typeface="Arial"/>
                <a:ea typeface="Arial"/>
              </a:rPr>
              <a:t>05</a:t>
            </a:r>
          </a:p>
        </p:txBody>
      </p:sp>
      <p:sp>
        <p:nvSpPr>
          <p:cNvPr id="60" name="TextBox 60"/>
          <p:cNvSpPr txBox="1"/>
          <p:nvPr/>
        </p:nvSpPr>
        <p:spPr>
          <a:xfrm>
            <a:off x="8766568" y="957253"/>
            <a:ext cx="2649784" cy="369332"/>
          </a:xfrm>
          <a:prstGeom prst="rect">
            <a:avLst/>
          </a:prstGeom>
          <a:noFill/>
        </p:spPr>
        <p:txBody>
          <a:bodyPr vert="horz" wrap="square" lIns="91440" tIns="45720" rIns="91440" bIns="45720" rtlCol="0" anchor="ctr">
            <a:spAutoFit/>
          </a:bodyPr>
          <a:lstStyle/>
          <a:p>
            <a:pPr marL="0" algn="l">
              <a:defRPr/>
            </a:pPr>
            <a:r>
              <a:rPr lang="zh-CN" altLang="en-US" sz="1800" b="0" i="0" u="none" baseline="0" dirty="0">
                <a:solidFill>
                  <a:srgbClr val="000000"/>
                </a:solidFill>
                <a:latin typeface="微软雅黑"/>
                <a:ea typeface="微软雅黑"/>
              </a:rPr>
              <a:t>Introduction to Logical Operators</a:t>
            </a:r>
            <a:endParaRPr lang="en-US" sz="1100" dirty="0"/>
          </a:p>
        </p:txBody>
      </p:sp>
      <p:sp>
        <p:nvSpPr>
          <p:cNvPr id="61" name="TextBox 61"/>
          <p:cNvSpPr txBox="1"/>
          <p:nvPr/>
        </p:nvSpPr>
        <p:spPr>
          <a:xfrm>
            <a:off x="8405982" y="1932003"/>
            <a:ext cx="2635057" cy="369332"/>
          </a:xfrm>
          <a:prstGeom prst="rect">
            <a:avLst/>
          </a:prstGeom>
          <a:noFill/>
        </p:spPr>
        <p:txBody>
          <a:bodyPr vert="horz" wrap="square" lIns="91440" tIns="45720" rIns="91440" bIns="45720" rtlCol="0" anchor="ctr">
            <a:spAutoFit/>
          </a:bodyPr>
          <a:lstStyle/>
          <a:p>
            <a:pPr marL="0" algn="l">
              <a:defRPr/>
            </a:pPr>
            <a:r>
              <a:rPr lang="zh-CN" altLang="en-US" sz="1800" b="0" i="0" u="none" baseline="0">
                <a:solidFill>
                  <a:srgbClr val="000000"/>
                </a:solidFill>
                <a:latin typeface="微软雅黑"/>
                <a:ea typeface="微软雅黑"/>
              </a:rPr>
              <a:t>AND Operator</a:t>
            </a:r>
            <a:endParaRPr lang="en-US" sz="1100"/>
          </a:p>
        </p:txBody>
      </p:sp>
      <p:sp>
        <p:nvSpPr>
          <p:cNvPr id="62" name="TextBox 62"/>
          <p:cNvSpPr txBox="1"/>
          <p:nvPr/>
        </p:nvSpPr>
        <p:spPr>
          <a:xfrm>
            <a:off x="7892930" y="2895468"/>
            <a:ext cx="2635057" cy="369332"/>
          </a:xfrm>
          <a:prstGeom prst="rect">
            <a:avLst/>
          </a:prstGeom>
          <a:noFill/>
        </p:spPr>
        <p:txBody>
          <a:bodyPr vert="horz" wrap="square" lIns="91440" tIns="45720" rIns="91440" bIns="45720" rtlCol="0" anchor="ctr">
            <a:spAutoFit/>
          </a:bodyPr>
          <a:lstStyle/>
          <a:p>
            <a:pPr marL="0" algn="l">
              <a:defRPr/>
            </a:pPr>
            <a:r>
              <a:rPr lang="zh-CN" altLang="en-US" sz="1800" b="0" i="0" u="none" baseline="0">
                <a:solidFill>
                  <a:srgbClr val="000000"/>
                </a:solidFill>
                <a:latin typeface="微软雅黑"/>
                <a:ea typeface="微软雅黑"/>
              </a:rPr>
              <a:t>OR Operator</a:t>
            </a:r>
            <a:endParaRPr lang="en-US" sz="1100"/>
          </a:p>
        </p:txBody>
      </p:sp>
      <p:sp>
        <p:nvSpPr>
          <p:cNvPr id="63" name="TextBox 63"/>
          <p:cNvSpPr txBox="1"/>
          <p:nvPr/>
        </p:nvSpPr>
        <p:spPr>
          <a:xfrm>
            <a:off x="6685012" y="3892963"/>
            <a:ext cx="2635057" cy="369332"/>
          </a:xfrm>
          <a:prstGeom prst="rect">
            <a:avLst/>
          </a:prstGeom>
          <a:noFill/>
        </p:spPr>
        <p:txBody>
          <a:bodyPr vert="horz" wrap="square" lIns="91440" tIns="45720" rIns="91440" bIns="45720" rtlCol="0" anchor="ctr">
            <a:spAutoFit/>
          </a:bodyPr>
          <a:lstStyle/>
          <a:p>
            <a:pPr marL="0" algn="l">
              <a:defRPr/>
            </a:pPr>
            <a:r>
              <a:rPr lang="zh-CN" altLang="en-US" sz="1800" b="0" i="0" u="none" baseline="0">
                <a:solidFill>
                  <a:srgbClr val="000000"/>
                </a:solidFill>
                <a:latin typeface="微软雅黑"/>
                <a:ea typeface="微软雅黑"/>
              </a:rPr>
              <a:t>NOT Operator</a:t>
            </a:r>
            <a:endParaRPr lang="en-US" sz="1100"/>
          </a:p>
        </p:txBody>
      </p:sp>
      <p:sp>
        <p:nvSpPr>
          <p:cNvPr id="64" name="TextBox 64"/>
          <p:cNvSpPr txBox="1"/>
          <p:nvPr/>
        </p:nvSpPr>
        <p:spPr>
          <a:xfrm>
            <a:off x="5721555" y="4880601"/>
            <a:ext cx="2635057" cy="369332"/>
          </a:xfrm>
          <a:prstGeom prst="rect">
            <a:avLst/>
          </a:prstGeom>
          <a:noFill/>
        </p:spPr>
        <p:txBody>
          <a:bodyPr vert="horz" wrap="square" lIns="91440" tIns="45720" rIns="91440" bIns="45720" rtlCol="0" anchor="ctr">
            <a:spAutoFit/>
          </a:bodyPr>
          <a:lstStyle/>
          <a:p>
            <a:pPr marL="0" algn="l">
              <a:defRPr/>
            </a:pPr>
            <a:r>
              <a:rPr lang="zh-CN" altLang="en-US" sz="1800" b="0" i="0" u="none" baseline="0">
                <a:solidFill>
                  <a:srgbClr val="000000"/>
                </a:solidFill>
                <a:latin typeface="微软雅黑"/>
                <a:ea typeface="微软雅黑"/>
              </a:rPr>
              <a:t>Combining Logical Operators</a:t>
            </a:r>
            <a:endParaRPr lang="en-US" sz="110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3100" y="1794648"/>
            <a:ext cx="3455388" cy="4546396"/>
          </a:xfrm>
          <a:prstGeom prst="roundRect">
            <a:avLst>
              <a:gd name="adj" fmla="val 6684"/>
            </a:avLst>
          </a:prstGeom>
          <a:ln w="3175" cap="rnd">
            <a:solidFill>
              <a:srgbClr val="778495">
                <a:alpha val="50000"/>
              </a:srgbClr>
            </a:solidFill>
          </a:ln>
        </p:spPr>
        <p:txBody>
          <a:bodyPr rot="0" vert="horz" wrap="square" lIns="91440" tIns="45720" rIns="91440" bIns="45720" anchor="t" anchorCtr="1">
            <a:normAutofit/>
          </a:bodyPr>
          <a:lstStyle/>
          <a:p>
            <a:pPr marL="0" algn="ctr"/>
            <a:endParaRPr/>
          </a:p>
        </p:txBody>
      </p:sp>
      <p:sp>
        <p:nvSpPr>
          <p:cNvPr id="3" name="AutoShape 3"/>
          <p:cNvSpPr/>
          <p:nvPr/>
        </p:nvSpPr>
        <p:spPr>
          <a:xfrm>
            <a:off x="829169" y="3701475"/>
            <a:ext cx="3182478" cy="2639569"/>
          </a:xfrm>
          <a:prstGeom prst="rect">
            <a:avLst/>
          </a:prstGeom>
          <a:noFill/>
          <a:ln>
            <a:noFill/>
          </a:ln>
        </p:spPr>
        <p:txBody>
          <a:bodyPr vert="horz" wrap="square" lIns="91440" tIns="45720" rIns="91440" bIns="45720" anchor="t">
            <a:spAutoFit/>
          </a:bodyPr>
          <a:lstStyle/>
          <a:p>
            <a:pPr marL="228600" indent="-228600">
              <a:lnSpc>
                <a:spcPct val="150000"/>
              </a:lnSpc>
              <a:spcBef>
                <a:spcPct val="0"/>
              </a:spcBef>
            </a:pPr>
            <a:r>
              <a:rPr lang="zh-CN" altLang="en-US" sz="1400" b="0" i="0" u="none" baseline="0" dirty="0">
                <a:solidFill>
                  <a:srgbClr val="2F2F2F"/>
                </a:solidFill>
                <a:latin typeface="微软雅黑"/>
                <a:ea typeface="微软雅黑"/>
              </a:rPr>
              <a:t>JavaScript is a high-level, interpreted scripting language that enables developers to implement complex features in web pages. It allows for interactive effects and dynamic content, serving as a backbone for front-end web development.</a:t>
            </a:r>
          </a:p>
        </p:txBody>
      </p:sp>
      <p:sp>
        <p:nvSpPr>
          <p:cNvPr id="4" name="TextBox 4"/>
          <p:cNvSpPr txBox="1"/>
          <p:nvPr/>
        </p:nvSpPr>
        <p:spPr>
          <a:xfrm>
            <a:off x="829169" y="2978721"/>
            <a:ext cx="3182478" cy="338554"/>
          </a:xfrm>
          <a:prstGeom prst="rect">
            <a:avLst/>
          </a:prstGeom>
          <a:noFill/>
          <a:ln>
            <a:noFill/>
          </a:ln>
        </p:spPr>
        <p:txBody>
          <a:bodyPr vert="horz" wrap="square" lIns="91440" tIns="45720" rIns="91440" bIns="45720" rtlCol="0" anchor="t">
            <a:spAutoFit/>
          </a:bodyPr>
          <a:lstStyle/>
          <a:p>
            <a:pPr marL="0" algn="l">
              <a:spcBef>
                <a:spcPct val="0"/>
              </a:spcBef>
              <a:defRPr/>
            </a:pPr>
            <a:r>
              <a:rPr lang="zh-CN" altLang="en-US" sz="1600" b="1" i="0" u="none" baseline="0" dirty="0">
                <a:solidFill>
                  <a:srgbClr val="2F2F2F"/>
                </a:solidFill>
                <a:latin typeface="微软雅黑"/>
                <a:ea typeface="微软雅黑"/>
              </a:rPr>
              <a:t>Definition and Use</a:t>
            </a:r>
            <a:endParaRPr lang="en-US" sz="1100" dirty="0"/>
          </a:p>
        </p:txBody>
      </p:sp>
      <p:sp>
        <p:nvSpPr>
          <p:cNvPr id="5" name="AutoShape 5"/>
          <p:cNvSpPr/>
          <p:nvPr/>
        </p:nvSpPr>
        <p:spPr>
          <a:xfrm>
            <a:off x="3068608" y="1864220"/>
            <a:ext cx="1041394" cy="1041394"/>
          </a:xfrm>
          <a:prstGeom prst="ellipse">
            <a:avLst/>
          </a:prstGeom>
          <a:solidFill>
            <a:schemeClr val="accent5"/>
          </a:solidFill>
          <a:ln cap="flat">
            <a:noFill/>
            <a:prstDash val="solid"/>
            <a:miter lim="800000"/>
          </a:ln>
          <a:effectLst>
            <a:outerShdw blurRad="127000" dist="63500" dir="2700000" algn="tl" rotWithShape="0">
              <a:schemeClr val="accent5">
                <a:alpha val="40000"/>
              </a:schemeClr>
            </a:outerShdw>
          </a:effectLst>
        </p:spPr>
        <p:txBody>
          <a:bodyPr vert="horz" wrap="none" lIns="91440" tIns="45720" rIns="91440" bIns="45720" anchor="ctr">
            <a:normAutofit/>
          </a:bodyPr>
          <a:lstStyle/>
          <a:p>
            <a:pPr marL="0" algn="ctr"/>
            <a:r>
              <a:rPr lang="en-US" sz="2400" b="1" i="0" u="none" baseline="0" dirty="0">
                <a:solidFill>
                  <a:srgbClr val="FFFFFF"/>
                </a:solidFill>
                <a:latin typeface="Arial"/>
                <a:ea typeface="Arial"/>
              </a:rPr>
              <a:t>01</a:t>
            </a:r>
          </a:p>
        </p:txBody>
      </p:sp>
      <p:sp>
        <p:nvSpPr>
          <p:cNvPr id="6" name="AutoShape 6"/>
          <p:cNvSpPr/>
          <p:nvPr/>
        </p:nvSpPr>
        <p:spPr>
          <a:xfrm>
            <a:off x="4329077" y="1794648"/>
            <a:ext cx="3539137" cy="4546396"/>
          </a:xfrm>
          <a:prstGeom prst="roundRect">
            <a:avLst>
              <a:gd name="adj" fmla="val 6684"/>
            </a:avLst>
          </a:prstGeom>
          <a:ln w="3175" cap="rnd">
            <a:solidFill>
              <a:srgbClr val="778495">
                <a:alpha val="50000"/>
              </a:srgbClr>
            </a:solidFill>
          </a:ln>
        </p:spPr>
        <p:txBody>
          <a:bodyPr rot="0" vert="horz" wrap="square" lIns="91440" tIns="45720" rIns="91440" bIns="45720" anchor="t" anchorCtr="1">
            <a:normAutofit/>
          </a:bodyPr>
          <a:lstStyle/>
          <a:p>
            <a:pPr marL="0" algn="ctr"/>
            <a:endParaRPr/>
          </a:p>
        </p:txBody>
      </p:sp>
      <p:sp>
        <p:nvSpPr>
          <p:cNvPr id="7" name="AutoShape 7"/>
          <p:cNvSpPr/>
          <p:nvPr/>
        </p:nvSpPr>
        <p:spPr>
          <a:xfrm>
            <a:off x="4485147" y="3701475"/>
            <a:ext cx="3182478" cy="700192"/>
          </a:xfrm>
          <a:prstGeom prst="rect">
            <a:avLst/>
          </a:prstGeom>
          <a:noFill/>
          <a:ln>
            <a:noFill/>
          </a:ln>
        </p:spPr>
        <p:txBody>
          <a:bodyPr vert="horz" wrap="square" lIns="91440" tIns="45720" rIns="91440" bIns="45720" anchor="t">
            <a:spAutoFit/>
          </a:bodyPr>
          <a:lstStyle/>
          <a:p>
            <a:pPr marL="228600" indent="-228600" algn="l">
              <a:lnSpc>
                <a:spcPct val="150000"/>
              </a:lnSpc>
              <a:spcBef>
                <a:spcPct val="0"/>
              </a:spcBef>
            </a:pPr>
            <a:r>
              <a:rPr lang="zh-CN" altLang="en-US" sz="1400" b="0" i="0" u="none" baseline="0" dirty="0">
                <a:solidFill>
                  <a:srgbClr val="2F2F2F"/>
                </a:solidFill>
                <a:latin typeface="微软雅黑"/>
                <a:ea typeface="微软雅黑"/>
              </a:rPr>
              <a:t>The core concepts of JavaScript include variables, which store data; data types that define the nature of that data; control structures that dictate the flow of the execution; and operators that allow manipulation of data through various computations.</a:t>
            </a:r>
          </a:p>
        </p:txBody>
      </p:sp>
      <p:sp>
        <p:nvSpPr>
          <p:cNvPr id="8" name="TextBox 8"/>
          <p:cNvSpPr txBox="1"/>
          <p:nvPr/>
        </p:nvSpPr>
        <p:spPr>
          <a:xfrm>
            <a:off x="4485147" y="2978721"/>
            <a:ext cx="3182478" cy="338554"/>
          </a:xfrm>
          <a:prstGeom prst="rect">
            <a:avLst/>
          </a:prstGeom>
          <a:noFill/>
          <a:ln>
            <a:noFill/>
          </a:ln>
        </p:spPr>
        <p:txBody>
          <a:bodyPr vert="horz" wrap="square" lIns="91440" tIns="45720" rIns="91440" bIns="45720" rtlCol="0" anchor="t">
            <a:spAutoFit/>
          </a:bodyPr>
          <a:lstStyle/>
          <a:p>
            <a:pPr marL="0" algn="l">
              <a:spcBef>
                <a:spcPct val="0"/>
              </a:spcBef>
              <a:defRPr/>
            </a:pPr>
            <a:r>
              <a:rPr lang="zh-CN" altLang="en-US" sz="1600" b="1" i="0" u="none" baseline="0">
                <a:solidFill>
                  <a:srgbClr val="2F2F2F"/>
                </a:solidFill>
                <a:latin typeface="微软雅黑"/>
                <a:ea typeface="微软雅黑"/>
              </a:rPr>
              <a:t>Core Concepts</a:t>
            </a:r>
            <a:endParaRPr lang="en-US" sz="1100"/>
          </a:p>
        </p:txBody>
      </p:sp>
      <p:sp>
        <p:nvSpPr>
          <p:cNvPr id="9" name="AutoShape 9"/>
          <p:cNvSpPr/>
          <p:nvPr/>
        </p:nvSpPr>
        <p:spPr>
          <a:xfrm>
            <a:off x="6724586" y="1864220"/>
            <a:ext cx="1041394" cy="1041394"/>
          </a:xfrm>
          <a:prstGeom prst="ellipse">
            <a:avLst/>
          </a:prstGeom>
          <a:solidFill>
            <a:schemeClr val="accent1"/>
          </a:solidFill>
          <a:ln cap="flat">
            <a:noFill/>
            <a:prstDash val="solid"/>
            <a:miter lim="800000"/>
          </a:ln>
          <a:effectLst>
            <a:outerShdw blurRad="127000" dist="63500" dir="2700000" algn="tl" rotWithShape="0">
              <a:schemeClr val="accent1">
                <a:alpha val="40000"/>
              </a:schemeClr>
            </a:outerShdw>
          </a:effectLst>
        </p:spPr>
        <p:txBody>
          <a:bodyPr vert="horz" lIns="91440" tIns="45720" rIns="91440" bIns="45720" anchor="ctr">
            <a:normAutofit/>
          </a:bodyPr>
          <a:lstStyle/>
          <a:p>
            <a:pPr marL="0" algn="ctr"/>
            <a:r>
              <a:rPr lang="en-US" sz="2400" b="1" i="0" u="none" baseline="0">
                <a:solidFill>
                  <a:srgbClr val="FFFFFF"/>
                </a:solidFill>
                <a:latin typeface="Arial"/>
                <a:ea typeface="Arial"/>
              </a:rPr>
              <a:t>02</a:t>
            </a:r>
          </a:p>
        </p:txBody>
      </p:sp>
      <p:sp>
        <p:nvSpPr>
          <p:cNvPr id="10" name="AutoShape 10"/>
          <p:cNvSpPr/>
          <p:nvPr/>
        </p:nvSpPr>
        <p:spPr>
          <a:xfrm>
            <a:off x="8024284" y="1794648"/>
            <a:ext cx="3494616" cy="4546396"/>
          </a:xfrm>
          <a:prstGeom prst="roundRect">
            <a:avLst>
              <a:gd name="adj" fmla="val 6684"/>
            </a:avLst>
          </a:prstGeom>
          <a:ln w="3175" cap="rnd">
            <a:solidFill>
              <a:srgbClr val="778495">
                <a:alpha val="50000"/>
              </a:srgbClr>
            </a:solidFill>
          </a:ln>
        </p:spPr>
        <p:txBody>
          <a:bodyPr rot="0" vert="horz" wrap="square" lIns="91440" tIns="45720" rIns="91440" bIns="45720" anchor="t" anchorCtr="1">
            <a:normAutofit/>
          </a:bodyPr>
          <a:lstStyle/>
          <a:p>
            <a:pPr marL="0" algn="ctr"/>
            <a:endParaRPr/>
          </a:p>
        </p:txBody>
      </p:sp>
      <p:sp>
        <p:nvSpPr>
          <p:cNvPr id="11" name="AutoShape 11"/>
          <p:cNvSpPr/>
          <p:nvPr/>
        </p:nvSpPr>
        <p:spPr>
          <a:xfrm>
            <a:off x="8180353" y="3701475"/>
            <a:ext cx="3182478" cy="700192"/>
          </a:xfrm>
          <a:prstGeom prst="rect">
            <a:avLst/>
          </a:prstGeom>
          <a:noFill/>
          <a:ln>
            <a:noFill/>
          </a:ln>
        </p:spPr>
        <p:txBody>
          <a:bodyPr vert="horz" wrap="square" lIns="91440" tIns="45720" rIns="91440" bIns="45720" anchor="t">
            <a:spAutoFit/>
          </a:bodyPr>
          <a:lstStyle/>
          <a:p>
            <a:pPr marL="228600" indent="-228600" algn="l">
              <a:lnSpc>
                <a:spcPct val="150000"/>
              </a:lnSpc>
              <a:spcBef>
                <a:spcPct val="0"/>
              </a:spcBef>
            </a:pPr>
            <a:r>
              <a:rPr lang="zh-CN" altLang="en-US" sz="1400" b="0" i="0" u="none" baseline="0" dirty="0">
                <a:solidFill>
                  <a:srgbClr val="2F2F2F"/>
                </a:solidFill>
                <a:latin typeface="微软雅黑"/>
                <a:ea typeface="微软雅黑"/>
              </a:rPr>
              <a:t>JavaScript is crucial in web development as it enhances user experience by creating dynamic content and interactive interfaces. Its compatibility with HTML and CSS allows developers to build responsive and engaging web applications.</a:t>
            </a:r>
          </a:p>
        </p:txBody>
      </p:sp>
      <p:sp>
        <p:nvSpPr>
          <p:cNvPr id="12" name="TextBox 12"/>
          <p:cNvSpPr txBox="1"/>
          <p:nvPr/>
        </p:nvSpPr>
        <p:spPr>
          <a:xfrm>
            <a:off x="8180353" y="2978721"/>
            <a:ext cx="3182478" cy="338554"/>
          </a:xfrm>
          <a:prstGeom prst="rect">
            <a:avLst/>
          </a:prstGeom>
          <a:noFill/>
          <a:ln>
            <a:noFill/>
          </a:ln>
        </p:spPr>
        <p:txBody>
          <a:bodyPr vert="horz" wrap="square" lIns="91440" tIns="45720" rIns="91440" bIns="45720" rtlCol="0" anchor="t">
            <a:spAutoFit/>
          </a:bodyPr>
          <a:lstStyle/>
          <a:p>
            <a:pPr marL="0" algn="l">
              <a:spcBef>
                <a:spcPct val="0"/>
              </a:spcBef>
              <a:defRPr/>
            </a:pPr>
            <a:r>
              <a:rPr lang="zh-CN" altLang="en-US" sz="1600" b="1" i="0" u="none" baseline="0">
                <a:solidFill>
                  <a:srgbClr val="2F2F2F"/>
                </a:solidFill>
                <a:latin typeface="微软雅黑"/>
                <a:ea typeface="微软雅黑"/>
              </a:rPr>
              <a:t>Importance in Web Development</a:t>
            </a:r>
            <a:endParaRPr lang="en-US" sz="1100"/>
          </a:p>
        </p:txBody>
      </p:sp>
      <p:sp>
        <p:nvSpPr>
          <p:cNvPr id="13" name="AutoShape 13"/>
          <p:cNvSpPr/>
          <p:nvPr/>
        </p:nvSpPr>
        <p:spPr>
          <a:xfrm>
            <a:off x="10419791" y="1864220"/>
            <a:ext cx="1041394" cy="1041394"/>
          </a:xfrm>
          <a:prstGeom prst="ellipse">
            <a:avLst/>
          </a:prstGeom>
          <a:solidFill>
            <a:schemeClr val="accent2"/>
          </a:solidFill>
          <a:ln cap="flat">
            <a:noFill/>
            <a:prstDash val="solid"/>
            <a:miter lim="800000"/>
          </a:ln>
          <a:effectLst>
            <a:outerShdw blurRad="127000" dist="63500" dir="2700000" algn="tl" rotWithShape="0">
              <a:schemeClr val="accent2">
                <a:alpha val="40000"/>
              </a:schemeClr>
            </a:outerShdw>
          </a:effectLst>
        </p:spPr>
        <p:txBody>
          <a:bodyPr vert="horz" lIns="91440" tIns="45720" rIns="91440" bIns="45720" anchor="ctr">
            <a:normAutofit/>
          </a:bodyPr>
          <a:lstStyle/>
          <a:p>
            <a:pPr marL="0" algn="ctr"/>
            <a:r>
              <a:rPr lang="en-US" sz="2400" b="1" i="0" u="none" baseline="0">
                <a:solidFill>
                  <a:srgbClr val="FFFFFF"/>
                </a:solidFill>
                <a:latin typeface="Arial"/>
                <a:ea typeface="Arial"/>
              </a:rPr>
              <a:t>03</a:t>
            </a:r>
          </a:p>
        </p:txBody>
      </p:sp>
      <p:sp>
        <p:nvSpPr>
          <p:cNvPr id="14" name="AutoShape 14"/>
          <p:cNvSpPr>
            <a:spLocks noGrp="1"/>
          </p:cNvSpPr>
          <p:nvPr>
            <p:ph type="title"/>
          </p:nvPr>
        </p:nvSpPr>
        <p:spPr>
          <a:xfrm>
            <a:off x="1002890" y="585216"/>
            <a:ext cx="9741310" cy="653649"/>
          </a:xfrm>
        </p:spPr>
        <p:txBody>
          <a:bodyPr vert="horz" lIns="91440" tIns="45720" rIns="91440" bIns="45720" anchor="b">
            <a:normAutofit/>
          </a:bodyPr>
          <a:lstStyle/>
          <a:p>
            <a:pPr algn="l">
              <a:lnSpc>
                <a:spcPct val="100000"/>
              </a:lnSpc>
              <a:spcBef>
                <a:spcPct val="0"/>
              </a:spcBef>
            </a:pPr>
            <a:r>
              <a:rPr lang="zh-CN" altLang="en-US" sz="2800" b="1" i="0" u="none" baseline="0" dirty="0">
                <a:solidFill>
                  <a:srgbClr val="2F2F2F"/>
                </a:solidFill>
                <a:latin typeface="微软雅黑"/>
                <a:ea typeface="微软雅黑"/>
              </a:rPr>
              <a:t>Introduction to JavaScript</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517934" y="1560395"/>
            <a:ext cx="11454581" cy="1754326"/>
          </a:xfrm>
        </p:spPr>
        <p:txBody>
          <a:bodyPr vert="horz" wrap="square" lIns="91440" tIns="45720" rIns="91440" bIns="45720" anchor="t">
            <a:spAutoFit/>
          </a:bodyPr>
          <a:lstStyle/>
          <a:p>
            <a:pPr algn="ctr">
              <a:lnSpc>
                <a:spcPct val="100000"/>
              </a:lnSpc>
              <a:spcBef>
                <a:spcPct val="0"/>
              </a:spcBef>
            </a:pPr>
            <a:r>
              <a:rPr lang="zh-CN" altLang="en-US" sz="5400" b="1" i="0" u="none" baseline="0" dirty="0">
                <a:solidFill>
                  <a:srgbClr val="FFFF00"/>
                </a:solidFill>
                <a:latin typeface="微软雅黑"/>
                <a:ea typeface="微软雅黑"/>
              </a:rPr>
              <a:t>Introduction to Logical Operators</a:t>
            </a:r>
          </a:p>
        </p:txBody>
      </p:sp>
      <p:grpSp>
        <p:nvGrpSpPr>
          <p:cNvPr id="3" name="Group 2">
            <a:extLst>
              <a:ext uri="{FF2B5EF4-FFF2-40B4-BE49-F238E27FC236}">
                <a16:creationId xmlns:a16="http://schemas.microsoft.com/office/drawing/2014/main" id="{4FD9F999-3AE3-CC53-F584-91E847DA2E53}"/>
              </a:ext>
            </a:extLst>
          </p:cNvPr>
          <p:cNvGrpSpPr/>
          <p:nvPr/>
        </p:nvGrpSpPr>
        <p:grpSpPr>
          <a:xfrm>
            <a:off x="6258499" y="3668042"/>
            <a:ext cx="5327053" cy="2523596"/>
            <a:chOff x="1152366" y="1015025"/>
            <a:chExt cx="4040519" cy="1914123"/>
          </a:xfrm>
        </p:grpSpPr>
        <p:grpSp>
          <p:nvGrpSpPr>
            <p:cNvPr id="4" name="Group 3">
              <a:extLst>
                <a:ext uri="{FF2B5EF4-FFF2-40B4-BE49-F238E27FC236}">
                  <a16:creationId xmlns:a16="http://schemas.microsoft.com/office/drawing/2014/main" id="{3247DF10-58EF-C00C-C5AC-C5216468E7BD}"/>
                </a:ext>
              </a:extLst>
            </p:cNvPr>
            <p:cNvGrpSpPr/>
            <p:nvPr/>
          </p:nvGrpSpPr>
          <p:grpSpPr>
            <a:xfrm>
              <a:off x="2360592" y="1046443"/>
              <a:ext cx="1594548" cy="1835278"/>
              <a:chOff x="4223809" y="1429500"/>
              <a:chExt cx="3633074" cy="4181560"/>
            </a:xfrm>
          </p:grpSpPr>
          <p:sp>
            <p:nvSpPr>
              <p:cNvPr id="125" name="Freeform 4">
                <a:extLst>
                  <a:ext uri="{FF2B5EF4-FFF2-40B4-BE49-F238E27FC236}">
                    <a16:creationId xmlns:a16="http://schemas.microsoft.com/office/drawing/2014/main" id="{277E81B0-9C0C-50C9-D68D-685099D479BF}"/>
                  </a:ext>
                </a:extLst>
              </p:cNvPr>
              <p:cNvSpPr/>
              <p:nvPr/>
            </p:nvSpPr>
            <p:spPr>
              <a:xfrm>
                <a:off x="5059405" y="1466369"/>
                <a:ext cx="2549179" cy="2766007"/>
              </a:xfrm>
              <a:custGeom>
                <a:avLst/>
                <a:gdLst/>
                <a:ahLst/>
                <a:cxnLst/>
                <a:rect l="l" t="t" r="r" b="b"/>
                <a:pathLst>
                  <a:path w="2549179" h="2766007">
                    <a:moveTo>
                      <a:pt x="2134791" y="2723795"/>
                    </a:moveTo>
                    <a:cubicBezTo>
                      <a:pt x="1956324" y="2796623"/>
                      <a:pt x="1731343" y="2774600"/>
                      <a:pt x="1573738" y="2662498"/>
                    </a:cubicBezTo>
                    <a:cubicBezTo>
                      <a:pt x="1415352" y="2549838"/>
                      <a:pt x="1270104" y="2467006"/>
                      <a:pt x="1068865" y="2461031"/>
                    </a:cubicBezTo>
                    <a:cubicBezTo>
                      <a:pt x="943877" y="2457319"/>
                      <a:pt x="826705" y="2509599"/>
                      <a:pt x="707611" y="2539448"/>
                    </a:cubicBezTo>
                    <a:cubicBezTo>
                      <a:pt x="602911" y="2565688"/>
                      <a:pt x="522925" y="2649785"/>
                      <a:pt x="410068" y="2665254"/>
                    </a:cubicBezTo>
                    <a:cubicBezTo>
                      <a:pt x="261729" y="2685584"/>
                      <a:pt x="109374" y="2594372"/>
                      <a:pt x="42663" y="2460328"/>
                    </a:cubicBezTo>
                    <a:cubicBezTo>
                      <a:pt x="-24048" y="2326289"/>
                      <a:pt x="-9479" y="2159451"/>
                      <a:pt x="65158" y="2029659"/>
                    </a:cubicBezTo>
                    <a:cubicBezTo>
                      <a:pt x="119636" y="1934915"/>
                      <a:pt x="169738" y="1864192"/>
                      <a:pt x="108513" y="1758562"/>
                    </a:cubicBezTo>
                    <a:cubicBezTo>
                      <a:pt x="95179" y="1735553"/>
                      <a:pt x="78411" y="1714238"/>
                      <a:pt x="69277" y="1689258"/>
                    </a:cubicBezTo>
                    <a:cubicBezTo>
                      <a:pt x="60657" y="1665679"/>
                      <a:pt x="59324" y="1640056"/>
                      <a:pt x="60336" y="1614973"/>
                    </a:cubicBezTo>
                    <a:cubicBezTo>
                      <a:pt x="65856" y="1478104"/>
                      <a:pt x="169532" y="1375487"/>
                      <a:pt x="238618" y="1262463"/>
                    </a:cubicBezTo>
                    <a:cubicBezTo>
                      <a:pt x="254768" y="1236042"/>
                      <a:pt x="270992" y="1208627"/>
                      <a:pt x="275870" y="1178049"/>
                    </a:cubicBezTo>
                    <a:cubicBezTo>
                      <a:pt x="288274" y="1100245"/>
                      <a:pt x="226441" y="1032964"/>
                      <a:pt x="193480" y="961392"/>
                    </a:cubicBezTo>
                    <a:cubicBezTo>
                      <a:pt x="86683" y="729485"/>
                      <a:pt x="268935" y="465709"/>
                      <a:pt x="446312" y="326551"/>
                    </a:cubicBezTo>
                    <a:cubicBezTo>
                      <a:pt x="550961" y="244453"/>
                      <a:pt x="676394" y="211320"/>
                      <a:pt x="789259" y="144416"/>
                    </a:cubicBezTo>
                    <a:cubicBezTo>
                      <a:pt x="840656" y="113949"/>
                      <a:pt x="887518" y="76209"/>
                      <a:pt x="939531" y="46805"/>
                    </a:cubicBezTo>
                    <a:cubicBezTo>
                      <a:pt x="1030220" y="-4459"/>
                      <a:pt x="1129052" y="-6645"/>
                      <a:pt x="1229753" y="7474"/>
                    </a:cubicBezTo>
                    <a:cubicBezTo>
                      <a:pt x="1516607" y="47701"/>
                      <a:pt x="1842726" y="256214"/>
                      <a:pt x="1909206" y="556316"/>
                    </a:cubicBezTo>
                    <a:cubicBezTo>
                      <a:pt x="1954271" y="759741"/>
                      <a:pt x="1880483" y="996231"/>
                      <a:pt x="2082010" y="1138646"/>
                    </a:cubicBezTo>
                    <a:cubicBezTo>
                      <a:pt x="2142707" y="1181538"/>
                      <a:pt x="2219376" y="1207054"/>
                      <a:pt x="2260772" y="1268781"/>
                    </a:cubicBezTo>
                    <a:cubicBezTo>
                      <a:pt x="2348744" y="1399970"/>
                      <a:pt x="2219492" y="1594304"/>
                      <a:pt x="2299931" y="1730238"/>
                    </a:cubicBezTo>
                    <a:cubicBezTo>
                      <a:pt x="2317874" y="1760555"/>
                      <a:pt x="2344680" y="1784378"/>
                      <a:pt x="2369086" y="1809783"/>
                    </a:cubicBezTo>
                    <a:cubicBezTo>
                      <a:pt x="2497875" y="1943856"/>
                      <a:pt x="2564351" y="2135490"/>
                      <a:pt x="2546245" y="2320515"/>
                    </a:cubicBezTo>
                    <a:cubicBezTo>
                      <a:pt x="2541826" y="2365671"/>
                      <a:pt x="2532337" y="2411173"/>
                      <a:pt x="2510035" y="2450680"/>
                    </a:cubicBezTo>
                    <a:cubicBezTo>
                      <a:pt x="2479406" y="2504935"/>
                      <a:pt x="2427516" y="2543319"/>
                      <a:pt x="2376797" y="2579503"/>
                    </a:cubicBezTo>
                    <a:cubicBezTo>
                      <a:pt x="2300896" y="2633660"/>
                      <a:pt x="2223426" y="2687101"/>
                      <a:pt x="2137277" y="2722771"/>
                    </a:cubicBezTo>
                    <a:cubicBezTo>
                      <a:pt x="2136454" y="2723114"/>
                      <a:pt x="2135622" y="2723452"/>
                      <a:pt x="2134791" y="2723795"/>
                    </a:cubicBezTo>
                    <a:close/>
                  </a:path>
                </a:pathLst>
              </a:custGeom>
              <a:solidFill>
                <a:srgbClr val="0B2D4E"/>
              </a:solidFill>
              <a:ln cap="flat">
                <a:prstDash val="solid"/>
              </a:ln>
            </p:spPr>
            <p:txBody>
              <a:bodyPr vert="horz" lIns="91440" tIns="45720" rIns="91440" bIns="45720" anchor="ctr">
                <a:normAutofit/>
              </a:bodyPr>
              <a:lstStyle/>
              <a:p>
                <a:pPr marL="0" algn="l"/>
                <a:endParaRPr/>
              </a:p>
            </p:txBody>
          </p:sp>
          <p:sp>
            <p:nvSpPr>
              <p:cNvPr id="126" name="Freeform 5">
                <a:extLst>
                  <a:ext uri="{FF2B5EF4-FFF2-40B4-BE49-F238E27FC236}">
                    <a16:creationId xmlns:a16="http://schemas.microsoft.com/office/drawing/2014/main" id="{2233AE1A-9386-D852-DF43-4485BCFCA39B}"/>
                  </a:ext>
                </a:extLst>
              </p:cNvPr>
              <p:cNvSpPr/>
              <p:nvPr/>
            </p:nvSpPr>
            <p:spPr>
              <a:xfrm>
                <a:off x="5062115" y="1429500"/>
                <a:ext cx="2392105" cy="2192895"/>
              </a:xfrm>
              <a:custGeom>
                <a:avLst/>
                <a:gdLst/>
                <a:ahLst/>
                <a:cxnLst/>
                <a:rect l="l" t="t" r="r" b="b"/>
                <a:pathLst>
                  <a:path w="2392105" h="2192895">
                    <a:moveTo>
                      <a:pt x="2392106" y="2000905"/>
                    </a:moveTo>
                    <a:cubicBezTo>
                      <a:pt x="2303029" y="1924375"/>
                      <a:pt x="2283926" y="1790562"/>
                      <a:pt x="2309699" y="1675986"/>
                    </a:cubicBezTo>
                    <a:cubicBezTo>
                      <a:pt x="2326565" y="1601007"/>
                      <a:pt x="2359847" y="1528076"/>
                      <a:pt x="2356882" y="1451280"/>
                    </a:cubicBezTo>
                    <a:cubicBezTo>
                      <a:pt x="2353165" y="1355126"/>
                      <a:pt x="2286326" y="1264446"/>
                      <a:pt x="2195577" y="1232445"/>
                    </a:cubicBezTo>
                    <a:cubicBezTo>
                      <a:pt x="2149294" y="1216123"/>
                      <a:pt x="2098365" y="1213963"/>
                      <a:pt x="2054062" y="1192853"/>
                    </a:cubicBezTo>
                    <a:cubicBezTo>
                      <a:pt x="1987025" y="1160912"/>
                      <a:pt x="1950172" y="1093468"/>
                      <a:pt x="1925693" y="1026585"/>
                    </a:cubicBezTo>
                    <a:cubicBezTo>
                      <a:pt x="1899037" y="953749"/>
                      <a:pt x="1910109" y="891564"/>
                      <a:pt x="1909779" y="815303"/>
                    </a:cubicBezTo>
                    <a:cubicBezTo>
                      <a:pt x="1909363" y="717795"/>
                      <a:pt x="1906902" y="620180"/>
                      <a:pt x="1896997" y="523118"/>
                    </a:cubicBezTo>
                    <a:cubicBezTo>
                      <a:pt x="1885574" y="411221"/>
                      <a:pt x="1818584" y="300310"/>
                      <a:pt x="1741800" y="219908"/>
                    </a:cubicBezTo>
                    <a:cubicBezTo>
                      <a:pt x="1730776" y="208366"/>
                      <a:pt x="1719285" y="197269"/>
                      <a:pt x="1707377" y="186634"/>
                    </a:cubicBezTo>
                    <a:cubicBezTo>
                      <a:pt x="1508011" y="8661"/>
                      <a:pt x="1126925" y="-69281"/>
                      <a:pt x="890671" y="75475"/>
                    </a:cubicBezTo>
                    <a:cubicBezTo>
                      <a:pt x="843599" y="104317"/>
                      <a:pt x="814341" y="144175"/>
                      <a:pt x="776987" y="182348"/>
                    </a:cubicBezTo>
                    <a:cubicBezTo>
                      <a:pt x="739006" y="221156"/>
                      <a:pt x="689792" y="252600"/>
                      <a:pt x="644044" y="281309"/>
                    </a:cubicBezTo>
                    <a:cubicBezTo>
                      <a:pt x="551307" y="339508"/>
                      <a:pt x="451622" y="385358"/>
                      <a:pt x="353690" y="433887"/>
                    </a:cubicBezTo>
                    <a:cubicBezTo>
                      <a:pt x="291102" y="464902"/>
                      <a:pt x="227537" y="498313"/>
                      <a:pt x="181545" y="550880"/>
                    </a:cubicBezTo>
                    <a:cubicBezTo>
                      <a:pt x="126116" y="614235"/>
                      <a:pt x="101632" y="700937"/>
                      <a:pt x="104101" y="785081"/>
                    </a:cubicBezTo>
                    <a:cubicBezTo>
                      <a:pt x="106566" y="869224"/>
                      <a:pt x="134217" y="951078"/>
                      <a:pt x="172780" y="1025904"/>
                    </a:cubicBezTo>
                    <a:cubicBezTo>
                      <a:pt x="200023" y="1078762"/>
                      <a:pt x="233027" y="1129318"/>
                      <a:pt x="250357" y="1186205"/>
                    </a:cubicBezTo>
                    <a:cubicBezTo>
                      <a:pt x="278595" y="1278904"/>
                      <a:pt x="224614" y="1366069"/>
                      <a:pt x="156179" y="1425541"/>
                    </a:cubicBezTo>
                    <a:cubicBezTo>
                      <a:pt x="104329" y="1470606"/>
                      <a:pt x="44728" y="1511853"/>
                      <a:pt x="16319" y="1574402"/>
                    </a:cubicBezTo>
                    <a:cubicBezTo>
                      <a:pt x="-7290" y="1626386"/>
                      <a:pt x="-5160" y="1689338"/>
                      <a:pt x="21912" y="1739607"/>
                    </a:cubicBezTo>
                    <a:cubicBezTo>
                      <a:pt x="47158" y="1786490"/>
                      <a:pt x="91633" y="1821093"/>
                      <a:pt x="115199" y="1868842"/>
                    </a:cubicBezTo>
                    <a:cubicBezTo>
                      <a:pt x="137825" y="1914692"/>
                      <a:pt x="138511" y="1970786"/>
                      <a:pt x="117016" y="2017176"/>
                    </a:cubicBezTo>
                    <a:cubicBezTo>
                      <a:pt x="89644" y="2076249"/>
                      <a:pt x="27305" y="2131100"/>
                      <a:pt x="47802" y="2192895"/>
                    </a:cubicBezTo>
                  </a:path>
                </a:pathLst>
              </a:custGeom>
              <a:noFill/>
              <a:ln w="17138" cap="flat">
                <a:solidFill>
                  <a:srgbClr val="0B2D4E"/>
                </a:solidFill>
                <a:prstDash val="solid"/>
              </a:ln>
            </p:spPr>
            <p:txBody>
              <a:bodyPr vert="horz" lIns="91440" tIns="45720" rIns="91440" bIns="45720" anchor="ctr">
                <a:normAutofit/>
              </a:bodyPr>
              <a:lstStyle/>
              <a:p>
                <a:pPr marL="0" algn="l"/>
                <a:endParaRPr/>
              </a:p>
            </p:txBody>
          </p:sp>
          <p:sp>
            <p:nvSpPr>
              <p:cNvPr id="127" name="Freeform 6">
                <a:extLst>
                  <a:ext uri="{FF2B5EF4-FFF2-40B4-BE49-F238E27FC236}">
                    <a16:creationId xmlns:a16="http://schemas.microsoft.com/office/drawing/2014/main" id="{5EBFEA6B-7771-59B9-29AF-C0F2F17B055D}"/>
                  </a:ext>
                </a:extLst>
              </p:cNvPr>
              <p:cNvSpPr/>
              <p:nvPr/>
            </p:nvSpPr>
            <p:spPr>
              <a:xfrm>
                <a:off x="5437736" y="2503607"/>
                <a:ext cx="1383147" cy="1239566"/>
              </a:xfrm>
              <a:custGeom>
                <a:avLst/>
                <a:gdLst/>
                <a:ahLst/>
                <a:cxnLst/>
                <a:rect l="l" t="t" r="r" b="b"/>
                <a:pathLst>
                  <a:path w="1383147" h="1239566">
                    <a:moveTo>
                      <a:pt x="1378469" y="795052"/>
                    </a:moveTo>
                    <a:cubicBezTo>
                      <a:pt x="1389656" y="869251"/>
                      <a:pt x="1381195" y="945503"/>
                      <a:pt x="1348636" y="1013248"/>
                    </a:cubicBezTo>
                    <a:cubicBezTo>
                      <a:pt x="1260841" y="1195940"/>
                      <a:pt x="1043438" y="1231555"/>
                      <a:pt x="860115" y="1238704"/>
                    </a:cubicBezTo>
                    <a:cubicBezTo>
                      <a:pt x="792246" y="1241349"/>
                      <a:pt x="724048" y="1237950"/>
                      <a:pt x="656852" y="1227937"/>
                    </a:cubicBezTo>
                    <a:cubicBezTo>
                      <a:pt x="596991" y="1219018"/>
                      <a:pt x="543649" y="1228122"/>
                      <a:pt x="483152" y="1226742"/>
                    </a:cubicBezTo>
                    <a:cubicBezTo>
                      <a:pt x="363583" y="1224007"/>
                      <a:pt x="244678" y="1188722"/>
                      <a:pt x="143647" y="1124557"/>
                    </a:cubicBezTo>
                    <a:cubicBezTo>
                      <a:pt x="94509" y="1093349"/>
                      <a:pt x="48231" y="1053933"/>
                      <a:pt x="23019" y="1001465"/>
                    </a:cubicBezTo>
                    <a:cubicBezTo>
                      <a:pt x="-11644" y="929331"/>
                      <a:pt x="-1554" y="844103"/>
                      <a:pt x="16782" y="766205"/>
                    </a:cubicBezTo>
                    <a:cubicBezTo>
                      <a:pt x="27369" y="721234"/>
                      <a:pt x="40652" y="676348"/>
                      <a:pt x="63755" y="636336"/>
                    </a:cubicBezTo>
                    <a:cubicBezTo>
                      <a:pt x="88470" y="593529"/>
                      <a:pt x="123930" y="557148"/>
                      <a:pt x="144521" y="512215"/>
                    </a:cubicBezTo>
                    <a:cubicBezTo>
                      <a:pt x="183230" y="427746"/>
                      <a:pt x="151418" y="329021"/>
                      <a:pt x="185832" y="246163"/>
                    </a:cubicBezTo>
                    <a:cubicBezTo>
                      <a:pt x="212780" y="181282"/>
                      <a:pt x="280537" y="108043"/>
                      <a:pt x="336755" y="67482"/>
                    </a:cubicBezTo>
                    <a:cubicBezTo>
                      <a:pt x="413261" y="12288"/>
                      <a:pt x="511956" y="-5148"/>
                      <a:pt x="606078" y="1260"/>
                    </a:cubicBezTo>
                    <a:cubicBezTo>
                      <a:pt x="700195" y="7672"/>
                      <a:pt x="791278" y="36047"/>
                      <a:pt x="880951" y="65365"/>
                    </a:cubicBezTo>
                    <a:cubicBezTo>
                      <a:pt x="951549" y="88446"/>
                      <a:pt x="1012234" y="74160"/>
                      <a:pt x="1064016" y="132475"/>
                    </a:cubicBezTo>
                    <a:cubicBezTo>
                      <a:pt x="1105062" y="178702"/>
                      <a:pt x="1090733" y="254153"/>
                      <a:pt x="1103853" y="310166"/>
                    </a:cubicBezTo>
                    <a:cubicBezTo>
                      <a:pt x="1147967" y="498533"/>
                      <a:pt x="1348756" y="597940"/>
                      <a:pt x="1378469" y="795052"/>
                    </a:cubicBezTo>
                    <a:close/>
                  </a:path>
                </a:pathLst>
              </a:custGeom>
              <a:solidFill>
                <a:srgbClr val="061F33"/>
              </a:solidFill>
              <a:ln cap="flat">
                <a:prstDash val="solid"/>
              </a:ln>
            </p:spPr>
            <p:txBody>
              <a:bodyPr vert="horz" lIns="91440" tIns="45720" rIns="91440" bIns="45720" anchor="ctr">
                <a:normAutofit/>
              </a:bodyPr>
              <a:lstStyle/>
              <a:p>
                <a:pPr marL="0" algn="l"/>
                <a:endParaRPr/>
              </a:p>
            </p:txBody>
          </p:sp>
          <p:sp>
            <p:nvSpPr>
              <p:cNvPr id="128" name="Freeform 7">
                <a:extLst>
                  <a:ext uri="{FF2B5EF4-FFF2-40B4-BE49-F238E27FC236}">
                    <a16:creationId xmlns:a16="http://schemas.microsoft.com/office/drawing/2014/main" id="{4B7B884D-3946-F80A-2265-3B529AF21B05}"/>
                  </a:ext>
                </a:extLst>
              </p:cNvPr>
              <p:cNvSpPr/>
              <p:nvPr/>
            </p:nvSpPr>
            <p:spPr>
              <a:xfrm>
                <a:off x="4223809" y="4855098"/>
                <a:ext cx="1682835" cy="614928"/>
              </a:xfrm>
              <a:custGeom>
                <a:avLst/>
                <a:gdLst/>
                <a:ahLst/>
                <a:cxnLst/>
                <a:rect l="l" t="t" r="r" b="b"/>
                <a:pathLst>
                  <a:path w="1682835" h="614928">
                    <a:moveTo>
                      <a:pt x="1079123" y="194378"/>
                    </a:moveTo>
                    <a:cubicBezTo>
                      <a:pt x="872011" y="146025"/>
                      <a:pt x="676601" y="54278"/>
                      <a:pt x="465978" y="19766"/>
                    </a:cubicBezTo>
                    <a:cubicBezTo>
                      <a:pt x="332831" y="-2052"/>
                      <a:pt x="89684" y="-36282"/>
                      <a:pt x="18961" y="110522"/>
                    </a:cubicBezTo>
                    <a:cubicBezTo>
                      <a:pt x="-16563" y="184267"/>
                      <a:pt x="-1" y="276070"/>
                      <a:pt x="50560" y="338949"/>
                    </a:cubicBezTo>
                    <a:cubicBezTo>
                      <a:pt x="163991" y="480014"/>
                      <a:pt x="400498" y="517691"/>
                      <a:pt x="566680" y="553125"/>
                    </a:cubicBezTo>
                    <a:cubicBezTo>
                      <a:pt x="832089" y="609712"/>
                      <a:pt x="1101154" y="620727"/>
                      <a:pt x="1371663" y="612507"/>
                    </a:cubicBezTo>
                    <a:cubicBezTo>
                      <a:pt x="1448040" y="610188"/>
                      <a:pt x="1527893" y="604916"/>
                      <a:pt x="1593331" y="565465"/>
                    </a:cubicBezTo>
                    <a:cubicBezTo>
                      <a:pt x="1658769" y="526014"/>
                      <a:pt x="1703449" y="441455"/>
                      <a:pt x="1673145" y="371311"/>
                    </a:cubicBezTo>
                    <a:cubicBezTo>
                      <a:pt x="1626944" y="264356"/>
                      <a:pt x="1455935" y="266203"/>
                      <a:pt x="1358324" y="250040"/>
                    </a:cubicBezTo>
                    <a:cubicBezTo>
                      <a:pt x="1264687" y="234528"/>
                      <a:pt x="1171555" y="215960"/>
                      <a:pt x="1079123" y="194378"/>
                    </a:cubicBezTo>
                    <a:close/>
                  </a:path>
                </a:pathLst>
              </a:custGeom>
              <a:solidFill>
                <a:srgbClr val="F8A17A"/>
              </a:solidFill>
              <a:ln cap="flat">
                <a:prstDash val="solid"/>
              </a:ln>
            </p:spPr>
            <p:txBody>
              <a:bodyPr vert="horz" lIns="91440" tIns="45720" rIns="91440" bIns="45720" anchor="ctr">
                <a:normAutofit lnSpcReduction="10000"/>
              </a:bodyPr>
              <a:lstStyle/>
              <a:p>
                <a:pPr marL="0" algn="l"/>
                <a:endParaRPr/>
              </a:p>
            </p:txBody>
          </p:sp>
          <p:sp>
            <p:nvSpPr>
              <p:cNvPr id="129" name="Freeform 8">
                <a:extLst>
                  <a:ext uri="{FF2B5EF4-FFF2-40B4-BE49-F238E27FC236}">
                    <a16:creationId xmlns:a16="http://schemas.microsoft.com/office/drawing/2014/main" id="{8B8954CE-D868-B64A-10A7-A944CF44DC63}"/>
                  </a:ext>
                </a:extLst>
              </p:cNvPr>
              <p:cNvSpPr/>
              <p:nvPr/>
            </p:nvSpPr>
            <p:spPr>
              <a:xfrm>
                <a:off x="4242765" y="3385577"/>
                <a:ext cx="1510585" cy="1580038"/>
              </a:xfrm>
              <a:custGeom>
                <a:avLst/>
                <a:gdLst/>
                <a:ahLst/>
                <a:cxnLst/>
                <a:rect l="l" t="t" r="r" b="b"/>
                <a:pathLst>
                  <a:path w="1510585" h="1580038">
                    <a:moveTo>
                      <a:pt x="1298198" y="742205"/>
                    </a:moveTo>
                    <a:cubicBezTo>
                      <a:pt x="1142925" y="922232"/>
                      <a:pt x="974376" y="1091346"/>
                      <a:pt x="811190" y="1264168"/>
                    </a:cubicBezTo>
                    <a:cubicBezTo>
                      <a:pt x="777513" y="1299833"/>
                      <a:pt x="743844" y="1335529"/>
                      <a:pt x="711556" y="1372464"/>
                    </a:cubicBezTo>
                    <a:cubicBezTo>
                      <a:pt x="695479" y="1390856"/>
                      <a:pt x="676653" y="1409502"/>
                      <a:pt x="663413" y="1430071"/>
                    </a:cubicBezTo>
                    <a:cubicBezTo>
                      <a:pt x="652560" y="1446933"/>
                      <a:pt x="628587" y="1480405"/>
                      <a:pt x="607576" y="1527532"/>
                    </a:cubicBezTo>
                    <a:cubicBezTo>
                      <a:pt x="413203" y="1469539"/>
                      <a:pt x="186452" y="1512174"/>
                      <a:pt x="0" y="1580039"/>
                    </a:cubicBezTo>
                    <a:cubicBezTo>
                      <a:pt x="21431" y="1434079"/>
                      <a:pt x="79613" y="1344457"/>
                      <a:pt x="96046" y="1307236"/>
                    </a:cubicBezTo>
                    <a:cubicBezTo>
                      <a:pt x="177879" y="1121894"/>
                      <a:pt x="311486" y="966278"/>
                      <a:pt x="437737" y="810189"/>
                    </a:cubicBezTo>
                    <a:cubicBezTo>
                      <a:pt x="590812" y="620943"/>
                      <a:pt x="751783" y="438074"/>
                      <a:pt x="898788" y="243959"/>
                    </a:cubicBezTo>
                    <a:cubicBezTo>
                      <a:pt x="1018323" y="86122"/>
                      <a:pt x="1219824" y="-91303"/>
                      <a:pt x="1418260" y="53765"/>
                    </a:cubicBezTo>
                    <a:cubicBezTo>
                      <a:pt x="1570962" y="165409"/>
                      <a:pt x="1502061" y="391196"/>
                      <a:pt x="1439820" y="533555"/>
                    </a:cubicBezTo>
                    <a:cubicBezTo>
                      <a:pt x="1406589" y="609580"/>
                      <a:pt x="1354357" y="677097"/>
                      <a:pt x="1298198" y="742205"/>
                    </a:cubicBezTo>
                    <a:close/>
                  </a:path>
                </a:pathLst>
              </a:custGeom>
              <a:solidFill>
                <a:srgbClr val="8070F2"/>
              </a:solidFill>
              <a:ln cap="flat">
                <a:prstDash val="solid"/>
              </a:ln>
            </p:spPr>
            <p:txBody>
              <a:bodyPr vert="horz" lIns="91440" tIns="45720" rIns="91440" bIns="45720" anchor="ctr">
                <a:normAutofit/>
              </a:bodyPr>
              <a:lstStyle/>
              <a:p>
                <a:pPr marL="0" algn="l"/>
                <a:endParaRPr/>
              </a:p>
            </p:txBody>
          </p:sp>
          <p:sp>
            <p:nvSpPr>
              <p:cNvPr id="130" name="Freeform 9">
                <a:extLst>
                  <a:ext uri="{FF2B5EF4-FFF2-40B4-BE49-F238E27FC236}">
                    <a16:creationId xmlns:a16="http://schemas.microsoft.com/office/drawing/2014/main" id="{150BD209-44AC-850A-B2E9-C625FE480493}"/>
                  </a:ext>
                </a:extLst>
              </p:cNvPr>
              <p:cNvSpPr/>
              <p:nvPr/>
            </p:nvSpPr>
            <p:spPr>
              <a:xfrm>
                <a:off x="6174048" y="4855098"/>
                <a:ext cx="1682835" cy="614928"/>
              </a:xfrm>
              <a:custGeom>
                <a:avLst/>
                <a:gdLst/>
                <a:ahLst/>
                <a:cxnLst/>
                <a:rect l="l" t="t" r="r" b="b"/>
                <a:pathLst>
                  <a:path w="1682835" h="614928">
                    <a:moveTo>
                      <a:pt x="603709" y="194378"/>
                    </a:moveTo>
                    <a:cubicBezTo>
                      <a:pt x="810821" y="146025"/>
                      <a:pt x="1006235" y="54278"/>
                      <a:pt x="1216857" y="19766"/>
                    </a:cubicBezTo>
                    <a:cubicBezTo>
                      <a:pt x="1350005" y="-2052"/>
                      <a:pt x="1593151" y="-36282"/>
                      <a:pt x="1663874" y="110522"/>
                    </a:cubicBezTo>
                    <a:cubicBezTo>
                      <a:pt x="1699399" y="184267"/>
                      <a:pt x="1682836" y="276070"/>
                      <a:pt x="1632276" y="338949"/>
                    </a:cubicBezTo>
                    <a:cubicBezTo>
                      <a:pt x="1518845" y="480014"/>
                      <a:pt x="1282338" y="517691"/>
                      <a:pt x="1116156" y="553125"/>
                    </a:cubicBezTo>
                    <a:cubicBezTo>
                      <a:pt x="850747" y="609712"/>
                      <a:pt x="581682" y="620727"/>
                      <a:pt x="311173" y="612507"/>
                    </a:cubicBezTo>
                    <a:cubicBezTo>
                      <a:pt x="234795" y="610188"/>
                      <a:pt x="154943" y="604916"/>
                      <a:pt x="89505" y="565465"/>
                    </a:cubicBezTo>
                    <a:cubicBezTo>
                      <a:pt x="24067" y="526014"/>
                      <a:pt x="-20614" y="441455"/>
                      <a:pt x="9690" y="371311"/>
                    </a:cubicBezTo>
                    <a:cubicBezTo>
                      <a:pt x="55892" y="264356"/>
                      <a:pt x="226901" y="266203"/>
                      <a:pt x="324511" y="250040"/>
                    </a:cubicBezTo>
                    <a:cubicBezTo>
                      <a:pt x="418144" y="234528"/>
                      <a:pt x="511276" y="215960"/>
                      <a:pt x="603709" y="194378"/>
                    </a:cubicBezTo>
                    <a:close/>
                  </a:path>
                </a:pathLst>
              </a:custGeom>
              <a:solidFill>
                <a:srgbClr val="F8A17A"/>
              </a:solidFill>
              <a:ln cap="flat">
                <a:prstDash val="solid"/>
              </a:ln>
            </p:spPr>
            <p:txBody>
              <a:bodyPr vert="horz" lIns="91440" tIns="45720" rIns="91440" bIns="45720" anchor="ctr">
                <a:normAutofit lnSpcReduction="10000"/>
              </a:bodyPr>
              <a:lstStyle/>
              <a:p>
                <a:pPr marL="0" algn="l"/>
                <a:endParaRPr/>
              </a:p>
            </p:txBody>
          </p:sp>
          <p:sp>
            <p:nvSpPr>
              <p:cNvPr id="131" name="Freeform 10">
                <a:extLst>
                  <a:ext uri="{FF2B5EF4-FFF2-40B4-BE49-F238E27FC236}">
                    <a16:creationId xmlns:a16="http://schemas.microsoft.com/office/drawing/2014/main" id="{F38B3F9B-4F06-BA6F-3E15-7AF87DE60B4E}"/>
                  </a:ext>
                </a:extLst>
              </p:cNvPr>
              <p:cNvSpPr/>
              <p:nvPr/>
            </p:nvSpPr>
            <p:spPr>
              <a:xfrm>
                <a:off x="6327330" y="3385577"/>
                <a:ext cx="1510587" cy="1580038"/>
              </a:xfrm>
              <a:custGeom>
                <a:avLst/>
                <a:gdLst/>
                <a:ahLst/>
                <a:cxnLst/>
                <a:rect l="l" t="t" r="r" b="b"/>
                <a:pathLst>
                  <a:path w="1510587" h="1580038">
                    <a:moveTo>
                      <a:pt x="212390" y="742205"/>
                    </a:moveTo>
                    <a:cubicBezTo>
                      <a:pt x="367663" y="922232"/>
                      <a:pt x="536212" y="1091346"/>
                      <a:pt x="699398" y="1264168"/>
                    </a:cubicBezTo>
                    <a:cubicBezTo>
                      <a:pt x="733075" y="1299833"/>
                      <a:pt x="766743" y="1335529"/>
                      <a:pt x="799032" y="1372464"/>
                    </a:cubicBezTo>
                    <a:cubicBezTo>
                      <a:pt x="815109" y="1390856"/>
                      <a:pt x="833935" y="1409502"/>
                      <a:pt x="847175" y="1430071"/>
                    </a:cubicBezTo>
                    <a:cubicBezTo>
                      <a:pt x="858028" y="1446933"/>
                      <a:pt x="882001" y="1480405"/>
                      <a:pt x="903012" y="1527532"/>
                    </a:cubicBezTo>
                    <a:cubicBezTo>
                      <a:pt x="1097385" y="1469539"/>
                      <a:pt x="1324136" y="1512174"/>
                      <a:pt x="1510588" y="1580039"/>
                    </a:cubicBezTo>
                    <a:cubicBezTo>
                      <a:pt x="1489157" y="1434079"/>
                      <a:pt x="1430975" y="1344457"/>
                      <a:pt x="1414542" y="1307236"/>
                    </a:cubicBezTo>
                    <a:cubicBezTo>
                      <a:pt x="1332709" y="1121894"/>
                      <a:pt x="1199106" y="966278"/>
                      <a:pt x="1072850" y="810189"/>
                    </a:cubicBezTo>
                    <a:cubicBezTo>
                      <a:pt x="919775" y="620943"/>
                      <a:pt x="758805" y="438074"/>
                      <a:pt x="611800" y="243959"/>
                    </a:cubicBezTo>
                    <a:cubicBezTo>
                      <a:pt x="492265" y="86122"/>
                      <a:pt x="290764" y="-91303"/>
                      <a:pt x="92328" y="53765"/>
                    </a:cubicBezTo>
                    <a:cubicBezTo>
                      <a:pt x="-60379" y="165409"/>
                      <a:pt x="8527" y="391196"/>
                      <a:pt x="70768" y="533555"/>
                    </a:cubicBezTo>
                    <a:cubicBezTo>
                      <a:pt x="104003" y="609580"/>
                      <a:pt x="156235" y="677097"/>
                      <a:pt x="212390" y="742205"/>
                    </a:cubicBezTo>
                    <a:close/>
                  </a:path>
                </a:pathLst>
              </a:custGeom>
              <a:solidFill>
                <a:srgbClr val="8070F2"/>
              </a:solidFill>
              <a:ln cap="flat">
                <a:prstDash val="solid"/>
              </a:ln>
            </p:spPr>
            <p:txBody>
              <a:bodyPr vert="horz" lIns="91440" tIns="45720" rIns="91440" bIns="45720" anchor="ctr">
                <a:normAutofit/>
              </a:bodyPr>
              <a:lstStyle/>
              <a:p>
                <a:pPr marL="0" algn="l"/>
                <a:endParaRPr/>
              </a:p>
            </p:txBody>
          </p:sp>
          <p:grpSp>
            <p:nvGrpSpPr>
              <p:cNvPr id="132" name="Group 11">
                <a:extLst>
                  <a:ext uri="{FF2B5EF4-FFF2-40B4-BE49-F238E27FC236}">
                    <a16:creationId xmlns:a16="http://schemas.microsoft.com/office/drawing/2014/main" id="{DDBB10E8-084B-6515-66F4-C30EBD1723AB}"/>
                  </a:ext>
                </a:extLst>
              </p:cNvPr>
              <p:cNvGrpSpPr/>
              <p:nvPr/>
            </p:nvGrpSpPr>
            <p:grpSpPr>
              <a:xfrm>
                <a:off x="5200664" y="3241674"/>
                <a:ext cx="1685892" cy="2369386"/>
                <a:chOff x="5200664" y="3241674"/>
                <a:chExt cx="1685892" cy="2369386"/>
              </a:xfrm>
            </p:grpSpPr>
            <p:sp>
              <p:nvSpPr>
                <p:cNvPr id="139" name="Freeform 12">
                  <a:extLst>
                    <a:ext uri="{FF2B5EF4-FFF2-40B4-BE49-F238E27FC236}">
                      <a16:creationId xmlns:a16="http://schemas.microsoft.com/office/drawing/2014/main" id="{CF0FCF24-537E-CB27-0CE7-26A22481240B}"/>
                    </a:ext>
                  </a:extLst>
                </p:cNvPr>
                <p:cNvSpPr/>
                <p:nvPr/>
              </p:nvSpPr>
              <p:spPr>
                <a:xfrm>
                  <a:off x="5200664" y="3301063"/>
                  <a:ext cx="1685892" cy="2309997"/>
                </a:xfrm>
                <a:custGeom>
                  <a:avLst/>
                  <a:gdLst/>
                  <a:ahLst/>
                  <a:cxnLst/>
                  <a:rect l="l" t="t" r="r" b="b"/>
                  <a:pathLst>
                    <a:path w="1685892" h="2309997">
                      <a:moveTo>
                        <a:pt x="1516194" y="2287898"/>
                      </a:moveTo>
                      <a:cubicBezTo>
                        <a:pt x="1594122" y="2218645"/>
                        <a:pt x="1520378" y="2015657"/>
                        <a:pt x="1507322" y="1939661"/>
                      </a:cubicBezTo>
                      <a:cubicBezTo>
                        <a:pt x="1482414" y="1794717"/>
                        <a:pt x="1473760" y="1636045"/>
                        <a:pt x="1522971" y="1495053"/>
                      </a:cubicBezTo>
                      <a:cubicBezTo>
                        <a:pt x="1593608" y="1292665"/>
                        <a:pt x="1680267" y="1133002"/>
                        <a:pt x="1685535" y="907563"/>
                      </a:cubicBezTo>
                      <a:cubicBezTo>
                        <a:pt x="1690044" y="714553"/>
                        <a:pt x="1651147" y="524436"/>
                        <a:pt x="1612450" y="336433"/>
                      </a:cubicBezTo>
                      <a:cubicBezTo>
                        <a:pt x="1574123" y="150225"/>
                        <a:pt x="1556764" y="96162"/>
                        <a:pt x="1374448" y="67770"/>
                      </a:cubicBezTo>
                      <a:cubicBezTo>
                        <a:pt x="1309464" y="57650"/>
                        <a:pt x="1245307" y="40051"/>
                        <a:pt x="1180478" y="28542"/>
                      </a:cubicBezTo>
                      <a:cubicBezTo>
                        <a:pt x="1070501" y="9014"/>
                        <a:pt x="959020" y="245"/>
                        <a:pt x="847303" y="0"/>
                      </a:cubicBezTo>
                      <a:cubicBezTo>
                        <a:pt x="845850" y="-4"/>
                        <a:pt x="844397" y="35"/>
                        <a:pt x="842949" y="35"/>
                      </a:cubicBezTo>
                      <a:cubicBezTo>
                        <a:pt x="841496" y="35"/>
                        <a:pt x="840043" y="0"/>
                        <a:pt x="838590" y="69"/>
                      </a:cubicBezTo>
                      <a:cubicBezTo>
                        <a:pt x="726877" y="245"/>
                        <a:pt x="615392" y="9014"/>
                        <a:pt x="505415" y="28542"/>
                      </a:cubicBezTo>
                      <a:cubicBezTo>
                        <a:pt x="440585" y="40051"/>
                        <a:pt x="376429" y="57650"/>
                        <a:pt x="311445" y="67770"/>
                      </a:cubicBezTo>
                      <a:cubicBezTo>
                        <a:pt x="129129" y="96162"/>
                        <a:pt x="111770" y="150225"/>
                        <a:pt x="73442" y="336433"/>
                      </a:cubicBezTo>
                      <a:cubicBezTo>
                        <a:pt x="34746" y="524436"/>
                        <a:pt x="-4151" y="714553"/>
                        <a:pt x="358" y="907563"/>
                      </a:cubicBezTo>
                      <a:cubicBezTo>
                        <a:pt x="5625" y="1133002"/>
                        <a:pt x="92284" y="1292661"/>
                        <a:pt x="162926" y="1495057"/>
                      </a:cubicBezTo>
                      <a:cubicBezTo>
                        <a:pt x="237889" y="1709837"/>
                        <a:pt x="181023" y="1929752"/>
                        <a:pt x="123772" y="2139054"/>
                      </a:cubicBezTo>
                      <a:cubicBezTo>
                        <a:pt x="115152" y="2170566"/>
                        <a:pt x="112259" y="2207346"/>
                        <a:pt x="132417" y="2233060"/>
                      </a:cubicBezTo>
                      <a:cubicBezTo>
                        <a:pt x="144886" y="2248966"/>
                        <a:pt x="164174" y="2257855"/>
                        <a:pt x="183239" y="2264555"/>
                      </a:cubicBezTo>
                      <a:cubicBezTo>
                        <a:pt x="247357" y="2287080"/>
                        <a:pt x="316289" y="2291095"/>
                        <a:pt x="384174" y="2294276"/>
                      </a:cubicBezTo>
                      <a:cubicBezTo>
                        <a:pt x="735775" y="2310752"/>
                        <a:pt x="1087920" y="2310396"/>
                        <a:pt x="1439903" y="2309792"/>
                      </a:cubicBezTo>
                      <a:cubicBezTo>
                        <a:pt x="1457357" y="2309762"/>
                        <a:pt x="1475312" y="2309638"/>
                        <a:pt x="1491488" y="2303084"/>
                      </a:cubicBezTo>
                      <a:cubicBezTo>
                        <a:pt x="1501042" y="2299218"/>
                        <a:pt x="1509225" y="2294092"/>
                        <a:pt x="1516194" y="2287898"/>
                      </a:cubicBezTo>
                      <a:close/>
                    </a:path>
                  </a:pathLst>
                </a:custGeom>
                <a:solidFill>
                  <a:srgbClr val="9B87FF"/>
                </a:solidFill>
                <a:ln cap="flat">
                  <a:prstDash val="solid"/>
                </a:ln>
              </p:spPr>
              <p:txBody>
                <a:bodyPr vert="horz" lIns="91440" tIns="45720" rIns="91440" bIns="45720" anchor="ctr">
                  <a:normAutofit/>
                </a:bodyPr>
                <a:lstStyle/>
                <a:p>
                  <a:pPr marL="0" algn="l"/>
                  <a:endParaRPr/>
                </a:p>
              </p:txBody>
            </p:sp>
            <p:sp>
              <p:nvSpPr>
                <p:cNvPr id="140" name="Freeform 13">
                  <a:extLst>
                    <a:ext uri="{FF2B5EF4-FFF2-40B4-BE49-F238E27FC236}">
                      <a16:creationId xmlns:a16="http://schemas.microsoft.com/office/drawing/2014/main" id="{69AA4DC6-2C38-1998-5BCC-DFD4A376C7C2}"/>
                    </a:ext>
                  </a:extLst>
                </p:cNvPr>
                <p:cNvSpPr/>
                <p:nvPr/>
              </p:nvSpPr>
              <p:spPr>
                <a:xfrm>
                  <a:off x="5492164" y="3241674"/>
                  <a:ext cx="1166599" cy="636598"/>
                </a:xfrm>
                <a:custGeom>
                  <a:avLst/>
                  <a:gdLst/>
                  <a:ahLst/>
                  <a:cxnLst/>
                  <a:rect l="l" t="t" r="r" b="b"/>
                  <a:pathLst>
                    <a:path w="1166599" h="636598">
                      <a:moveTo>
                        <a:pt x="1128411" y="166250"/>
                      </a:moveTo>
                      <a:cubicBezTo>
                        <a:pt x="1139671" y="131612"/>
                        <a:pt x="1182041" y="54396"/>
                        <a:pt x="1160661" y="24147"/>
                      </a:cubicBezTo>
                      <a:cubicBezTo>
                        <a:pt x="1139161" y="-6272"/>
                        <a:pt x="1059381" y="256"/>
                        <a:pt x="1028220" y="1302"/>
                      </a:cubicBezTo>
                      <a:cubicBezTo>
                        <a:pt x="685479" y="12819"/>
                        <a:pt x="342741" y="24336"/>
                        <a:pt x="0" y="35853"/>
                      </a:cubicBezTo>
                      <a:cubicBezTo>
                        <a:pt x="19833" y="109337"/>
                        <a:pt x="20643" y="177848"/>
                        <a:pt x="48842" y="250534"/>
                      </a:cubicBezTo>
                      <a:cubicBezTo>
                        <a:pt x="72764" y="312188"/>
                        <a:pt x="104610" y="370991"/>
                        <a:pt x="145116" y="423360"/>
                      </a:cubicBezTo>
                      <a:cubicBezTo>
                        <a:pt x="226156" y="528138"/>
                        <a:pt x="340547" y="601527"/>
                        <a:pt x="470914" y="627090"/>
                      </a:cubicBezTo>
                      <a:cubicBezTo>
                        <a:pt x="691703" y="670385"/>
                        <a:pt x="935620" y="562710"/>
                        <a:pt x="1047384" y="367438"/>
                      </a:cubicBezTo>
                      <a:cubicBezTo>
                        <a:pt x="1083371" y="304575"/>
                        <a:pt x="1106016" y="235134"/>
                        <a:pt x="1128411" y="166250"/>
                      </a:cubicBezTo>
                      <a:close/>
                    </a:path>
                  </a:pathLst>
                </a:custGeom>
                <a:solidFill>
                  <a:srgbClr val="9B87FF"/>
                </a:solidFill>
                <a:ln cap="flat">
                  <a:prstDash val="solid"/>
                </a:ln>
              </p:spPr>
              <p:txBody>
                <a:bodyPr vert="horz" lIns="91440" tIns="45720" rIns="91440" bIns="45720" anchor="ctr">
                  <a:normAutofit/>
                </a:bodyPr>
                <a:lstStyle/>
                <a:p>
                  <a:pPr marL="0" algn="l"/>
                  <a:endParaRPr/>
                </a:p>
              </p:txBody>
            </p:sp>
          </p:grpSp>
          <p:sp>
            <p:nvSpPr>
              <p:cNvPr id="133" name="Freeform 14">
                <a:extLst>
                  <a:ext uri="{FF2B5EF4-FFF2-40B4-BE49-F238E27FC236}">
                    <a16:creationId xmlns:a16="http://schemas.microsoft.com/office/drawing/2014/main" id="{1E503F1C-F9F9-1A48-DD4F-112802F3A8A1}"/>
                  </a:ext>
                </a:extLst>
              </p:cNvPr>
              <p:cNvSpPr/>
              <p:nvPr/>
            </p:nvSpPr>
            <p:spPr>
              <a:xfrm>
                <a:off x="5722787" y="2775098"/>
                <a:ext cx="692012" cy="999234"/>
              </a:xfrm>
              <a:custGeom>
                <a:avLst/>
                <a:gdLst/>
                <a:ahLst/>
                <a:cxnLst/>
                <a:rect l="l" t="t" r="r" b="b"/>
                <a:pathLst>
                  <a:path w="692012" h="999234">
                    <a:moveTo>
                      <a:pt x="63855" y="889113"/>
                    </a:moveTo>
                    <a:cubicBezTo>
                      <a:pt x="171230" y="1011190"/>
                      <a:pt x="377622" y="1020890"/>
                      <a:pt x="522085" y="970942"/>
                    </a:cubicBezTo>
                    <a:cubicBezTo>
                      <a:pt x="620416" y="936944"/>
                      <a:pt x="689905" y="859418"/>
                      <a:pt x="691975" y="752836"/>
                    </a:cubicBezTo>
                    <a:cubicBezTo>
                      <a:pt x="694290" y="633674"/>
                      <a:pt x="589783" y="549012"/>
                      <a:pt x="563371" y="437969"/>
                    </a:cubicBezTo>
                    <a:cubicBezTo>
                      <a:pt x="548395" y="375012"/>
                      <a:pt x="549865" y="310153"/>
                      <a:pt x="551416" y="246095"/>
                    </a:cubicBezTo>
                    <a:cubicBezTo>
                      <a:pt x="553225" y="171329"/>
                      <a:pt x="553748" y="96367"/>
                      <a:pt x="557370" y="21722"/>
                    </a:cubicBezTo>
                    <a:cubicBezTo>
                      <a:pt x="483381" y="6082"/>
                      <a:pt x="423356" y="-1762"/>
                      <a:pt x="344780" y="1483"/>
                    </a:cubicBezTo>
                    <a:cubicBezTo>
                      <a:pt x="279758" y="4170"/>
                      <a:pt x="214804" y="-2624"/>
                      <a:pt x="149816" y="1195"/>
                    </a:cubicBezTo>
                    <a:cubicBezTo>
                      <a:pt x="144587" y="1504"/>
                      <a:pt x="138912" y="2040"/>
                      <a:pt x="135208" y="5512"/>
                    </a:cubicBezTo>
                    <a:cubicBezTo>
                      <a:pt x="131488" y="9005"/>
                      <a:pt x="130806" y="14483"/>
                      <a:pt x="130370" y="19536"/>
                    </a:cubicBezTo>
                    <a:cubicBezTo>
                      <a:pt x="121655" y="120482"/>
                      <a:pt x="130219" y="222717"/>
                      <a:pt x="123387" y="323856"/>
                    </a:cubicBezTo>
                    <a:cubicBezTo>
                      <a:pt x="117112" y="416790"/>
                      <a:pt x="96285" y="510355"/>
                      <a:pt x="41863" y="587340"/>
                    </a:cubicBezTo>
                    <a:cubicBezTo>
                      <a:pt x="-24471" y="681175"/>
                      <a:pt x="-8137" y="807259"/>
                      <a:pt x="63855" y="889113"/>
                    </a:cubicBezTo>
                    <a:close/>
                  </a:path>
                </a:pathLst>
              </a:custGeom>
              <a:solidFill>
                <a:srgbClr val="F8A17A"/>
              </a:solidFill>
              <a:ln cap="flat">
                <a:prstDash val="solid"/>
              </a:ln>
            </p:spPr>
            <p:txBody>
              <a:bodyPr vert="horz" lIns="91440" tIns="45720" rIns="91440" bIns="45720" anchor="ctr">
                <a:normAutofit/>
              </a:bodyPr>
              <a:lstStyle/>
              <a:p>
                <a:pPr marL="0" algn="l"/>
                <a:endParaRPr/>
              </a:p>
            </p:txBody>
          </p:sp>
          <p:sp>
            <p:nvSpPr>
              <p:cNvPr id="134" name="Freeform 15">
                <a:extLst>
                  <a:ext uri="{FF2B5EF4-FFF2-40B4-BE49-F238E27FC236}">
                    <a16:creationId xmlns:a16="http://schemas.microsoft.com/office/drawing/2014/main" id="{921908A2-12FC-4257-B40C-423671170026}"/>
                  </a:ext>
                </a:extLst>
              </p:cNvPr>
              <p:cNvSpPr/>
              <p:nvPr/>
            </p:nvSpPr>
            <p:spPr>
              <a:xfrm>
                <a:off x="5984201" y="1669785"/>
                <a:ext cx="1345906" cy="2118132"/>
              </a:xfrm>
              <a:custGeom>
                <a:avLst/>
                <a:gdLst/>
                <a:ahLst/>
                <a:cxnLst/>
                <a:rect l="l" t="t" r="r" b="b"/>
                <a:pathLst>
                  <a:path w="1345906" h="2118132">
                    <a:moveTo>
                      <a:pt x="0" y="44689"/>
                    </a:moveTo>
                    <a:cubicBezTo>
                      <a:pt x="54101" y="16635"/>
                      <a:pt x="115004" y="3112"/>
                      <a:pt x="175869" y="540"/>
                    </a:cubicBezTo>
                    <a:cubicBezTo>
                      <a:pt x="236910" y="-2199"/>
                      <a:pt x="298057" y="5692"/>
                      <a:pt x="357529" y="19284"/>
                    </a:cubicBezTo>
                    <a:cubicBezTo>
                      <a:pt x="476910" y="45730"/>
                      <a:pt x="588909" y="106625"/>
                      <a:pt x="675667" y="193619"/>
                    </a:cubicBezTo>
                    <a:cubicBezTo>
                      <a:pt x="762794" y="279978"/>
                      <a:pt x="823611" y="394395"/>
                      <a:pt x="840833" y="516879"/>
                    </a:cubicBezTo>
                    <a:cubicBezTo>
                      <a:pt x="849243" y="578263"/>
                      <a:pt x="846208" y="639560"/>
                      <a:pt x="847460" y="699932"/>
                    </a:cubicBezTo>
                    <a:cubicBezTo>
                      <a:pt x="848635" y="759948"/>
                      <a:pt x="853457" y="821237"/>
                      <a:pt x="878385" y="874652"/>
                    </a:cubicBezTo>
                    <a:cubicBezTo>
                      <a:pt x="903666" y="927965"/>
                      <a:pt x="947416" y="971188"/>
                      <a:pt x="995807" y="1006030"/>
                    </a:cubicBezTo>
                    <a:cubicBezTo>
                      <a:pt x="1044490" y="1041220"/>
                      <a:pt x="1098386" y="1069394"/>
                      <a:pt x="1150391" y="1101536"/>
                    </a:cubicBezTo>
                    <a:cubicBezTo>
                      <a:pt x="1175993" y="1117589"/>
                      <a:pt x="1203566" y="1134356"/>
                      <a:pt x="1222494" y="1161283"/>
                    </a:cubicBezTo>
                    <a:cubicBezTo>
                      <a:pt x="1241589" y="1188548"/>
                      <a:pt x="1245674" y="1221877"/>
                      <a:pt x="1246090" y="1252486"/>
                    </a:cubicBezTo>
                    <a:cubicBezTo>
                      <a:pt x="1246441" y="1283569"/>
                      <a:pt x="1242524" y="1314683"/>
                      <a:pt x="1234358" y="1344653"/>
                    </a:cubicBezTo>
                    <a:cubicBezTo>
                      <a:pt x="1226480" y="1374849"/>
                      <a:pt x="1212374" y="1402778"/>
                      <a:pt x="1200797" y="1430279"/>
                    </a:cubicBezTo>
                    <a:cubicBezTo>
                      <a:pt x="1188984" y="1457835"/>
                      <a:pt x="1181475" y="1486540"/>
                      <a:pt x="1184480" y="1515948"/>
                    </a:cubicBezTo>
                    <a:cubicBezTo>
                      <a:pt x="1187073" y="1545271"/>
                      <a:pt x="1197085" y="1573830"/>
                      <a:pt x="1209618" y="1601052"/>
                    </a:cubicBezTo>
                    <a:cubicBezTo>
                      <a:pt x="1235383" y="1655590"/>
                      <a:pt x="1267097" y="1707775"/>
                      <a:pt x="1293277" y="1762939"/>
                    </a:cubicBezTo>
                    <a:cubicBezTo>
                      <a:pt x="1319415" y="1817953"/>
                      <a:pt x="1339573" y="1876966"/>
                      <a:pt x="1344223" y="1938084"/>
                    </a:cubicBezTo>
                    <a:cubicBezTo>
                      <a:pt x="1349646" y="1998927"/>
                      <a:pt x="1341909" y="2060752"/>
                      <a:pt x="1321849" y="2118132"/>
                    </a:cubicBezTo>
                    <a:cubicBezTo>
                      <a:pt x="1340580" y="2060298"/>
                      <a:pt x="1346796" y="1998619"/>
                      <a:pt x="1340036" y="1938496"/>
                    </a:cubicBezTo>
                    <a:cubicBezTo>
                      <a:pt x="1334018" y="1878085"/>
                      <a:pt x="1312853" y="1820559"/>
                      <a:pt x="1285703" y="1766608"/>
                    </a:cubicBezTo>
                    <a:cubicBezTo>
                      <a:pt x="1258906" y="1712306"/>
                      <a:pt x="1226729" y="1660721"/>
                      <a:pt x="1199781" y="1605660"/>
                    </a:cubicBezTo>
                    <a:cubicBezTo>
                      <a:pt x="1186618" y="1577975"/>
                      <a:pt x="1175693" y="1548442"/>
                      <a:pt x="1172487" y="1517059"/>
                    </a:cubicBezTo>
                    <a:cubicBezTo>
                      <a:pt x="1168762" y="1485550"/>
                      <a:pt x="1176777" y="1453493"/>
                      <a:pt x="1188551" y="1425286"/>
                    </a:cubicBezTo>
                    <a:cubicBezTo>
                      <a:pt x="1200180" y="1396692"/>
                      <a:pt x="1213313" y="1369830"/>
                      <a:pt x="1220445" y="1340911"/>
                    </a:cubicBezTo>
                    <a:cubicBezTo>
                      <a:pt x="1228006" y="1312163"/>
                      <a:pt x="1231714" y="1282399"/>
                      <a:pt x="1231225" y="1252700"/>
                    </a:cubicBezTo>
                    <a:cubicBezTo>
                      <a:pt x="1230749" y="1223189"/>
                      <a:pt x="1226442" y="1193095"/>
                      <a:pt x="1209983" y="1170014"/>
                    </a:cubicBezTo>
                    <a:cubicBezTo>
                      <a:pt x="1193588" y="1146692"/>
                      <a:pt x="1167819" y="1130653"/>
                      <a:pt x="1142191" y="1114862"/>
                    </a:cubicBezTo>
                    <a:cubicBezTo>
                      <a:pt x="1090705" y="1083316"/>
                      <a:pt x="1036360" y="1055258"/>
                      <a:pt x="986215" y="1019374"/>
                    </a:cubicBezTo>
                    <a:cubicBezTo>
                      <a:pt x="936353" y="983720"/>
                      <a:pt x="890194" y="939066"/>
                      <a:pt x="862861" y="881999"/>
                    </a:cubicBezTo>
                    <a:cubicBezTo>
                      <a:pt x="836329" y="824251"/>
                      <a:pt x="832098" y="760990"/>
                      <a:pt x="831069" y="700219"/>
                    </a:cubicBezTo>
                    <a:cubicBezTo>
                      <a:pt x="830105" y="639162"/>
                      <a:pt x="833281" y="578395"/>
                      <a:pt x="825369" y="519039"/>
                    </a:cubicBezTo>
                    <a:cubicBezTo>
                      <a:pt x="809321" y="399890"/>
                      <a:pt x="750081" y="288803"/>
                      <a:pt x="666297" y="202869"/>
                    </a:cubicBezTo>
                    <a:cubicBezTo>
                      <a:pt x="582394" y="116526"/>
                      <a:pt x="473249" y="55301"/>
                      <a:pt x="355574" y="27415"/>
                    </a:cubicBezTo>
                    <a:cubicBezTo>
                      <a:pt x="296990" y="12602"/>
                      <a:pt x="236605" y="3395"/>
                      <a:pt x="176006" y="4719"/>
                    </a:cubicBezTo>
                    <a:cubicBezTo>
                      <a:pt x="115579" y="5894"/>
                      <a:pt x="54744" y="17891"/>
                      <a:pt x="0" y="44689"/>
                    </a:cubicBezTo>
                    <a:close/>
                  </a:path>
                </a:pathLst>
              </a:custGeom>
              <a:solidFill>
                <a:srgbClr val="73B8D4"/>
              </a:solidFill>
              <a:ln cap="flat">
                <a:prstDash val="solid"/>
              </a:ln>
            </p:spPr>
            <p:txBody>
              <a:bodyPr vert="horz" lIns="91440" tIns="45720" rIns="91440" bIns="45720" anchor="ctr">
                <a:normAutofit/>
              </a:bodyPr>
              <a:lstStyle/>
              <a:p>
                <a:pPr marL="0" algn="l"/>
                <a:endParaRPr/>
              </a:p>
            </p:txBody>
          </p:sp>
          <p:sp>
            <p:nvSpPr>
              <p:cNvPr id="135" name="Freeform 16">
                <a:extLst>
                  <a:ext uri="{FF2B5EF4-FFF2-40B4-BE49-F238E27FC236}">
                    <a16:creationId xmlns:a16="http://schemas.microsoft.com/office/drawing/2014/main" id="{3F25E461-49B0-2D9F-CFFC-3747DAD07E9B}"/>
                  </a:ext>
                </a:extLst>
              </p:cNvPr>
              <p:cNvSpPr/>
              <p:nvPr/>
            </p:nvSpPr>
            <p:spPr>
              <a:xfrm>
                <a:off x="5833881" y="2774258"/>
                <a:ext cx="447998" cy="499623"/>
              </a:xfrm>
              <a:custGeom>
                <a:avLst/>
                <a:gdLst/>
                <a:ahLst/>
                <a:cxnLst/>
                <a:rect l="l" t="t" r="r" b="b"/>
                <a:pathLst>
                  <a:path w="447998" h="499623">
                    <a:moveTo>
                      <a:pt x="447999" y="423837"/>
                    </a:moveTo>
                    <a:cubicBezTo>
                      <a:pt x="436327" y="365325"/>
                      <a:pt x="437519" y="305378"/>
                      <a:pt x="438955" y="246095"/>
                    </a:cubicBezTo>
                    <a:cubicBezTo>
                      <a:pt x="440764" y="171330"/>
                      <a:pt x="441287" y="96371"/>
                      <a:pt x="444909" y="21722"/>
                    </a:cubicBezTo>
                    <a:cubicBezTo>
                      <a:pt x="370919" y="6082"/>
                      <a:pt x="310895" y="-1762"/>
                      <a:pt x="232315" y="1482"/>
                    </a:cubicBezTo>
                    <a:cubicBezTo>
                      <a:pt x="167292" y="4170"/>
                      <a:pt x="102343" y="-2624"/>
                      <a:pt x="37346" y="1195"/>
                    </a:cubicBezTo>
                    <a:cubicBezTo>
                      <a:pt x="32117" y="1504"/>
                      <a:pt x="26446" y="2040"/>
                      <a:pt x="22743" y="5512"/>
                    </a:cubicBezTo>
                    <a:cubicBezTo>
                      <a:pt x="19022" y="9005"/>
                      <a:pt x="18345" y="14483"/>
                      <a:pt x="17908" y="19536"/>
                    </a:cubicBezTo>
                    <a:cubicBezTo>
                      <a:pt x="9190" y="120482"/>
                      <a:pt x="17758" y="222722"/>
                      <a:pt x="10926" y="323860"/>
                    </a:cubicBezTo>
                    <a:cubicBezTo>
                      <a:pt x="8967" y="352827"/>
                      <a:pt x="5358" y="381793"/>
                      <a:pt x="0" y="410357"/>
                    </a:cubicBezTo>
                    <a:cubicBezTo>
                      <a:pt x="10210" y="419289"/>
                      <a:pt x="20596" y="427857"/>
                      <a:pt x="31281" y="435761"/>
                    </a:cubicBezTo>
                    <a:cubicBezTo>
                      <a:pt x="111537" y="495113"/>
                      <a:pt x="219726" y="514825"/>
                      <a:pt x="315777" y="487586"/>
                    </a:cubicBezTo>
                    <a:cubicBezTo>
                      <a:pt x="364623" y="473724"/>
                      <a:pt x="408553" y="451852"/>
                      <a:pt x="447999" y="423837"/>
                    </a:cubicBezTo>
                    <a:close/>
                  </a:path>
                </a:pathLst>
              </a:custGeom>
              <a:solidFill>
                <a:srgbClr val="E5785C"/>
              </a:solidFill>
              <a:ln cap="flat">
                <a:prstDash val="solid"/>
              </a:ln>
            </p:spPr>
            <p:txBody>
              <a:bodyPr vert="horz" lIns="91440" tIns="45720" rIns="91440" bIns="45720" anchor="ctr">
                <a:normAutofit fontScale="85000" lnSpcReduction="20000"/>
              </a:bodyPr>
              <a:lstStyle/>
              <a:p>
                <a:pPr marL="0" algn="l"/>
                <a:endParaRPr/>
              </a:p>
            </p:txBody>
          </p:sp>
          <p:sp>
            <p:nvSpPr>
              <p:cNvPr id="136" name="Freeform 17">
                <a:extLst>
                  <a:ext uri="{FF2B5EF4-FFF2-40B4-BE49-F238E27FC236}">
                    <a16:creationId xmlns:a16="http://schemas.microsoft.com/office/drawing/2014/main" id="{8EAEF82D-F3B6-8153-3425-0E3012F3DCE3}"/>
                  </a:ext>
                </a:extLst>
              </p:cNvPr>
              <p:cNvSpPr/>
              <p:nvPr/>
            </p:nvSpPr>
            <p:spPr>
              <a:xfrm>
                <a:off x="5569695" y="1814998"/>
                <a:ext cx="986488" cy="1345460"/>
              </a:xfrm>
              <a:custGeom>
                <a:avLst/>
                <a:gdLst/>
                <a:ahLst/>
                <a:cxnLst/>
                <a:rect l="l" t="t" r="r" b="b"/>
                <a:pathLst>
                  <a:path w="986488" h="1345460">
                    <a:moveTo>
                      <a:pt x="986257" y="580900"/>
                    </a:moveTo>
                    <a:cubicBezTo>
                      <a:pt x="984246" y="481891"/>
                      <a:pt x="969236" y="388164"/>
                      <a:pt x="942640" y="310531"/>
                    </a:cubicBezTo>
                    <a:cubicBezTo>
                      <a:pt x="827897" y="-24409"/>
                      <a:pt x="406914" y="-101527"/>
                      <a:pt x="157587" y="143655"/>
                    </a:cubicBezTo>
                    <a:cubicBezTo>
                      <a:pt x="-120449" y="417079"/>
                      <a:pt x="-3336" y="1059605"/>
                      <a:pt x="296831" y="1281598"/>
                    </a:cubicBezTo>
                    <a:cubicBezTo>
                      <a:pt x="377086" y="1340950"/>
                      <a:pt x="485280" y="1360663"/>
                      <a:pt x="581326" y="1333423"/>
                    </a:cubicBezTo>
                    <a:cubicBezTo>
                      <a:pt x="871938" y="1250999"/>
                      <a:pt x="992532" y="890191"/>
                      <a:pt x="986257" y="580900"/>
                    </a:cubicBezTo>
                    <a:close/>
                  </a:path>
                </a:pathLst>
              </a:custGeom>
              <a:solidFill>
                <a:srgbClr val="F8A17A"/>
              </a:solidFill>
              <a:ln cap="flat">
                <a:prstDash val="solid"/>
              </a:ln>
            </p:spPr>
            <p:txBody>
              <a:bodyPr vert="horz" lIns="91440" tIns="45720" rIns="91440" bIns="45720" anchor="ctr">
                <a:normAutofit/>
              </a:bodyPr>
              <a:lstStyle/>
              <a:p>
                <a:pPr marL="0" algn="l"/>
                <a:endParaRPr/>
              </a:p>
            </p:txBody>
          </p:sp>
          <p:sp>
            <p:nvSpPr>
              <p:cNvPr id="137" name="Freeform 18">
                <a:extLst>
                  <a:ext uri="{FF2B5EF4-FFF2-40B4-BE49-F238E27FC236}">
                    <a16:creationId xmlns:a16="http://schemas.microsoft.com/office/drawing/2014/main" id="{E0299D52-2B89-871C-881E-1C5A8A08D3AE}"/>
                  </a:ext>
                </a:extLst>
              </p:cNvPr>
              <p:cNvSpPr/>
              <p:nvPr/>
            </p:nvSpPr>
            <p:spPr>
              <a:xfrm>
                <a:off x="5554556" y="1762818"/>
                <a:ext cx="1026457" cy="920545"/>
              </a:xfrm>
              <a:custGeom>
                <a:avLst/>
                <a:gdLst/>
                <a:ahLst/>
                <a:cxnLst/>
                <a:rect l="l" t="t" r="r" b="b"/>
                <a:pathLst>
                  <a:path w="1026457" h="920545">
                    <a:moveTo>
                      <a:pt x="1000929" y="342468"/>
                    </a:moveTo>
                    <a:cubicBezTo>
                      <a:pt x="910566" y="142"/>
                      <a:pt x="496223" y="-107048"/>
                      <a:pt x="229910" y="119566"/>
                    </a:cubicBezTo>
                    <a:cubicBezTo>
                      <a:pt x="187425" y="155720"/>
                      <a:pt x="157965" y="198861"/>
                      <a:pt x="127670" y="244964"/>
                    </a:cubicBezTo>
                    <a:cubicBezTo>
                      <a:pt x="101956" y="284089"/>
                      <a:pt x="66184" y="313694"/>
                      <a:pt x="43513" y="356690"/>
                    </a:cubicBezTo>
                    <a:cubicBezTo>
                      <a:pt x="20218" y="400872"/>
                      <a:pt x="5692" y="449701"/>
                      <a:pt x="870" y="499409"/>
                    </a:cubicBezTo>
                    <a:cubicBezTo>
                      <a:pt x="-3828" y="547818"/>
                      <a:pt x="11980" y="590140"/>
                      <a:pt x="13218" y="636659"/>
                    </a:cubicBezTo>
                    <a:cubicBezTo>
                      <a:pt x="11928" y="588109"/>
                      <a:pt x="33030" y="539417"/>
                      <a:pt x="69338" y="507158"/>
                    </a:cubicBezTo>
                    <a:cubicBezTo>
                      <a:pt x="97572" y="482075"/>
                      <a:pt x="133237" y="467365"/>
                      <a:pt x="166100" y="448754"/>
                    </a:cubicBezTo>
                    <a:cubicBezTo>
                      <a:pt x="198963" y="430143"/>
                      <a:pt x="231093" y="405128"/>
                      <a:pt x="243463" y="369446"/>
                    </a:cubicBezTo>
                    <a:cubicBezTo>
                      <a:pt x="349415" y="508324"/>
                      <a:pt x="513822" y="550857"/>
                      <a:pt x="675568" y="590933"/>
                    </a:cubicBezTo>
                    <a:cubicBezTo>
                      <a:pt x="811288" y="624559"/>
                      <a:pt x="960223" y="710117"/>
                      <a:pt x="963291" y="868609"/>
                    </a:cubicBezTo>
                    <a:cubicBezTo>
                      <a:pt x="963682" y="888712"/>
                      <a:pt x="965066" y="894284"/>
                      <a:pt x="973720" y="920546"/>
                    </a:cubicBezTo>
                    <a:cubicBezTo>
                      <a:pt x="983244" y="896719"/>
                      <a:pt x="986729" y="879261"/>
                      <a:pt x="989609" y="853826"/>
                    </a:cubicBezTo>
                    <a:cubicBezTo>
                      <a:pt x="992532" y="827988"/>
                      <a:pt x="1000029" y="802250"/>
                      <a:pt x="1005086" y="776412"/>
                    </a:cubicBezTo>
                    <a:cubicBezTo>
                      <a:pt x="1015498" y="723263"/>
                      <a:pt x="1022188" y="669359"/>
                      <a:pt x="1024984" y="615266"/>
                    </a:cubicBezTo>
                    <a:cubicBezTo>
                      <a:pt x="1030097" y="516374"/>
                      <a:pt x="1021867" y="421806"/>
                      <a:pt x="1000929" y="342468"/>
                    </a:cubicBezTo>
                    <a:close/>
                  </a:path>
                </a:pathLst>
              </a:custGeom>
              <a:solidFill>
                <a:srgbClr val="E5785C"/>
              </a:solidFill>
              <a:ln cap="flat">
                <a:prstDash val="solid"/>
              </a:ln>
            </p:spPr>
            <p:txBody>
              <a:bodyPr vert="horz" lIns="91440" tIns="45720" rIns="91440" bIns="45720" anchor="ctr">
                <a:normAutofit/>
              </a:bodyPr>
              <a:lstStyle/>
              <a:p>
                <a:pPr marL="0" algn="l"/>
                <a:endParaRPr/>
              </a:p>
            </p:txBody>
          </p:sp>
          <p:sp>
            <p:nvSpPr>
              <p:cNvPr id="138" name="Freeform 19">
                <a:extLst>
                  <a:ext uri="{FF2B5EF4-FFF2-40B4-BE49-F238E27FC236}">
                    <a16:creationId xmlns:a16="http://schemas.microsoft.com/office/drawing/2014/main" id="{25742EC6-C972-222D-EE60-EC5DAC58F0FB}"/>
                  </a:ext>
                </a:extLst>
              </p:cNvPr>
              <p:cNvSpPr/>
              <p:nvPr/>
            </p:nvSpPr>
            <p:spPr>
              <a:xfrm>
                <a:off x="5407655" y="1703466"/>
                <a:ext cx="1314612" cy="1005931"/>
              </a:xfrm>
              <a:custGeom>
                <a:avLst/>
                <a:gdLst/>
                <a:ahLst/>
                <a:cxnLst/>
                <a:rect l="l" t="t" r="r" b="b"/>
                <a:pathLst>
                  <a:path w="1314612" h="1005931">
                    <a:moveTo>
                      <a:pt x="1224978" y="989507"/>
                    </a:moveTo>
                    <a:cubicBezTo>
                      <a:pt x="1251831" y="969053"/>
                      <a:pt x="1272483" y="938994"/>
                      <a:pt x="1283961" y="907434"/>
                    </a:cubicBezTo>
                    <a:cubicBezTo>
                      <a:pt x="1320150" y="801088"/>
                      <a:pt x="1316241" y="683362"/>
                      <a:pt x="1311830" y="569408"/>
                    </a:cubicBezTo>
                    <a:cubicBezTo>
                      <a:pt x="1309366" y="505860"/>
                      <a:pt x="1306764" y="441399"/>
                      <a:pt x="1289379" y="380834"/>
                    </a:cubicBezTo>
                    <a:cubicBezTo>
                      <a:pt x="1270408" y="314766"/>
                      <a:pt x="1234455" y="256083"/>
                      <a:pt x="1191931" y="205801"/>
                    </a:cubicBezTo>
                    <a:cubicBezTo>
                      <a:pt x="1069156" y="60626"/>
                      <a:pt x="885940" y="-13132"/>
                      <a:pt x="709797" y="1925"/>
                    </a:cubicBezTo>
                    <a:cubicBezTo>
                      <a:pt x="639039" y="7973"/>
                      <a:pt x="587013" y="41873"/>
                      <a:pt x="524883" y="70643"/>
                    </a:cubicBezTo>
                    <a:cubicBezTo>
                      <a:pt x="464224" y="98730"/>
                      <a:pt x="392957" y="114152"/>
                      <a:pt x="329148" y="135193"/>
                    </a:cubicBezTo>
                    <a:cubicBezTo>
                      <a:pt x="255527" y="159471"/>
                      <a:pt x="179759" y="184944"/>
                      <a:pt x="121350" y="235912"/>
                    </a:cubicBezTo>
                    <a:cubicBezTo>
                      <a:pt x="78655" y="273168"/>
                      <a:pt x="47571" y="322327"/>
                      <a:pt x="25346" y="374452"/>
                    </a:cubicBezTo>
                    <a:cubicBezTo>
                      <a:pt x="-1301" y="436950"/>
                      <a:pt x="-3886" y="506460"/>
                      <a:pt x="3727" y="573145"/>
                    </a:cubicBezTo>
                    <a:cubicBezTo>
                      <a:pt x="10002" y="628095"/>
                      <a:pt x="17224" y="686744"/>
                      <a:pt x="41600" y="738029"/>
                    </a:cubicBezTo>
                    <a:cubicBezTo>
                      <a:pt x="64429" y="786065"/>
                      <a:pt x="115242" y="817436"/>
                      <a:pt x="160749" y="841370"/>
                    </a:cubicBezTo>
                    <a:cubicBezTo>
                      <a:pt x="154007" y="837821"/>
                      <a:pt x="159845" y="758556"/>
                      <a:pt x="159665" y="746336"/>
                    </a:cubicBezTo>
                    <a:cubicBezTo>
                      <a:pt x="158631" y="676324"/>
                      <a:pt x="162459" y="604431"/>
                      <a:pt x="184388" y="537424"/>
                    </a:cubicBezTo>
                    <a:cubicBezTo>
                      <a:pt x="205562" y="471921"/>
                      <a:pt x="247486" y="431836"/>
                      <a:pt x="302032" y="391875"/>
                    </a:cubicBezTo>
                    <a:cubicBezTo>
                      <a:pt x="323910" y="375845"/>
                      <a:pt x="345705" y="359390"/>
                      <a:pt x="363986" y="339215"/>
                    </a:cubicBezTo>
                    <a:cubicBezTo>
                      <a:pt x="373129" y="329125"/>
                      <a:pt x="412905" y="282662"/>
                      <a:pt x="406390" y="268290"/>
                    </a:cubicBezTo>
                    <a:cubicBezTo>
                      <a:pt x="437328" y="336531"/>
                      <a:pt x="485792" y="406595"/>
                      <a:pt x="546392" y="451334"/>
                    </a:cubicBezTo>
                    <a:cubicBezTo>
                      <a:pt x="661576" y="536365"/>
                      <a:pt x="789778" y="596415"/>
                      <a:pt x="919835" y="647049"/>
                    </a:cubicBezTo>
                    <a:cubicBezTo>
                      <a:pt x="929419" y="650778"/>
                      <a:pt x="939063" y="654494"/>
                      <a:pt x="948669" y="658347"/>
                    </a:cubicBezTo>
                    <a:cubicBezTo>
                      <a:pt x="984421" y="672698"/>
                      <a:pt x="1019632" y="689045"/>
                      <a:pt x="1049019" y="715783"/>
                    </a:cubicBezTo>
                    <a:cubicBezTo>
                      <a:pt x="1114603" y="775452"/>
                      <a:pt x="1119356" y="867191"/>
                      <a:pt x="1116917" y="949890"/>
                    </a:cubicBezTo>
                    <a:cubicBezTo>
                      <a:pt x="1116651" y="958951"/>
                      <a:pt x="1116476" y="968235"/>
                      <a:pt x="1119378" y="976829"/>
                    </a:cubicBezTo>
                    <a:cubicBezTo>
                      <a:pt x="1133068" y="1017407"/>
                      <a:pt x="1198682" y="1009537"/>
                      <a:pt x="1224978" y="989507"/>
                    </a:cubicBezTo>
                    <a:close/>
                  </a:path>
                </a:pathLst>
              </a:custGeom>
              <a:solidFill>
                <a:srgbClr val="0B2D4E"/>
              </a:solidFill>
              <a:ln cap="flat">
                <a:prstDash val="solid"/>
              </a:ln>
            </p:spPr>
            <p:txBody>
              <a:bodyPr vert="horz" lIns="91440" tIns="45720" rIns="91440" bIns="45720" anchor="ctr">
                <a:normAutofit/>
              </a:bodyPr>
              <a:lstStyle/>
              <a:p>
                <a:pPr marL="0" algn="l"/>
                <a:endParaRPr/>
              </a:p>
            </p:txBody>
          </p:sp>
        </p:grpSp>
        <p:sp>
          <p:nvSpPr>
            <p:cNvPr id="5" name="Freeform 20">
              <a:extLst>
                <a:ext uri="{FF2B5EF4-FFF2-40B4-BE49-F238E27FC236}">
                  <a16:creationId xmlns:a16="http://schemas.microsoft.com/office/drawing/2014/main" id="{48A45823-E266-D7D2-4CAD-46C3F6BB334B}"/>
                </a:ext>
              </a:extLst>
            </p:cNvPr>
            <p:cNvSpPr/>
            <p:nvPr/>
          </p:nvSpPr>
          <p:spPr>
            <a:xfrm>
              <a:off x="1152366" y="2793256"/>
              <a:ext cx="4006635" cy="135892"/>
            </a:xfrm>
            <a:custGeom>
              <a:avLst/>
              <a:gdLst/>
              <a:ahLst/>
              <a:cxnLst/>
              <a:rect l="l" t="t" r="r" b="b"/>
              <a:pathLst>
                <a:path w="9128855" h="309621">
                  <a:moveTo>
                    <a:pt x="8966467" y="309622"/>
                  </a:moveTo>
                  <a:lnTo>
                    <a:pt x="162393" y="309622"/>
                  </a:lnTo>
                  <a:cubicBezTo>
                    <a:pt x="72708" y="309622"/>
                    <a:pt x="0" y="240313"/>
                    <a:pt x="0" y="154811"/>
                  </a:cubicBezTo>
                  <a:lnTo>
                    <a:pt x="0" y="154811"/>
                  </a:lnTo>
                  <a:cubicBezTo>
                    <a:pt x="0" y="69313"/>
                    <a:pt x="72703" y="0"/>
                    <a:pt x="162393" y="0"/>
                  </a:cubicBezTo>
                  <a:lnTo>
                    <a:pt x="8966467" y="0"/>
                  </a:lnTo>
                  <a:cubicBezTo>
                    <a:pt x="9056153" y="0"/>
                    <a:pt x="9128856" y="69309"/>
                    <a:pt x="9128856" y="154811"/>
                  </a:cubicBezTo>
                  <a:lnTo>
                    <a:pt x="9128856" y="154811"/>
                  </a:lnTo>
                  <a:cubicBezTo>
                    <a:pt x="9128856" y="240309"/>
                    <a:pt x="9056153" y="309622"/>
                    <a:pt x="8966467" y="309622"/>
                  </a:cubicBezTo>
                  <a:close/>
                </a:path>
              </a:pathLst>
            </a:custGeom>
            <a:solidFill>
              <a:srgbClr val="DBCDFE"/>
            </a:solidFill>
            <a:ln cap="flat">
              <a:prstDash val="solid"/>
            </a:ln>
          </p:spPr>
          <p:txBody>
            <a:bodyPr vert="horz" lIns="91440" tIns="45720" rIns="91440" bIns="45720" anchor="ctr">
              <a:normAutofit fontScale="40000" lnSpcReduction="20000"/>
            </a:bodyPr>
            <a:lstStyle/>
            <a:p>
              <a:pPr marL="0" algn="l"/>
              <a:endParaRPr/>
            </a:p>
          </p:txBody>
        </p:sp>
        <p:grpSp>
          <p:nvGrpSpPr>
            <p:cNvPr id="6" name="Group 21">
              <a:extLst>
                <a:ext uri="{FF2B5EF4-FFF2-40B4-BE49-F238E27FC236}">
                  <a16:creationId xmlns:a16="http://schemas.microsoft.com/office/drawing/2014/main" id="{D7343209-35BB-FC28-53E1-82CE3E98EC6F}"/>
                </a:ext>
              </a:extLst>
            </p:cNvPr>
            <p:cNvGrpSpPr/>
            <p:nvPr/>
          </p:nvGrpSpPr>
          <p:grpSpPr>
            <a:xfrm>
              <a:off x="2604960" y="1993824"/>
              <a:ext cx="1114359" cy="801739"/>
              <a:chOff x="4780587" y="3588045"/>
              <a:chExt cx="2538994" cy="1826709"/>
            </a:xfrm>
          </p:grpSpPr>
          <p:sp>
            <p:nvSpPr>
              <p:cNvPr id="121" name="Freeform 22">
                <a:extLst>
                  <a:ext uri="{FF2B5EF4-FFF2-40B4-BE49-F238E27FC236}">
                    <a16:creationId xmlns:a16="http://schemas.microsoft.com/office/drawing/2014/main" id="{6F457F58-F97A-D4FB-5FD4-CF58CCE1717D}"/>
                  </a:ext>
                </a:extLst>
              </p:cNvPr>
              <p:cNvSpPr/>
              <p:nvPr/>
            </p:nvSpPr>
            <p:spPr>
              <a:xfrm>
                <a:off x="4800201" y="3588045"/>
                <a:ext cx="2499767" cy="1681941"/>
              </a:xfrm>
              <a:custGeom>
                <a:avLst/>
                <a:gdLst/>
                <a:ahLst/>
                <a:cxnLst/>
                <a:rect l="l" t="t" r="r" b="b"/>
                <a:pathLst>
                  <a:path w="2499767" h="1681941">
                    <a:moveTo>
                      <a:pt x="2342903" y="1681942"/>
                    </a:moveTo>
                    <a:lnTo>
                      <a:pt x="156855" y="1681942"/>
                    </a:lnTo>
                    <a:lnTo>
                      <a:pt x="236" y="54465"/>
                    </a:lnTo>
                    <a:cubicBezTo>
                      <a:pt x="-2571" y="25285"/>
                      <a:pt x="20004" y="0"/>
                      <a:pt x="48877" y="0"/>
                    </a:cubicBezTo>
                    <a:lnTo>
                      <a:pt x="2450891" y="0"/>
                    </a:lnTo>
                    <a:cubicBezTo>
                      <a:pt x="2479759" y="0"/>
                      <a:pt x="2502339" y="25285"/>
                      <a:pt x="2499531" y="54470"/>
                    </a:cubicBezTo>
                    <a:lnTo>
                      <a:pt x="2342903" y="1681942"/>
                    </a:lnTo>
                    <a:close/>
                  </a:path>
                </a:pathLst>
              </a:custGeom>
              <a:solidFill>
                <a:srgbClr val="B8D1CE"/>
              </a:solidFill>
              <a:ln cap="flat">
                <a:prstDash val="solid"/>
              </a:ln>
            </p:spPr>
            <p:txBody>
              <a:bodyPr vert="horz" lIns="91440" tIns="45720" rIns="91440" bIns="45720" anchor="ctr">
                <a:normAutofit/>
              </a:bodyPr>
              <a:lstStyle/>
              <a:p>
                <a:pPr marL="0" algn="l"/>
                <a:endParaRPr/>
              </a:p>
            </p:txBody>
          </p:sp>
          <p:sp>
            <p:nvSpPr>
              <p:cNvPr id="122" name="Freeform 23">
                <a:extLst>
                  <a:ext uri="{FF2B5EF4-FFF2-40B4-BE49-F238E27FC236}">
                    <a16:creationId xmlns:a16="http://schemas.microsoft.com/office/drawing/2014/main" id="{FBB99EDF-1231-F563-9D92-B966C6A691EE}"/>
                  </a:ext>
                </a:extLst>
              </p:cNvPr>
              <p:cNvSpPr/>
              <p:nvPr/>
            </p:nvSpPr>
            <p:spPr>
              <a:xfrm>
                <a:off x="4780587" y="3634062"/>
                <a:ext cx="2538994" cy="1681937"/>
              </a:xfrm>
              <a:custGeom>
                <a:avLst/>
                <a:gdLst/>
                <a:ahLst/>
                <a:cxnLst/>
                <a:rect l="l" t="t" r="r" b="b"/>
                <a:pathLst>
                  <a:path w="2538994" h="1681937">
                    <a:moveTo>
                      <a:pt x="2379671" y="1681937"/>
                    </a:moveTo>
                    <a:lnTo>
                      <a:pt x="159316" y="1681937"/>
                    </a:lnTo>
                    <a:lnTo>
                      <a:pt x="240" y="54466"/>
                    </a:lnTo>
                    <a:cubicBezTo>
                      <a:pt x="-2614" y="25280"/>
                      <a:pt x="20322" y="0"/>
                      <a:pt x="49644" y="0"/>
                    </a:cubicBezTo>
                    <a:lnTo>
                      <a:pt x="2489352" y="0"/>
                    </a:lnTo>
                    <a:cubicBezTo>
                      <a:pt x="2518674" y="0"/>
                      <a:pt x="2541605" y="25280"/>
                      <a:pt x="2538755" y="54466"/>
                    </a:cubicBezTo>
                    <a:lnTo>
                      <a:pt x="2379671" y="1681937"/>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123" name="Freeform 24">
                <a:extLst>
                  <a:ext uri="{FF2B5EF4-FFF2-40B4-BE49-F238E27FC236}">
                    <a16:creationId xmlns:a16="http://schemas.microsoft.com/office/drawing/2014/main" id="{404A93C3-4938-735F-EC1B-979F1BF746AB}"/>
                  </a:ext>
                </a:extLst>
              </p:cNvPr>
              <p:cNvSpPr/>
              <p:nvPr/>
            </p:nvSpPr>
            <p:spPr>
              <a:xfrm>
                <a:off x="4939903" y="5316000"/>
                <a:ext cx="2219025" cy="98755"/>
              </a:xfrm>
              <a:custGeom>
                <a:avLst/>
                <a:gdLst/>
                <a:ahLst/>
                <a:cxnLst/>
                <a:rect l="l" t="t" r="r" b="b"/>
                <a:pathLst>
                  <a:path w="2219025" h="98755">
                    <a:moveTo>
                      <a:pt x="0" y="0"/>
                    </a:moveTo>
                    <a:lnTo>
                      <a:pt x="2219026" y="0"/>
                    </a:lnTo>
                    <a:lnTo>
                      <a:pt x="2219026" y="98755"/>
                    </a:lnTo>
                    <a:lnTo>
                      <a:pt x="0" y="98755"/>
                    </a:lnTo>
                    <a:close/>
                  </a:path>
                </a:pathLst>
              </a:custGeom>
              <a:solidFill>
                <a:srgbClr val="B8D1CE"/>
              </a:solidFill>
              <a:ln cap="flat">
                <a:prstDash val="solid"/>
              </a:ln>
            </p:spPr>
            <p:txBody>
              <a:bodyPr vert="horz" lIns="91440" tIns="45720" rIns="91440" bIns="45720" anchor="ctr">
                <a:normAutofit fontScale="25000" lnSpcReduction="20000"/>
              </a:bodyPr>
              <a:lstStyle/>
              <a:p>
                <a:pPr marL="0" algn="l"/>
                <a:endParaRPr/>
              </a:p>
            </p:txBody>
          </p:sp>
          <p:sp>
            <p:nvSpPr>
              <p:cNvPr id="124" name="Freeform 25">
                <a:extLst>
                  <a:ext uri="{FF2B5EF4-FFF2-40B4-BE49-F238E27FC236}">
                    <a16:creationId xmlns:a16="http://schemas.microsoft.com/office/drawing/2014/main" id="{BBF4D264-1169-BEA2-7A56-A713B1AF9E3C}"/>
                  </a:ext>
                </a:extLst>
              </p:cNvPr>
              <p:cNvSpPr/>
              <p:nvPr/>
            </p:nvSpPr>
            <p:spPr>
              <a:xfrm>
                <a:off x="5896131" y="4321079"/>
                <a:ext cx="307906" cy="307903"/>
              </a:xfrm>
              <a:custGeom>
                <a:avLst/>
                <a:gdLst/>
                <a:ahLst/>
                <a:cxnLst/>
                <a:rect l="l" t="t" r="r" b="b"/>
                <a:pathLst>
                  <a:path w="307906" h="307903">
                    <a:moveTo>
                      <a:pt x="307907" y="153953"/>
                    </a:moveTo>
                    <a:cubicBezTo>
                      <a:pt x="307907" y="238980"/>
                      <a:pt x="238980" y="307903"/>
                      <a:pt x="153953" y="307903"/>
                    </a:cubicBezTo>
                    <a:cubicBezTo>
                      <a:pt x="68927" y="307903"/>
                      <a:pt x="0" y="238976"/>
                      <a:pt x="0" y="153953"/>
                    </a:cubicBezTo>
                    <a:cubicBezTo>
                      <a:pt x="0" y="68927"/>
                      <a:pt x="68927" y="0"/>
                      <a:pt x="153953" y="0"/>
                    </a:cubicBezTo>
                    <a:cubicBezTo>
                      <a:pt x="238980" y="0"/>
                      <a:pt x="307907" y="68927"/>
                      <a:pt x="307907" y="153953"/>
                    </a:cubicBezTo>
                    <a:close/>
                  </a:path>
                </a:pathLst>
              </a:custGeom>
              <a:solidFill>
                <a:srgbClr val="B8D1CE"/>
              </a:solidFill>
              <a:ln cap="flat">
                <a:prstDash val="solid"/>
              </a:ln>
            </p:spPr>
            <p:txBody>
              <a:bodyPr vert="horz" lIns="91440" tIns="45720" rIns="91440" bIns="45720" anchor="ctr">
                <a:normAutofit fontScale="40000" lnSpcReduction="20000"/>
              </a:bodyPr>
              <a:lstStyle/>
              <a:p>
                <a:pPr marL="0" algn="l"/>
                <a:endParaRPr/>
              </a:p>
            </p:txBody>
          </p:sp>
        </p:grpSp>
        <p:grpSp>
          <p:nvGrpSpPr>
            <p:cNvPr id="7" name="Group 26">
              <a:extLst>
                <a:ext uri="{FF2B5EF4-FFF2-40B4-BE49-F238E27FC236}">
                  <a16:creationId xmlns:a16="http://schemas.microsoft.com/office/drawing/2014/main" id="{9B3310CB-6B35-AEE4-9A35-1BFBD4EAF9C3}"/>
                </a:ext>
              </a:extLst>
            </p:cNvPr>
            <p:cNvGrpSpPr/>
            <p:nvPr/>
          </p:nvGrpSpPr>
          <p:grpSpPr>
            <a:xfrm>
              <a:off x="1275308" y="1015025"/>
              <a:ext cx="1129612" cy="1777304"/>
              <a:chOff x="1751062" y="1357917"/>
              <a:chExt cx="2573746" cy="4049469"/>
            </a:xfrm>
          </p:grpSpPr>
          <p:sp>
            <p:nvSpPr>
              <p:cNvPr id="100" name="Freeform 27">
                <a:extLst>
                  <a:ext uri="{FF2B5EF4-FFF2-40B4-BE49-F238E27FC236}">
                    <a16:creationId xmlns:a16="http://schemas.microsoft.com/office/drawing/2014/main" id="{BCD24D62-66E6-C785-D0B4-54F7A56BD1A0}"/>
                  </a:ext>
                </a:extLst>
              </p:cNvPr>
              <p:cNvSpPr/>
              <p:nvPr/>
            </p:nvSpPr>
            <p:spPr>
              <a:xfrm rot="-803821">
                <a:off x="2043421" y="3084254"/>
                <a:ext cx="58739" cy="2243099"/>
              </a:xfrm>
              <a:custGeom>
                <a:avLst/>
                <a:gdLst/>
                <a:ahLst/>
                <a:cxnLst/>
                <a:rect l="l" t="t" r="r" b="b"/>
                <a:pathLst>
                  <a:path w="58739" h="2243099">
                    <a:moveTo>
                      <a:pt x="0" y="0"/>
                    </a:moveTo>
                    <a:lnTo>
                      <a:pt x="58740" y="0"/>
                    </a:lnTo>
                    <a:lnTo>
                      <a:pt x="58740" y="2243100"/>
                    </a:lnTo>
                    <a:lnTo>
                      <a:pt x="0" y="2243100"/>
                    </a:lnTo>
                    <a:close/>
                  </a:path>
                </a:pathLst>
              </a:custGeom>
              <a:solidFill>
                <a:srgbClr val="9B87FF"/>
              </a:solidFill>
              <a:ln cap="flat">
                <a:prstDash val="solid"/>
              </a:ln>
            </p:spPr>
            <p:txBody>
              <a:bodyPr vert="horz" lIns="91440" tIns="45720" rIns="91440" bIns="45720" anchor="ctr">
                <a:normAutofit/>
              </a:bodyPr>
              <a:lstStyle/>
              <a:p>
                <a:pPr marL="0" algn="l"/>
                <a:endParaRPr/>
              </a:p>
            </p:txBody>
          </p:sp>
          <p:sp>
            <p:nvSpPr>
              <p:cNvPr id="101" name="Freeform 28">
                <a:extLst>
                  <a:ext uri="{FF2B5EF4-FFF2-40B4-BE49-F238E27FC236}">
                    <a16:creationId xmlns:a16="http://schemas.microsoft.com/office/drawing/2014/main" id="{58FBCAE0-A865-CE80-A4BD-E8DF84DE8397}"/>
                  </a:ext>
                </a:extLst>
              </p:cNvPr>
              <p:cNvSpPr/>
              <p:nvPr/>
            </p:nvSpPr>
            <p:spPr>
              <a:xfrm rot="-803821">
                <a:off x="2165936" y="3059506"/>
                <a:ext cx="58739" cy="2300784"/>
              </a:xfrm>
              <a:custGeom>
                <a:avLst/>
                <a:gdLst/>
                <a:ahLst/>
                <a:cxnLst/>
                <a:rect l="l" t="t" r="r" b="b"/>
                <a:pathLst>
                  <a:path w="58739" h="2300784">
                    <a:moveTo>
                      <a:pt x="0" y="0"/>
                    </a:moveTo>
                    <a:lnTo>
                      <a:pt x="58739" y="0"/>
                    </a:lnTo>
                    <a:lnTo>
                      <a:pt x="58739" y="2300785"/>
                    </a:lnTo>
                    <a:lnTo>
                      <a:pt x="0" y="2300785"/>
                    </a:lnTo>
                    <a:close/>
                  </a:path>
                </a:pathLst>
              </a:custGeom>
              <a:solidFill>
                <a:srgbClr val="9B87FF"/>
              </a:solidFill>
              <a:ln cap="flat">
                <a:prstDash val="solid"/>
              </a:ln>
            </p:spPr>
            <p:txBody>
              <a:bodyPr vert="horz" lIns="91440" tIns="45720" rIns="91440" bIns="45720" anchor="ctr">
                <a:normAutofit/>
              </a:bodyPr>
              <a:lstStyle/>
              <a:p>
                <a:pPr marL="0" algn="l"/>
                <a:endParaRPr/>
              </a:p>
            </p:txBody>
          </p:sp>
          <p:sp>
            <p:nvSpPr>
              <p:cNvPr id="102" name="Freeform 29">
                <a:extLst>
                  <a:ext uri="{FF2B5EF4-FFF2-40B4-BE49-F238E27FC236}">
                    <a16:creationId xmlns:a16="http://schemas.microsoft.com/office/drawing/2014/main" id="{1C1FE8E5-CAB0-09C8-9F39-A56D7102C074}"/>
                  </a:ext>
                </a:extLst>
              </p:cNvPr>
              <p:cNvSpPr/>
              <p:nvPr/>
            </p:nvSpPr>
            <p:spPr>
              <a:xfrm rot="2871441">
                <a:off x="2495592" y="1638718"/>
                <a:ext cx="58740" cy="1570608"/>
              </a:xfrm>
              <a:custGeom>
                <a:avLst/>
                <a:gdLst/>
                <a:ahLst/>
                <a:cxnLst/>
                <a:rect l="l" t="t" r="r" b="b"/>
                <a:pathLst>
                  <a:path w="58740" h="1570608">
                    <a:moveTo>
                      <a:pt x="0" y="0"/>
                    </a:moveTo>
                    <a:lnTo>
                      <a:pt x="58741" y="0"/>
                    </a:lnTo>
                    <a:lnTo>
                      <a:pt x="58741" y="1570609"/>
                    </a:lnTo>
                    <a:lnTo>
                      <a:pt x="0" y="1570609"/>
                    </a:lnTo>
                    <a:close/>
                  </a:path>
                </a:pathLst>
              </a:custGeom>
              <a:solidFill>
                <a:srgbClr val="9B87FF"/>
              </a:solidFill>
              <a:ln cap="flat">
                <a:prstDash val="solid"/>
              </a:ln>
            </p:spPr>
            <p:txBody>
              <a:bodyPr vert="horz" lIns="91440" tIns="45720" rIns="91440" bIns="45720" anchor="ctr">
                <a:normAutofit/>
              </a:bodyPr>
              <a:lstStyle/>
              <a:p>
                <a:pPr marL="0" algn="l"/>
                <a:endParaRPr/>
              </a:p>
            </p:txBody>
          </p:sp>
          <p:sp>
            <p:nvSpPr>
              <p:cNvPr id="103" name="Freeform 30">
                <a:extLst>
                  <a:ext uri="{FF2B5EF4-FFF2-40B4-BE49-F238E27FC236}">
                    <a16:creationId xmlns:a16="http://schemas.microsoft.com/office/drawing/2014/main" id="{D7D3BF18-3810-4F5D-C453-72F4A745F06D}"/>
                  </a:ext>
                </a:extLst>
              </p:cNvPr>
              <p:cNvSpPr/>
              <p:nvPr/>
            </p:nvSpPr>
            <p:spPr>
              <a:xfrm rot="2871441">
                <a:off x="2529489" y="1767456"/>
                <a:ext cx="58740" cy="1570608"/>
              </a:xfrm>
              <a:custGeom>
                <a:avLst/>
                <a:gdLst/>
                <a:ahLst/>
                <a:cxnLst/>
                <a:rect l="l" t="t" r="r" b="b"/>
                <a:pathLst>
                  <a:path w="58740" h="1570608">
                    <a:moveTo>
                      <a:pt x="0" y="0"/>
                    </a:moveTo>
                    <a:lnTo>
                      <a:pt x="58741" y="0"/>
                    </a:lnTo>
                    <a:lnTo>
                      <a:pt x="58741" y="1570609"/>
                    </a:lnTo>
                    <a:lnTo>
                      <a:pt x="0" y="1570609"/>
                    </a:lnTo>
                    <a:close/>
                  </a:path>
                </a:pathLst>
              </a:custGeom>
              <a:solidFill>
                <a:srgbClr val="9B87FF"/>
              </a:solidFill>
              <a:ln cap="flat">
                <a:prstDash val="solid"/>
              </a:ln>
            </p:spPr>
            <p:txBody>
              <a:bodyPr vert="horz" lIns="91440" tIns="45720" rIns="91440" bIns="45720" anchor="ctr">
                <a:normAutofit/>
              </a:bodyPr>
              <a:lstStyle/>
              <a:p>
                <a:pPr marL="0" algn="l"/>
                <a:endParaRPr/>
              </a:p>
            </p:txBody>
          </p:sp>
          <p:sp>
            <p:nvSpPr>
              <p:cNvPr id="104" name="Freeform 31">
                <a:extLst>
                  <a:ext uri="{FF2B5EF4-FFF2-40B4-BE49-F238E27FC236}">
                    <a16:creationId xmlns:a16="http://schemas.microsoft.com/office/drawing/2014/main" id="{42DEA13B-2F07-D0E0-01CA-F019D75CFB8D}"/>
                  </a:ext>
                </a:extLst>
              </p:cNvPr>
              <p:cNvSpPr/>
              <p:nvPr/>
            </p:nvSpPr>
            <p:spPr>
              <a:xfrm>
                <a:off x="2222124" y="5315820"/>
                <a:ext cx="1181834" cy="91567"/>
              </a:xfrm>
              <a:custGeom>
                <a:avLst/>
                <a:gdLst/>
                <a:ahLst/>
                <a:cxnLst/>
                <a:rect l="l" t="t" r="r" b="b"/>
                <a:pathLst>
                  <a:path w="1181834" h="91567">
                    <a:moveTo>
                      <a:pt x="0" y="0"/>
                    </a:moveTo>
                    <a:lnTo>
                      <a:pt x="1181835" y="0"/>
                    </a:lnTo>
                    <a:lnTo>
                      <a:pt x="1181835" y="91567"/>
                    </a:lnTo>
                    <a:lnTo>
                      <a:pt x="0" y="91567"/>
                    </a:lnTo>
                    <a:close/>
                  </a:path>
                </a:pathLst>
              </a:custGeom>
              <a:solidFill>
                <a:srgbClr val="8070F2"/>
              </a:solidFill>
              <a:ln cap="flat">
                <a:prstDash val="solid"/>
              </a:ln>
            </p:spPr>
            <p:txBody>
              <a:bodyPr vert="horz" lIns="91440" tIns="45720" rIns="91440" bIns="45720" anchor="ctr">
                <a:normAutofit fontScale="25000" lnSpcReduction="20000"/>
              </a:bodyPr>
              <a:lstStyle/>
              <a:p>
                <a:pPr marL="0" algn="l"/>
                <a:endParaRPr/>
              </a:p>
            </p:txBody>
          </p:sp>
          <p:sp>
            <p:nvSpPr>
              <p:cNvPr id="105" name="Freeform 32">
                <a:extLst>
                  <a:ext uri="{FF2B5EF4-FFF2-40B4-BE49-F238E27FC236}">
                    <a16:creationId xmlns:a16="http://schemas.microsoft.com/office/drawing/2014/main" id="{711D7763-B4A2-AA13-8A3A-C6F836212D21}"/>
                  </a:ext>
                </a:extLst>
              </p:cNvPr>
              <p:cNvSpPr/>
              <p:nvPr/>
            </p:nvSpPr>
            <p:spPr>
              <a:xfrm>
                <a:off x="2222125" y="5132686"/>
                <a:ext cx="1181834" cy="183134"/>
              </a:xfrm>
              <a:custGeom>
                <a:avLst/>
                <a:gdLst/>
                <a:ahLst/>
                <a:cxnLst/>
                <a:rect l="l" t="t" r="r" b="b"/>
                <a:pathLst>
                  <a:path w="1181834" h="183134">
                    <a:moveTo>
                      <a:pt x="1013226" y="0"/>
                    </a:moveTo>
                    <a:lnTo>
                      <a:pt x="168608" y="0"/>
                    </a:lnTo>
                    <a:cubicBezTo>
                      <a:pt x="75489" y="0"/>
                      <a:pt x="0" y="75489"/>
                      <a:pt x="0" y="168608"/>
                    </a:cubicBezTo>
                    <a:lnTo>
                      <a:pt x="0" y="183134"/>
                    </a:lnTo>
                    <a:lnTo>
                      <a:pt x="1181835" y="183134"/>
                    </a:lnTo>
                    <a:lnTo>
                      <a:pt x="1181835" y="168608"/>
                    </a:lnTo>
                    <a:cubicBezTo>
                      <a:pt x="1181835" y="75489"/>
                      <a:pt x="1106345" y="0"/>
                      <a:pt x="1013226" y="0"/>
                    </a:cubicBezTo>
                    <a:close/>
                  </a:path>
                </a:pathLst>
              </a:custGeom>
              <a:solidFill>
                <a:srgbClr val="9B87FF"/>
              </a:solidFill>
              <a:ln cap="flat">
                <a:prstDash val="solid"/>
              </a:ln>
            </p:spPr>
            <p:txBody>
              <a:bodyPr vert="horz" lIns="91440" tIns="45720" rIns="91440" bIns="45720" anchor="ctr">
                <a:normAutofit fontScale="25000" lnSpcReduction="20000"/>
              </a:bodyPr>
              <a:lstStyle/>
              <a:p>
                <a:pPr marL="0" algn="l"/>
                <a:endParaRPr/>
              </a:p>
            </p:txBody>
          </p:sp>
          <p:sp>
            <p:nvSpPr>
              <p:cNvPr id="106" name="Freeform 33">
                <a:extLst>
                  <a:ext uri="{FF2B5EF4-FFF2-40B4-BE49-F238E27FC236}">
                    <a16:creationId xmlns:a16="http://schemas.microsoft.com/office/drawing/2014/main" id="{04AD11A3-A5BA-B81C-C07F-A56BB98B20AA}"/>
                  </a:ext>
                </a:extLst>
              </p:cNvPr>
              <p:cNvSpPr/>
              <p:nvPr/>
            </p:nvSpPr>
            <p:spPr>
              <a:xfrm rot="3599956">
                <a:off x="3281713" y="1723738"/>
                <a:ext cx="58737" cy="404073"/>
              </a:xfrm>
              <a:custGeom>
                <a:avLst/>
                <a:gdLst/>
                <a:ahLst/>
                <a:cxnLst/>
                <a:rect l="l" t="t" r="r" b="b"/>
                <a:pathLst>
                  <a:path w="58737" h="404073">
                    <a:moveTo>
                      <a:pt x="0" y="0"/>
                    </a:moveTo>
                    <a:lnTo>
                      <a:pt x="58737" y="0"/>
                    </a:lnTo>
                    <a:lnTo>
                      <a:pt x="58737" y="404073"/>
                    </a:lnTo>
                    <a:lnTo>
                      <a:pt x="0" y="404073"/>
                    </a:lnTo>
                    <a:close/>
                  </a:path>
                </a:pathLst>
              </a:custGeom>
              <a:solidFill>
                <a:srgbClr val="9B87FF"/>
              </a:solidFill>
              <a:ln cap="flat">
                <a:prstDash val="solid"/>
              </a:ln>
            </p:spPr>
            <p:txBody>
              <a:bodyPr vert="horz" lIns="91440" tIns="45720" rIns="91440" bIns="45720" anchor="ctr">
                <a:normAutofit fontScale="62500" lnSpcReduction="20000"/>
              </a:bodyPr>
              <a:lstStyle/>
              <a:p>
                <a:pPr marL="0" algn="l"/>
                <a:endParaRPr/>
              </a:p>
            </p:txBody>
          </p:sp>
          <p:sp>
            <p:nvSpPr>
              <p:cNvPr id="107" name="Freeform 34">
                <a:extLst>
                  <a:ext uri="{FF2B5EF4-FFF2-40B4-BE49-F238E27FC236}">
                    <a16:creationId xmlns:a16="http://schemas.microsoft.com/office/drawing/2014/main" id="{F943F1AE-3A00-3A4B-8CA3-2E9C875129D2}"/>
                  </a:ext>
                </a:extLst>
              </p:cNvPr>
              <p:cNvSpPr/>
              <p:nvPr/>
            </p:nvSpPr>
            <p:spPr>
              <a:xfrm>
                <a:off x="1751062" y="2878015"/>
                <a:ext cx="340657" cy="353274"/>
              </a:xfrm>
              <a:custGeom>
                <a:avLst/>
                <a:gdLst/>
                <a:ahLst/>
                <a:cxnLst/>
                <a:rect l="l" t="t" r="r" b="b"/>
                <a:pathLst>
                  <a:path w="340657" h="353274">
                    <a:moveTo>
                      <a:pt x="332796" y="220720"/>
                    </a:moveTo>
                    <a:lnTo>
                      <a:pt x="249836" y="335939"/>
                    </a:lnTo>
                    <a:cubicBezTo>
                      <a:pt x="237804" y="352651"/>
                      <a:pt x="215375" y="358073"/>
                      <a:pt x="197034" y="348708"/>
                    </a:cubicBezTo>
                    <a:lnTo>
                      <a:pt x="22738" y="259682"/>
                    </a:lnTo>
                    <a:cubicBezTo>
                      <a:pt x="-134" y="247998"/>
                      <a:pt x="-7107" y="218616"/>
                      <a:pt x="8074" y="197905"/>
                    </a:cubicBezTo>
                    <a:lnTo>
                      <a:pt x="140627" y="17046"/>
                    </a:lnTo>
                    <a:cubicBezTo>
                      <a:pt x="156811" y="-5036"/>
                      <a:pt x="189528" y="-5791"/>
                      <a:pt x="206716" y="15525"/>
                    </a:cubicBezTo>
                    <a:lnTo>
                      <a:pt x="331420" y="170190"/>
                    </a:lnTo>
                    <a:cubicBezTo>
                      <a:pt x="343203" y="184802"/>
                      <a:pt x="343769" y="205487"/>
                      <a:pt x="332796" y="220720"/>
                    </a:cubicBezTo>
                    <a:close/>
                  </a:path>
                </a:pathLst>
              </a:custGeom>
              <a:solidFill>
                <a:srgbClr val="8070F2"/>
              </a:solidFill>
              <a:ln cap="flat">
                <a:prstDash val="solid"/>
              </a:ln>
            </p:spPr>
            <p:txBody>
              <a:bodyPr vert="horz" lIns="91440" tIns="45720" rIns="91440" bIns="45720" anchor="ctr">
                <a:normAutofit fontScale="47500" lnSpcReduction="20000"/>
              </a:bodyPr>
              <a:lstStyle/>
              <a:p>
                <a:pPr marL="0" algn="l"/>
                <a:endParaRPr/>
              </a:p>
            </p:txBody>
          </p:sp>
          <p:sp>
            <p:nvSpPr>
              <p:cNvPr id="108" name="Freeform 35">
                <a:extLst>
                  <a:ext uri="{FF2B5EF4-FFF2-40B4-BE49-F238E27FC236}">
                    <a16:creationId xmlns:a16="http://schemas.microsoft.com/office/drawing/2014/main" id="{47C3E149-B410-36A5-B123-B6F33FE6E2DE}"/>
                  </a:ext>
                </a:extLst>
              </p:cNvPr>
              <p:cNvSpPr/>
              <p:nvPr/>
            </p:nvSpPr>
            <p:spPr>
              <a:xfrm>
                <a:off x="1772715" y="3077248"/>
                <a:ext cx="38216" cy="38216"/>
              </a:xfrm>
              <a:custGeom>
                <a:avLst/>
                <a:gdLst/>
                <a:ahLst/>
                <a:cxnLst/>
                <a:rect l="l" t="t" r="r" b="b"/>
                <a:pathLst>
                  <a:path w="38216" h="38216">
                    <a:moveTo>
                      <a:pt x="38216" y="19108"/>
                    </a:moveTo>
                    <a:cubicBezTo>
                      <a:pt x="38216" y="29661"/>
                      <a:pt x="29661" y="38216"/>
                      <a:pt x="19108" y="38216"/>
                    </a:cubicBezTo>
                    <a:cubicBezTo>
                      <a:pt x="8555" y="38216"/>
                      <a:pt x="0" y="29661"/>
                      <a:pt x="0" y="19108"/>
                    </a:cubicBezTo>
                    <a:cubicBezTo>
                      <a:pt x="0" y="8555"/>
                      <a:pt x="8555" y="0"/>
                      <a:pt x="19108" y="0"/>
                    </a:cubicBezTo>
                    <a:cubicBezTo>
                      <a:pt x="29661" y="0"/>
                      <a:pt x="38216" y="8555"/>
                      <a:pt x="38216" y="19108"/>
                    </a:cubicBez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109" name="Freeform 36">
                <a:extLst>
                  <a:ext uri="{FF2B5EF4-FFF2-40B4-BE49-F238E27FC236}">
                    <a16:creationId xmlns:a16="http://schemas.microsoft.com/office/drawing/2014/main" id="{3FD9E9D6-773E-7550-48B6-996B0F45D2F3}"/>
                  </a:ext>
                </a:extLst>
              </p:cNvPr>
              <p:cNvSpPr/>
              <p:nvPr/>
            </p:nvSpPr>
            <p:spPr>
              <a:xfrm>
                <a:off x="1950788" y="3168455"/>
                <a:ext cx="38216" cy="38216"/>
              </a:xfrm>
              <a:custGeom>
                <a:avLst/>
                <a:gdLst/>
                <a:ahLst/>
                <a:cxnLst/>
                <a:rect l="l" t="t" r="r" b="b"/>
                <a:pathLst>
                  <a:path w="38216" h="38216">
                    <a:moveTo>
                      <a:pt x="38216" y="19108"/>
                    </a:moveTo>
                    <a:cubicBezTo>
                      <a:pt x="38216" y="29661"/>
                      <a:pt x="29661" y="38216"/>
                      <a:pt x="19108" y="38216"/>
                    </a:cubicBezTo>
                    <a:cubicBezTo>
                      <a:pt x="8555" y="38216"/>
                      <a:pt x="0" y="29661"/>
                      <a:pt x="0" y="19108"/>
                    </a:cubicBezTo>
                    <a:cubicBezTo>
                      <a:pt x="0" y="8555"/>
                      <a:pt x="8555" y="0"/>
                      <a:pt x="19108" y="0"/>
                    </a:cubicBezTo>
                    <a:cubicBezTo>
                      <a:pt x="29661" y="0"/>
                      <a:pt x="38216" y="8555"/>
                      <a:pt x="38216" y="19108"/>
                    </a:cubicBez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110" name="Freeform 37">
                <a:extLst>
                  <a:ext uri="{FF2B5EF4-FFF2-40B4-BE49-F238E27FC236}">
                    <a16:creationId xmlns:a16="http://schemas.microsoft.com/office/drawing/2014/main" id="{55AB3868-6730-D9A8-5208-A255C8E05D65}"/>
                  </a:ext>
                </a:extLst>
              </p:cNvPr>
              <p:cNvSpPr/>
              <p:nvPr/>
            </p:nvSpPr>
            <p:spPr>
              <a:xfrm>
                <a:off x="2030700" y="3053798"/>
                <a:ext cx="38220" cy="38220"/>
              </a:xfrm>
              <a:custGeom>
                <a:avLst/>
                <a:gdLst/>
                <a:ahLst/>
                <a:cxnLst/>
                <a:rect l="l" t="t" r="r" b="b"/>
                <a:pathLst>
                  <a:path w="38220" h="38220">
                    <a:moveTo>
                      <a:pt x="38220" y="19108"/>
                    </a:moveTo>
                    <a:cubicBezTo>
                      <a:pt x="38220" y="29661"/>
                      <a:pt x="29665" y="38220"/>
                      <a:pt x="19112" y="38220"/>
                    </a:cubicBezTo>
                    <a:cubicBezTo>
                      <a:pt x="8560" y="38220"/>
                      <a:pt x="0" y="29665"/>
                      <a:pt x="0" y="19108"/>
                    </a:cubicBezTo>
                    <a:cubicBezTo>
                      <a:pt x="0" y="8555"/>
                      <a:pt x="8555" y="0"/>
                      <a:pt x="19112" y="0"/>
                    </a:cubicBezTo>
                    <a:cubicBezTo>
                      <a:pt x="29665" y="-4"/>
                      <a:pt x="38220" y="8551"/>
                      <a:pt x="38220" y="19108"/>
                    </a:cubicBez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111" name="Freeform 38">
                <a:extLst>
                  <a:ext uri="{FF2B5EF4-FFF2-40B4-BE49-F238E27FC236}">
                    <a16:creationId xmlns:a16="http://schemas.microsoft.com/office/drawing/2014/main" id="{1FDBD246-B617-AE99-EA59-FE55CBF2A5C3}"/>
                  </a:ext>
                </a:extLst>
              </p:cNvPr>
              <p:cNvSpPr/>
              <p:nvPr/>
            </p:nvSpPr>
            <p:spPr>
              <a:xfrm>
                <a:off x="3014264" y="1854108"/>
                <a:ext cx="297727" cy="300030"/>
              </a:xfrm>
              <a:custGeom>
                <a:avLst/>
                <a:gdLst/>
                <a:ahLst/>
                <a:cxnLst/>
                <a:rect l="l" t="t" r="r" b="b"/>
                <a:pathLst>
                  <a:path w="297727" h="300030">
                    <a:moveTo>
                      <a:pt x="1044" y="42587"/>
                    </a:moveTo>
                    <a:lnTo>
                      <a:pt x="58462" y="273976"/>
                    </a:lnTo>
                    <a:cubicBezTo>
                      <a:pt x="64819" y="299595"/>
                      <a:pt x="96524" y="308725"/>
                      <a:pt x="115534" y="290410"/>
                    </a:cubicBezTo>
                    <a:lnTo>
                      <a:pt x="287211" y="124995"/>
                    </a:lnTo>
                    <a:cubicBezTo>
                      <a:pt x="306220" y="106680"/>
                      <a:pt x="298274" y="74657"/>
                      <a:pt x="272908" y="67349"/>
                    </a:cubicBezTo>
                    <a:lnTo>
                      <a:pt x="43812" y="1379"/>
                    </a:lnTo>
                    <a:cubicBezTo>
                      <a:pt x="18446" y="-5929"/>
                      <a:pt x="-5317" y="16968"/>
                      <a:pt x="1044" y="42587"/>
                    </a:cubicBezTo>
                    <a:close/>
                  </a:path>
                </a:pathLst>
              </a:custGeom>
              <a:solidFill>
                <a:srgbClr val="8070F2"/>
              </a:solidFill>
              <a:ln cap="flat">
                <a:prstDash val="solid"/>
              </a:ln>
            </p:spPr>
            <p:txBody>
              <a:bodyPr vert="horz" lIns="91440" tIns="45720" rIns="91440" bIns="45720" anchor="ctr">
                <a:normAutofit fontScale="32500" lnSpcReduction="20000"/>
              </a:bodyPr>
              <a:lstStyle/>
              <a:p>
                <a:pPr marL="0" algn="l"/>
                <a:endParaRPr/>
              </a:p>
            </p:txBody>
          </p:sp>
          <p:sp>
            <p:nvSpPr>
              <p:cNvPr id="112" name="Freeform 39">
                <a:extLst>
                  <a:ext uri="{FF2B5EF4-FFF2-40B4-BE49-F238E27FC236}">
                    <a16:creationId xmlns:a16="http://schemas.microsoft.com/office/drawing/2014/main" id="{60D3EA22-7BB1-C3A2-95E3-DFB19AC5B4D1}"/>
                  </a:ext>
                </a:extLst>
              </p:cNvPr>
              <p:cNvSpPr/>
              <p:nvPr/>
            </p:nvSpPr>
            <p:spPr>
              <a:xfrm>
                <a:off x="3093636" y="2081052"/>
                <a:ext cx="38226" cy="38226"/>
              </a:xfrm>
              <a:custGeom>
                <a:avLst/>
                <a:gdLst/>
                <a:ahLst/>
                <a:cxnLst/>
                <a:rect l="l" t="t" r="r" b="b"/>
                <a:pathLst>
                  <a:path w="38226" h="38226">
                    <a:moveTo>
                      <a:pt x="35116" y="29561"/>
                    </a:moveTo>
                    <a:cubicBezTo>
                      <a:pt x="29346" y="38399"/>
                      <a:pt x="17504" y="40885"/>
                      <a:pt x="8666" y="35116"/>
                    </a:cubicBezTo>
                    <a:cubicBezTo>
                      <a:pt x="-173" y="29347"/>
                      <a:pt x="-2659" y="17504"/>
                      <a:pt x="3110" y="8665"/>
                    </a:cubicBezTo>
                    <a:cubicBezTo>
                      <a:pt x="8880" y="-173"/>
                      <a:pt x="20723" y="-2659"/>
                      <a:pt x="29561" y="3110"/>
                    </a:cubicBezTo>
                    <a:cubicBezTo>
                      <a:pt x="38399" y="8884"/>
                      <a:pt x="40885" y="20723"/>
                      <a:pt x="35116" y="29561"/>
                    </a:cubicBez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113" name="Freeform 40">
                <a:extLst>
                  <a:ext uri="{FF2B5EF4-FFF2-40B4-BE49-F238E27FC236}">
                    <a16:creationId xmlns:a16="http://schemas.microsoft.com/office/drawing/2014/main" id="{5F77518D-B7D4-02F5-B1AD-5157B9DF2518}"/>
                  </a:ext>
                </a:extLst>
              </p:cNvPr>
              <p:cNvSpPr/>
              <p:nvPr/>
            </p:nvSpPr>
            <p:spPr>
              <a:xfrm>
                <a:off x="3040105" y="1877023"/>
                <a:ext cx="38225" cy="38226"/>
              </a:xfrm>
              <a:custGeom>
                <a:avLst/>
                <a:gdLst/>
                <a:ahLst/>
                <a:cxnLst/>
                <a:rect l="l" t="t" r="r" b="b"/>
                <a:pathLst>
                  <a:path w="38225" h="38226">
                    <a:moveTo>
                      <a:pt x="35116" y="29561"/>
                    </a:moveTo>
                    <a:cubicBezTo>
                      <a:pt x="29347" y="38399"/>
                      <a:pt x="17504" y="40885"/>
                      <a:pt x="8666" y="35116"/>
                    </a:cubicBezTo>
                    <a:cubicBezTo>
                      <a:pt x="-173" y="29347"/>
                      <a:pt x="-2659" y="17504"/>
                      <a:pt x="3110" y="8665"/>
                    </a:cubicBezTo>
                    <a:cubicBezTo>
                      <a:pt x="8880" y="-173"/>
                      <a:pt x="20723" y="-2659"/>
                      <a:pt x="29557" y="3110"/>
                    </a:cubicBezTo>
                    <a:cubicBezTo>
                      <a:pt x="38395" y="8880"/>
                      <a:pt x="40885" y="20723"/>
                      <a:pt x="35116" y="29561"/>
                    </a:cubicBez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114" name="Freeform 41">
                <a:extLst>
                  <a:ext uri="{FF2B5EF4-FFF2-40B4-BE49-F238E27FC236}">
                    <a16:creationId xmlns:a16="http://schemas.microsoft.com/office/drawing/2014/main" id="{7EA1ACF5-4AC0-0EB9-0241-9F5BE7561F20}"/>
                  </a:ext>
                </a:extLst>
              </p:cNvPr>
              <p:cNvSpPr/>
              <p:nvPr/>
            </p:nvSpPr>
            <p:spPr>
              <a:xfrm>
                <a:off x="3246398" y="1940163"/>
                <a:ext cx="38223" cy="38226"/>
              </a:xfrm>
              <a:custGeom>
                <a:avLst/>
                <a:gdLst/>
                <a:ahLst/>
                <a:cxnLst/>
                <a:rect l="l" t="t" r="r" b="b"/>
                <a:pathLst>
                  <a:path w="38223" h="38226">
                    <a:moveTo>
                      <a:pt x="35116" y="29561"/>
                    </a:moveTo>
                    <a:cubicBezTo>
                      <a:pt x="29347" y="38399"/>
                      <a:pt x="17504" y="40885"/>
                      <a:pt x="8665" y="35116"/>
                    </a:cubicBezTo>
                    <a:cubicBezTo>
                      <a:pt x="-173" y="29347"/>
                      <a:pt x="-2659" y="17504"/>
                      <a:pt x="3111" y="8665"/>
                    </a:cubicBezTo>
                    <a:cubicBezTo>
                      <a:pt x="8880" y="-173"/>
                      <a:pt x="20723" y="-2659"/>
                      <a:pt x="29557" y="3110"/>
                    </a:cubicBezTo>
                    <a:cubicBezTo>
                      <a:pt x="38390" y="8880"/>
                      <a:pt x="40885" y="20723"/>
                      <a:pt x="35116" y="29561"/>
                    </a:cubicBez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115" name="Freeform 42">
                <a:extLst>
                  <a:ext uri="{FF2B5EF4-FFF2-40B4-BE49-F238E27FC236}">
                    <a16:creationId xmlns:a16="http://schemas.microsoft.com/office/drawing/2014/main" id="{849750A9-3ABD-49B9-60B1-9956BA128305}"/>
                  </a:ext>
                </a:extLst>
              </p:cNvPr>
              <p:cNvSpPr/>
              <p:nvPr/>
            </p:nvSpPr>
            <p:spPr>
              <a:xfrm>
                <a:off x="1907359" y="2896574"/>
                <a:ext cx="38216" cy="38216"/>
              </a:xfrm>
              <a:custGeom>
                <a:avLst/>
                <a:gdLst/>
                <a:ahLst/>
                <a:cxnLst/>
                <a:rect l="l" t="t" r="r" b="b"/>
                <a:pathLst>
                  <a:path w="38216" h="38216">
                    <a:moveTo>
                      <a:pt x="38216" y="19108"/>
                    </a:moveTo>
                    <a:cubicBezTo>
                      <a:pt x="38216" y="29661"/>
                      <a:pt x="29661" y="38216"/>
                      <a:pt x="19108" y="38216"/>
                    </a:cubicBezTo>
                    <a:cubicBezTo>
                      <a:pt x="8555" y="38216"/>
                      <a:pt x="0" y="29661"/>
                      <a:pt x="0" y="19108"/>
                    </a:cubicBezTo>
                    <a:cubicBezTo>
                      <a:pt x="0" y="8555"/>
                      <a:pt x="8555" y="0"/>
                      <a:pt x="19108" y="0"/>
                    </a:cubicBezTo>
                    <a:cubicBezTo>
                      <a:pt x="29657" y="-4"/>
                      <a:pt x="38216" y="8551"/>
                      <a:pt x="38216" y="19108"/>
                    </a:cubicBez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116" name="Freeform 43">
                <a:extLst>
                  <a:ext uri="{FF2B5EF4-FFF2-40B4-BE49-F238E27FC236}">
                    <a16:creationId xmlns:a16="http://schemas.microsoft.com/office/drawing/2014/main" id="{BE40CFFF-4D2E-C737-3F66-26EB734FF736}"/>
                  </a:ext>
                </a:extLst>
              </p:cNvPr>
              <p:cNvSpPr/>
              <p:nvPr/>
            </p:nvSpPr>
            <p:spPr>
              <a:xfrm>
                <a:off x="3385026" y="1357917"/>
                <a:ext cx="493090" cy="642668"/>
              </a:xfrm>
              <a:custGeom>
                <a:avLst/>
                <a:gdLst/>
                <a:ahLst/>
                <a:cxnLst/>
                <a:rect l="l" t="t" r="r" b="b"/>
                <a:pathLst>
                  <a:path w="493090" h="642668">
                    <a:moveTo>
                      <a:pt x="493091" y="561277"/>
                    </a:moveTo>
                    <a:lnTo>
                      <a:pt x="112545" y="642668"/>
                    </a:lnTo>
                    <a:lnTo>
                      <a:pt x="1141" y="121803"/>
                    </a:lnTo>
                    <a:cubicBezTo>
                      <a:pt x="-4761" y="94217"/>
                      <a:pt x="12821" y="67072"/>
                      <a:pt x="40407" y="61170"/>
                    </a:cubicBezTo>
                    <a:lnTo>
                      <a:pt x="321049" y="1141"/>
                    </a:lnTo>
                    <a:cubicBezTo>
                      <a:pt x="348636" y="-4761"/>
                      <a:pt x="375780" y="12821"/>
                      <a:pt x="381683" y="40407"/>
                    </a:cubicBezTo>
                    <a:lnTo>
                      <a:pt x="493091" y="561277"/>
                    </a:lnTo>
                    <a:close/>
                  </a:path>
                </a:pathLst>
              </a:custGeom>
              <a:solidFill>
                <a:srgbClr val="9B87FF"/>
              </a:solidFill>
              <a:ln cap="flat">
                <a:prstDash val="solid"/>
              </a:ln>
            </p:spPr>
            <p:txBody>
              <a:bodyPr vert="horz" lIns="91440" tIns="45720" rIns="91440" bIns="45720" anchor="ctr">
                <a:normAutofit/>
              </a:bodyPr>
              <a:lstStyle/>
              <a:p>
                <a:pPr marL="0" algn="l"/>
                <a:endParaRPr/>
              </a:p>
            </p:txBody>
          </p:sp>
          <p:sp>
            <p:nvSpPr>
              <p:cNvPr id="117" name="Freeform 44">
                <a:extLst>
                  <a:ext uri="{FF2B5EF4-FFF2-40B4-BE49-F238E27FC236}">
                    <a16:creationId xmlns:a16="http://schemas.microsoft.com/office/drawing/2014/main" id="{36947642-2792-C78A-126A-2255259F405D}"/>
                  </a:ext>
                </a:extLst>
              </p:cNvPr>
              <p:cNvSpPr/>
              <p:nvPr/>
            </p:nvSpPr>
            <p:spPr>
              <a:xfrm rot="-724509">
                <a:off x="3455708" y="1735418"/>
                <a:ext cx="390779" cy="103691"/>
              </a:xfrm>
              <a:custGeom>
                <a:avLst/>
                <a:gdLst/>
                <a:ahLst/>
                <a:cxnLst/>
                <a:rect l="l" t="t" r="r" b="b"/>
                <a:pathLst>
                  <a:path w="390779" h="103691">
                    <a:moveTo>
                      <a:pt x="0" y="0"/>
                    </a:moveTo>
                    <a:lnTo>
                      <a:pt x="390779" y="0"/>
                    </a:lnTo>
                    <a:lnTo>
                      <a:pt x="390779" y="103691"/>
                    </a:lnTo>
                    <a:lnTo>
                      <a:pt x="0" y="103691"/>
                    </a:lnTo>
                    <a:close/>
                  </a:path>
                </a:pathLst>
              </a:custGeom>
              <a:solidFill>
                <a:srgbClr val="8070F2"/>
              </a:solidFill>
              <a:ln cap="flat">
                <a:prstDash val="solid"/>
              </a:ln>
            </p:spPr>
            <p:txBody>
              <a:bodyPr vert="horz" lIns="91440" tIns="45720" rIns="91440" bIns="45720" anchor="ctr">
                <a:normAutofit fontScale="25000" lnSpcReduction="20000"/>
              </a:bodyPr>
              <a:lstStyle/>
              <a:p>
                <a:pPr marL="0" algn="l"/>
                <a:endParaRPr/>
              </a:p>
            </p:txBody>
          </p:sp>
          <p:sp>
            <p:nvSpPr>
              <p:cNvPr id="118" name="Freeform 45">
                <a:extLst>
                  <a:ext uri="{FF2B5EF4-FFF2-40B4-BE49-F238E27FC236}">
                    <a16:creationId xmlns:a16="http://schemas.microsoft.com/office/drawing/2014/main" id="{27B8FFA1-C610-B6E0-F8EE-C77930328A02}"/>
                  </a:ext>
                </a:extLst>
              </p:cNvPr>
              <p:cNvSpPr/>
              <p:nvPr/>
            </p:nvSpPr>
            <p:spPr>
              <a:xfrm>
                <a:off x="3231806" y="1796877"/>
                <a:ext cx="1093002" cy="606392"/>
              </a:xfrm>
              <a:custGeom>
                <a:avLst/>
                <a:gdLst/>
                <a:ahLst/>
                <a:cxnLst/>
                <a:rect l="l" t="t" r="r" b="b"/>
                <a:pathLst>
                  <a:path w="1093002" h="606392">
                    <a:moveTo>
                      <a:pt x="1093002" y="372621"/>
                    </a:moveTo>
                    <a:lnTo>
                      <a:pt x="0" y="606393"/>
                    </a:lnTo>
                    <a:lnTo>
                      <a:pt x="239601" y="81392"/>
                    </a:lnTo>
                    <a:lnTo>
                      <a:pt x="620147" y="0"/>
                    </a:lnTo>
                    <a:close/>
                  </a:path>
                </a:pathLst>
              </a:custGeom>
              <a:solidFill>
                <a:srgbClr val="9B87FF"/>
              </a:solidFill>
              <a:ln cap="flat">
                <a:prstDash val="solid"/>
              </a:ln>
            </p:spPr>
            <p:txBody>
              <a:bodyPr vert="horz" lIns="91440" tIns="45720" rIns="91440" bIns="45720" anchor="ctr">
                <a:normAutofit lnSpcReduction="10000"/>
              </a:bodyPr>
              <a:lstStyle/>
              <a:p>
                <a:pPr marL="0" algn="l"/>
                <a:endParaRPr/>
              </a:p>
            </p:txBody>
          </p:sp>
          <p:sp>
            <p:nvSpPr>
              <p:cNvPr id="119" name="Freeform 46">
                <a:extLst>
                  <a:ext uri="{FF2B5EF4-FFF2-40B4-BE49-F238E27FC236}">
                    <a16:creationId xmlns:a16="http://schemas.microsoft.com/office/drawing/2014/main" id="{DB6F76C6-52AF-281B-015B-FA9D2B55F3E6}"/>
                  </a:ext>
                </a:extLst>
              </p:cNvPr>
              <p:cNvSpPr/>
              <p:nvPr/>
            </p:nvSpPr>
            <p:spPr>
              <a:xfrm>
                <a:off x="3667345" y="1796877"/>
                <a:ext cx="657463" cy="492828"/>
              </a:xfrm>
              <a:custGeom>
                <a:avLst/>
                <a:gdLst/>
                <a:ahLst/>
                <a:cxnLst/>
                <a:rect l="l" t="t" r="r" b="b"/>
                <a:pathLst>
                  <a:path w="657463" h="492828">
                    <a:moveTo>
                      <a:pt x="0" y="39485"/>
                    </a:moveTo>
                    <a:lnTo>
                      <a:pt x="184609" y="0"/>
                    </a:lnTo>
                    <a:lnTo>
                      <a:pt x="657464" y="372621"/>
                    </a:lnTo>
                    <a:cubicBezTo>
                      <a:pt x="657464" y="372621"/>
                      <a:pt x="262284" y="459718"/>
                      <a:pt x="102433" y="492829"/>
                    </a:cubicBezTo>
                  </a:path>
                </a:pathLst>
              </a:custGeom>
              <a:solidFill>
                <a:srgbClr val="000000">
                  <a:alpha val="10000"/>
                </a:srgbClr>
              </a:solidFill>
              <a:ln cap="flat">
                <a:prstDash val="solid"/>
              </a:ln>
            </p:spPr>
            <p:txBody>
              <a:bodyPr vert="horz" lIns="91440" tIns="45720" rIns="91440" bIns="45720" anchor="ctr">
                <a:normAutofit fontScale="85000" lnSpcReduction="20000"/>
              </a:bodyPr>
              <a:lstStyle/>
              <a:p>
                <a:pPr marL="0" algn="l"/>
                <a:endParaRPr/>
              </a:p>
            </p:txBody>
          </p:sp>
          <p:sp>
            <p:nvSpPr>
              <p:cNvPr id="120" name="Freeform 47">
                <a:extLst>
                  <a:ext uri="{FF2B5EF4-FFF2-40B4-BE49-F238E27FC236}">
                    <a16:creationId xmlns:a16="http://schemas.microsoft.com/office/drawing/2014/main" id="{BB4D5BDC-992E-86BB-C072-9221255861CE}"/>
                  </a:ext>
                </a:extLst>
              </p:cNvPr>
              <p:cNvSpPr/>
              <p:nvPr/>
            </p:nvSpPr>
            <p:spPr>
              <a:xfrm>
                <a:off x="3571633" y="1358410"/>
                <a:ext cx="281936" cy="477952"/>
              </a:xfrm>
              <a:custGeom>
                <a:avLst/>
                <a:gdLst/>
                <a:ahLst/>
                <a:cxnLst/>
                <a:rect l="l" t="t" r="r" b="b"/>
                <a:pathLst>
                  <a:path w="281936" h="477952">
                    <a:moveTo>
                      <a:pt x="281937" y="438120"/>
                    </a:moveTo>
                    <a:lnTo>
                      <a:pt x="95708" y="477952"/>
                    </a:lnTo>
                    <a:lnTo>
                      <a:pt x="0" y="30485"/>
                    </a:lnTo>
                    <a:lnTo>
                      <a:pt x="137340" y="1116"/>
                    </a:lnTo>
                    <a:cubicBezTo>
                      <a:pt x="164339" y="-4658"/>
                      <a:pt x="190910" y="12547"/>
                      <a:pt x="196683" y="39550"/>
                    </a:cubicBezTo>
                    <a:lnTo>
                      <a:pt x="281937" y="438120"/>
                    </a:lnTo>
                    <a:close/>
                  </a:path>
                </a:pathLst>
              </a:custGeom>
              <a:solidFill>
                <a:srgbClr val="000000">
                  <a:alpha val="10000"/>
                </a:srgbClr>
              </a:solidFill>
              <a:ln cap="flat">
                <a:prstDash val="solid"/>
              </a:ln>
            </p:spPr>
            <p:txBody>
              <a:bodyPr vert="horz" lIns="91440" tIns="45720" rIns="91440" bIns="45720" anchor="ctr">
                <a:normAutofit fontScale="85000" lnSpcReduction="20000"/>
              </a:bodyPr>
              <a:lstStyle/>
              <a:p>
                <a:pPr marL="0" algn="l"/>
                <a:endParaRPr/>
              </a:p>
            </p:txBody>
          </p:sp>
        </p:grpSp>
        <p:grpSp>
          <p:nvGrpSpPr>
            <p:cNvPr id="8" name="Group 48">
              <a:extLst>
                <a:ext uri="{FF2B5EF4-FFF2-40B4-BE49-F238E27FC236}">
                  <a16:creationId xmlns:a16="http://schemas.microsoft.com/office/drawing/2014/main" id="{37158F30-7526-4CEC-763C-867B880EEC86}"/>
                </a:ext>
              </a:extLst>
            </p:cNvPr>
            <p:cNvGrpSpPr/>
            <p:nvPr/>
          </p:nvGrpSpPr>
          <p:grpSpPr>
            <a:xfrm>
              <a:off x="1808611" y="2154894"/>
              <a:ext cx="300966" cy="637812"/>
              <a:chOff x="2966156" y="3955034"/>
              <a:chExt cx="685732" cy="1453212"/>
            </a:xfrm>
          </p:grpSpPr>
          <p:grpSp>
            <p:nvGrpSpPr>
              <p:cNvPr id="75" name="Group 49">
                <a:extLst>
                  <a:ext uri="{FF2B5EF4-FFF2-40B4-BE49-F238E27FC236}">
                    <a16:creationId xmlns:a16="http://schemas.microsoft.com/office/drawing/2014/main" id="{C26A5EE9-E05E-1658-DC1C-6D9682BED517}"/>
                  </a:ext>
                </a:extLst>
              </p:cNvPr>
              <p:cNvGrpSpPr/>
              <p:nvPr/>
            </p:nvGrpSpPr>
            <p:grpSpPr>
              <a:xfrm>
                <a:off x="2966156" y="4185473"/>
                <a:ext cx="243198" cy="851981"/>
                <a:chOff x="2966156" y="4185473"/>
                <a:chExt cx="243198" cy="851981"/>
              </a:xfrm>
            </p:grpSpPr>
            <p:sp>
              <p:nvSpPr>
                <p:cNvPr id="93" name="Freeform 50">
                  <a:extLst>
                    <a:ext uri="{FF2B5EF4-FFF2-40B4-BE49-F238E27FC236}">
                      <a16:creationId xmlns:a16="http://schemas.microsoft.com/office/drawing/2014/main" id="{D504AA9A-09E4-E20D-9CA7-B839444EBDA1}"/>
                    </a:ext>
                  </a:extLst>
                </p:cNvPr>
                <p:cNvSpPr/>
                <p:nvPr/>
              </p:nvSpPr>
              <p:spPr>
                <a:xfrm>
                  <a:off x="3152760" y="4922272"/>
                  <a:ext cx="41947" cy="115182"/>
                </a:xfrm>
                <a:custGeom>
                  <a:avLst/>
                  <a:gdLst/>
                  <a:ahLst/>
                  <a:cxnLst/>
                  <a:rect l="l" t="t" r="r" b="b"/>
                  <a:pathLst>
                    <a:path w="41947" h="115182">
                      <a:moveTo>
                        <a:pt x="32935" y="114941"/>
                      </a:moveTo>
                      <a:lnTo>
                        <a:pt x="32935" y="114941"/>
                      </a:lnTo>
                      <a:cubicBezTo>
                        <a:pt x="26814" y="116218"/>
                        <a:pt x="20818" y="112292"/>
                        <a:pt x="19541" y="106167"/>
                      </a:cubicBezTo>
                      <a:lnTo>
                        <a:pt x="240" y="13636"/>
                      </a:lnTo>
                      <a:cubicBezTo>
                        <a:pt x="-1033" y="7515"/>
                        <a:pt x="2893" y="1518"/>
                        <a:pt x="9014" y="241"/>
                      </a:cubicBezTo>
                      <a:lnTo>
                        <a:pt x="9014" y="241"/>
                      </a:lnTo>
                      <a:cubicBezTo>
                        <a:pt x="15134" y="-1036"/>
                        <a:pt x="21131" y="2890"/>
                        <a:pt x="22408" y="9015"/>
                      </a:cubicBezTo>
                      <a:lnTo>
                        <a:pt x="41705" y="101542"/>
                      </a:lnTo>
                      <a:cubicBezTo>
                        <a:pt x="42986" y="107667"/>
                        <a:pt x="39056" y="113664"/>
                        <a:pt x="32935" y="114941"/>
                      </a:cubicBezTo>
                      <a:close/>
                    </a:path>
                  </a:pathLst>
                </a:custGeom>
                <a:solidFill>
                  <a:srgbClr val="00A3D5"/>
                </a:solidFill>
                <a:ln cap="flat">
                  <a:prstDash val="solid"/>
                </a:ln>
              </p:spPr>
              <p:txBody>
                <a:bodyPr vert="horz" lIns="91440" tIns="45720" rIns="91440" bIns="45720" anchor="ctr">
                  <a:normAutofit fontScale="25000" lnSpcReduction="20000"/>
                </a:bodyPr>
                <a:lstStyle/>
                <a:p>
                  <a:pPr marL="0" algn="l"/>
                  <a:endParaRPr/>
                </a:p>
              </p:txBody>
            </p:sp>
            <p:sp>
              <p:nvSpPr>
                <p:cNvPr id="94" name="Freeform 51">
                  <a:extLst>
                    <a:ext uri="{FF2B5EF4-FFF2-40B4-BE49-F238E27FC236}">
                      <a16:creationId xmlns:a16="http://schemas.microsoft.com/office/drawing/2014/main" id="{FEBEABBB-C95F-C966-6A58-402D375B9680}"/>
                    </a:ext>
                  </a:extLst>
                </p:cNvPr>
                <p:cNvSpPr/>
                <p:nvPr/>
              </p:nvSpPr>
              <p:spPr>
                <a:xfrm>
                  <a:off x="2983287" y="4185473"/>
                  <a:ext cx="85687" cy="173358"/>
                </a:xfrm>
                <a:custGeom>
                  <a:avLst/>
                  <a:gdLst/>
                  <a:ahLst/>
                  <a:cxnLst/>
                  <a:rect l="l" t="t" r="r" b="b"/>
                  <a:pathLst>
                    <a:path w="85687" h="173358">
                      <a:moveTo>
                        <a:pt x="60786" y="172700"/>
                      </a:moveTo>
                      <a:lnTo>
                        <a:pt x="60786" y="172700"/>
                      </a:lnTo>
                      <a:cubicBezTo>
                        <a:pt x="43937" y="176215"/>
                        <a:pt x="27276" y="165302"/>
                        <a:pt x="23761" y="148457"/>
                      </a:cubicBezTo>
                      <a:lnTo>
                        <a:pt x="658" y="37683"/>
                      </a:lnTo>
                      <a:cubicBezTo>
                        <a:pt x="-2856" y="20838"/>
                        <a:pt x="8057" y="4173"/>
                        <a:pt x="24901" y="659"/>
                      </a:cubicBezTo>
                      <a:lnTo>
                        <a:pt x="24901" y="659"/>
                      </a:lnTo>
                      <a:cubicBezTo>
                        <a:pt x="41746" y="-2856"/>
                        <a:pt x="58411" y="8052"/>
                        <a:pt x="61922" y="24906"/>
                      </a:cubicBezTo>
                      <a:lnTo>
                        <a:pt x="85029" y="135680"/>
                      </a:lnTo>
                      <a:cubicBezTo>
                        <a:pt x="88544" y="152525"/>
                        <a:pt x="77635" y="169185"/>
                        <a:pt x="60786" y="172700"/>
                      </a:cubicBezTo>
                      <a:close/>
                    </a:path>
                  </a:pathLst>
                </a:custGeom>
                <a:solidFill>
                  <a:srgbClr val="00A3D5"/>
                </a:solidFill>
                <a:ln cap="flat">
                  <a:prstDash val="solid"/>
                </a:ln>
              </p:spPr>
              <p:txBody>
                <a:bodyPr vert="horz" lIns="91440" tIns="45720" rIns="91440" bIns="45720" anchor="ctr">
                  <a:normAutofit fontScale="25000" lnSpcReduction="20000"/>
                </a:bodyPr>
                <a:lstStyle/>
                <a:p>
                  <a:pPr marL="0" algn="l"/>
                  <a:endParaRPr/>
                </a:p>
              </p:txBody>
            </p:sp>
            <p:sp>
              <p:nvSpPr>
                <p:cNvPr id="95" name="Freeform 52">
                  <a:extLst>
                    <a:ext uri="{FF2B5EF4-FFF2-40B4-BE49-F238E27FC236}">
                      <a16:creationId xmlns:a16="http://schemas.microsoft.com/office/drawing/2014/main" id="{2F4BBF93-D97B-053F-FE4F-74CA1AB4E311}"/>
                    </a:ext>
                  </a:extLst>
                </p:cNvPr>
                <p:cNvSpPr/>
                <p:nvPr/>
              </p:nvSpPr>
              <p:spPr>
                <a:xfrm>
                  <a:off x="3113769" y="4811077"/>
                  <a:ext cx="85686" cy="173357"/>
                </a:xfrm>
                <a:custGeom>
                  <a:avLst/>
                  <a:gdLst/>
                  <a:ahLst/>
                  <a:cxnLst/>
                  <a:rect l="l" t="t" r="r" b="b"/>
                  <a:pathLst>
                    <a:path w="85686" h="173357">
                      <a:moveTo>
                        <a:pt x="60782" y="172700"/>
                      </a:moveTo>
                      <a:lnTo>
                        <a:pt x="60782" y="172700"/>
                      </a:lnTo>
                      <a:cubicBezTo>
                        <a:pt x="43937" y="176211"/>
                        <a:pt x="27276" y="165302"/>
                        <a:pt x="23761" y="148453"/>
                      </a:cubicBezTo>
                      <a:lnTo>
                        <a:pt x="658" y="37679"/>
                      </a:lnTo>
                      <a:cubicBezTo>
                        <a:pt x="-2856" y="20829"/>
                        <a:pt x="8057" y="4173"/>
                        <a:pt x="24901" y="659"/>
                      </a:cubicBezTo>
                      <a:lnTo>
                        <a:pt x="24901" y="659"/>
                      </a:lnTo>
                      <a:cubicBezTo>
                        <a:pt x="41746" y="-2856"/>
                        <a:pt x="58407" y="8052"/>
                        <a:pt x="61922" y="24902"/>
                      </a:cubicBezTo>
                      <a:lnTo>
                        <a:pt x="85029" y="135676"/>
                      </a:lnTo>
                      <a:cubicBezTo>
                        <a:pt x="88539" y="152525"/>
                        <a:pt x="77631" y="169185"/>
                        <a:pt x="60782" y="172700"/>
                      </a:cubicBezTo>
                      <a:close/>
                    </a:path>
                  </a:pathLst>
                </a:custGeom>
                <a:solidFill>
                  <a:srgbClr val="00A3D5"/>
                </a:solidFill>
                <a:ln cap="flat">
                  <a:prstDash val="solid"/>
                </a:ln>
              </p:spPr>
              <p:txBody>
                <a:bodyPr vert="horz" lIns="91440" tIns="45720" rIns="91440" bIns="45720" anchor="ctr">
                  <a:normAutofit fontScale="25000" lnSpcReduction="20000"/>
                </a:bodyPr>
                <a:lstStyle/>
                <a:p>
                  <a:pPr marL="0" algn="l"/>
                  <a:endParaRPr/>
                </a:p>
              </p:txBody>
            </p:sp>
            <p:sp>
              <p:nvSpPr>
                <p:cNvPr id="96" name="Freeform 53">
                  <a:extLst>
                    <a:ext uri="{FF2B5EF4-FFF2-40B4-BE49-F238E27FC236}">
                      <a16:creationId xmlns:a16="http://schemas.microsoft.com/office/drawing/2014/main" id="{C0A01722-2D54-4062-D835-9A349D55DA45}"/>
                    </a:ext>
                  </a:extLst>
                </p:cNvPr>
                <p:cNvSpPr/>
                <p:nvPr/>
              </p:nvSpPr>
              <p:spPr>
                <a:xfrm>
                  <a:off x="2966156" y="4264268"/>
                  <a:ext cx="236311" cy="638426"/>
                </a:xfrm>
                <a:custGeom>
                  <a:avLst/>
                  <a:gdLst/>
                  <a:ahLst/>
                  <a:cxnLst/>
                  <a:rect l="l" t="t" r="r" b="b"/>
                  <a:pathLst>
                    <a:path w="236311" h="638426">
                      <a:moveTo>
                        <a:pt x="94522" y="679"/>
                      </a:moveTo>
                      <a:lnTo>
                        <a:pt x="25436" y="15089"/>
                      </a:lnTo>
                      <a:cubicBezTo>
                        <a:pt x="8163" y="18694"/>
                        <a:pt x="-2922" y="35616"/>
                        <a:pt x="679" y="52894"/>
                      </a:cubicBezTo>
                      <a:lnTo>
                        <a:pt x="59392" y="334415"/>
                      </a:lnTo>
                      <a:lnTo>
                        <a:pt x="132588" y="614547"/>
                      </a:lnTo>
                      <a:cubicBezTo>
                        <a:pt x="136891" y="631019"/>
                        <a:pt x="153359" y="641225"/>
                        <a:pt x="170024" y="637748"/>
                      </a:cubicBezTo>
                      <a:lnTo>
                        <a:pt x="210881" y="629227"/>
                      </a:lnTo>
                      <a:cubicBezTo>
                        <a:pt x="227550" y="625751"/>
                        <a:pt x="238561" y="609815"/>
                        <a:pt x="235921" y="592996"/>
                      </a:cubicBezTo>
                      <a:lnTo>
                        <a:pt x="191035" y="306962"/>
                      </a:lnTo>
                      <a:lnTo>
                        <a:pt x="132322" y="25440"/>
                      </a:lnTo>
                      <a:cubicBezTo>
                        <a:pt x="128722" y="8158"/>
                        <a:pt x="111795" y="-2922"/>
                        <a:pt x="94522" y="679"/>
                      </a:cubicBezTo>
                      <a:close/>
                    </a:path>
                  </a:pathLst>
                </a:custGeom>
                <a:solidFill>
                  <a:srgbClr val="6DC9F0"/>
                </a:solidFill>
                <a:ln cap="flat">
                  <a:prstDash val="solid"/>
                </a:ln>
              </p:spPr>
              <p:txBody>
                <a:bodyPr vert="horz" lIns="91440" tIns="45720" rIns="91440" bIns="45720" anchor="ctr">
                  <a:normAutofit/>
                </a:bodyPr>
                <a:lstStyle/>
                <a:p>
                  <a:pPr marL="0" algn="l"/>
                  <a:endParaRPr/>
                </a:p>
              </p:txBody>
            </p:sp>
            <p:sp>
              <p:nvSpPr>
                <p:cNvPr id="97" name="Freeform 54">
                  <a:extLst>
                    <a:ext uri="{FF2B5EF4-FFF2-40B4-BE49-F238E27FC236}">
                      <a16:creationId xmlns:a16="http://schemas.microsoft.com/office/drawing/2014/main" id="{99D0CE1D-928A-0B8E-CAE7-111BE1EE8C0C}"/>
                    </a:ext>
                  </a:extLst>
                </p:cNvPr>
                <p:cNvSpPr/>
                <p:nvPr/>
              </p:nvSpPr>
              <p:spPr>
                <a:xfrm>
                  <a:off x="3018637" y="4555029"/>
                  <a:ext cx="145471" cy="59849"/>
                </a:xfrm>
                <a:custGeom>
                  <a:avLst/>
                  <a:gdLst/>
                  <a:ahLst/>
                  <a:cxnLst/>
                  <a:rect l="l" t="t" r="r" b="b"/>
                  <a:pathLst>
                    <a:path w="145471" h="59849">
                      <a:moveTo>
                        <a:pt x="130634" y="36890"/>
                      </a:moveTo>
                      <a:lnTo>
                        <a:pt x="22449" y="59453"/>
                      </a:lnTo>
                      <a:cubicBezTo>
                        <a:pt x="12372" y="61553"/>
                        <a:pt x="2496" y="55090"/>
                        <a:pt x="396" y="45013"/>
                      </a:cubicBezTo>
                      <a:lnTo>
                        <a:pt x="396" y="45013"/>
                      </a:lnTo>
                      <a:cubicBezTo>
                        <a:pt x="-1704" y="34932"/>
                        <a:pt x="4759" y="25060"/>
                        <a:pt x="14836" y="22960"/>
                      </a:cubicBezTo>
                      <a:lnTo>
                        <a:pt x="123021" y="397"/>
                      </a:lnTo>
                      <a:cubicBezTo>
                        <a:pt x="133098" y="-1708"/>
                        <a:pt x="142970" y="4760"/>
                        <a:pt x="145074" y="14837"/>
                      </a:cubicBezTo>
                      <a:lnTo>
                        <a:pt x="145074" y="14837"/>
                      </a:lnTo>
                      <a:cubicBezTo>
                        <a:pt x="147179" y="24915"/>
                        <a:pt x="140711" y="34790"/>
                        <a:pt x="130634" y="36890"/>
                      </a:cubicBezTo>
                      <a:close/>
                    </a:path>
                  </a:pathLst>
                </a:custGeom>
                <a:solidFill>
                  <a:srgbClr val="00A3D5"/>
                </a:solidFill>
                <a:ln cap="flat">
                  <a:prstDash val="solid"/>
                </a:ln>
              </p:spPr>
              <p:txBody>
                <a:bodyPr vert="horz" lIns="91440" tIns="45720" rIns="91440" bIns="45720" anchor="ctr">
                  <a:normAutofit fontScale="25000" lnSpcReduction="20000"/>
                </a:bodyPr>
                <a:lstStyle/>
                <a:p>
                  <a:pPr marL="0" algn="l"/>
                  <a:endParaRPr/>
                </a:p>
              </p:txBody>
            </p:sp>
            <p:sp>
              <p:nvSpPr>
                <p:cNvPr id="98" name="Freeform 55">
                  <a:extLst>
                    <a:ext uri="{FF2B5EF4-FFF2-40B4-BE49-F238E27FC236}">
                      <a16:creationId xmlns:a16="http://schemas.microsoft.com/office/drawing/2014/main" id="{9170FEF5-A491-A2A2-0D70-C8EB4F5B30B9}"/>
                    </a:ext>
                  </a:extLst>
                </p:cNvPr>
                <p:cNvSpPr/>
                <p:nvPr/>
              </p:nvSpPr>
              <p:spPr>
                <a:xfrm>
                  <a:off x="3124616" y="4248878"/>
                  <a:ext cx="84739" cy="295168"/>
                </a:xfrm>
                <a:custGeom>
                  <a:avLst/>
                  <a:gdLst/>
                  <a:ahLst/>
                  <a:cxnLst/>
                  <a:rect l="l" t="t" r="r" b="b"/>
                  <a:pathLst>
                    <a:path w="84739" h="295168">
                      <a:moveTo>
                        <a:pt x="73085" y="294860"/>
                      </a:moveTo>
                      <a:lnTo>
                        <a:pt x="73085" y="294860"/>
                      </a:lnTo>
                      <a:cubicBezTo>
                        <a:pt x="65202" y="296506"/>
                        <a:pt x="57406" y="291396"/>
                        <a:pt x="55760" y="283514"/>
                      </a:cubicBezTo>
                      <a:lnTo>
                        <a:pt x="309" y="17634"/>
                      </a:lnTo>
                      <a:cubicBezTo>
                        <a:pt x="-1337" y="9747"/>
                        <a:pt x="3768" y="1950"/>
                        <a:pt x="11654" y="309"/>
                      </a:cubicBezTo>
                      <a:lnTo>
                        <a:pt x="11654" y="309"/>
                      </a:lnTo>
                      <a:cubicBezTo>
                        <a:pt x="19541" y="-1337"/>
                        <a:pt x="27338" y="3767"/>
                        <a:pt x="28979" y="11654"/>
                      </a:cubicBezTo>
                      <a:lnTo>
                        <a:pt x="84431" y="277535"/>
                      </a:lnTo>
                      <a:cubicBezTo>
                        <a:pt x="86076" y="285417"/>
                        <a:pt x="80972" y="293214"/>
                        <a:pt x="73085" y="294860"/>
                      </a:cubicBezTo>
                      <a:close/>
                    </a:path>
                  </a:pathLst>
                </a:custGeom>
                <a:solidFill>
                  <a:srgbClr val="00A3D5"/>
                </a:solidFill>
                <a:ln cap="flat">
                  <a:prstDash val="solid"/>
                </a:ln>
              </p:spPr>
              <p:txBody>
                <a:bodyPr vert="horz" lIns="91440" tIns="45720" rIns="91440" bIns="45720" anchor="ctr">
                  <a:normAutofit fontScale="32500" lnSpcReduction="20000"/>
                </a:bodyPr>
                <a:lstStyle/>
                <a:p>
                  <a:pPr marL="0" algn="l"/>
                  <a:endParaRPr/>
                </a:p>
              </p:txBody>
            </p:sp>
            <p:sp>
              <p:nvSpPr>
                <p:cNvPr id="99" name="Freeform 56">
                  <a:extLst>
                    <a:ext uri="{FF2B5EF4-FFF2-40B4-BE49-F238E27FC236}">
                      <a16:creationId xmlns:a16="http://schemas.microsoft.com/office/drawing/2014/main" id="{DE61B7B9-A815-9A6E-A0EE-4B94162E7787}"/>
                    </a:ext>
                  </a:extLst>
                </p:cNvPr>
                <p:cNvSpPr/>
                <p:nvPr/>
              </p:nvSpPr>
              <p:spPr>
                <a:xfrm rot="-706981">
                  <a:off x="3106189" y="4285647"/>
                  <a:ext cx="30620" cy="79880"/>
                </a:xfrm>
                <a:custGeom>
                  <a:avLst/>
                  <a:gdLst/>
                  <a:ahLst/>
                  <a:cxnLst/>
                  <a:rect l="l" t="t" r="r" b="b"/>
                  <a:pathLst>
                    <a:path w="30620" h="79880">
                      <a:moveTo>
                        <a:pt x="0" y="0"/>
                      </a:moveTo>
                      <a:lnTo>
                        <a:pt x="30620" y="0"/>
                      </a:lnTo>
                      <a:lnTo>
                        <a:pt x="30620" y="79881"/>
                      </a:lnTo>
                      <a:lnTo>
                        <a:pt x="0" y="79881"/>
                      </a:lnTo>
                      <a:close/>
                    </a:path>
                  </a:pathLst>
                </a:custGeom>
                <a:solidFill>
                  <a:srgbClr val="6DC9F0"/>
                </a:solidFill>
                <a:ln cap="flat">
                  <a:prstDash val="solid"/>
                </a:ln>
              </p:spPr>
              <p:txBody>
                <a:bodyPr vert="horz" lIns="91440" tIns="45720" rIns="91440" bIns="45720" anchor="ctr">
                  <a:normAutofit fontScale="25000" lnSpcReduction="20000"/>
                </a:bodyPr>
                <a:lstStyle/>
                <a:p>
                  <a:pPr marL="0" algn="l"/>
                  <a:endParaRPr/>
                </a:p>
              </p:txBody>
            </p:sp>
          </p:grpSp>
          <p:grpSp>
            <p:nvGrpSpPr>
              <p:cNvPr id="76" name="Group 57">
                <a:extLst>
                  <a:ext uri="{FF2B5EF4-FFF2-40B4-BE49-F238E27FC236}">
                    <a16:creationId xmlns:a16="http://schemas.microsoft.com/office/drawing/2014/main" id="{B83EA1EE-A88E-1D8D-220C-5ACC794F2795}"/>
                  </a:ext>
                </a:extLst>
              </p:cNvPr>
              <p:cNvGrpSpPr/>
              <p:nvPr/>
            </p:nvGrpSpPr>
            <p:grpSpPr>
              <a:xfrm>
                <a:off x="3173226" y="3955034"/>
                <a:ext cx="182178" cy="1037452"/>
                <a:chOff x="3173226" y="3955034"/>
                <a:chExt cx="182178" cy="1037452"/>
              </a:xfrm>
            </p:grpSpPr>
            <p:sp>
              <p:nvSpPr>
                <p:cNvPr id="87" name="Freeform 58">
                  <a:extLst>
                    <a:ext uri="{FF2B5EF4-FFF2-40B4-BE49-F238E27FC236}">
                      <a16:creationId xmlns:a16="http://schemas.microsoft.com/office/drawing/2014/main" id="{F3CBF80D-6D00-A65F-58EE-19D89E75DB1C}"/>
                    </a:ext>
                  </a:extLst>
                </p:cNvPr>
                <p:cNvSpPr/>
                <p:nvPr/>
              </p:nvSpPr>
              <p:spPr>
                <a:xfrm rot="176431">
                  <a:off x="3192515" y="4092504"/>
                  <a:ext cx="141975" cy="674701"/>
                </a:xfrm>
                <a:custGeom>
                  <a:avLst/>
                  <a:gdLst/>
                  <a:ahLst/>
                  <a:cxnLst/>
                  <a:rect l="l" t="t" r="r" b="b"/>
                  <a:pathLst>
                    <a:path w="141975" h="674701">
                      <a:moveTo>
                        <a:pt x="0" y="0"/>
                      </a:moveTo>
                      <a:lnTo>
                        <a:pt x="141976" y="0"/>
                      </a:lnTo>
                      <a:lnTo>
                        <a:pt x="141976" y="674701"/>
                      </a:lnTo>
                      <a:lnTo>
                        <a:pt x="0" y="674701"/>
                      </a:lnTo>
                      <a:close/>
                    </a:path>
                  </a:pathLst>
                </a:custGeom>
                <a:solidFill>
                  <a:srgbClr val="FFC73C"/>
                </a:solidFill>
                <a:ln cap="flat">
                  <a:prstDash val="solid"/>
                </a:ln>
              </p:spPr>
              <p:txBody>
                <a:bodyPr vert="horz" lIns="91440" tIns="45720" rIns="91440" bIns="45720" anchor="ctr">
                  <a:normAutofit/>
                </a:bodyPr>
                <a:lstStyle/>
                <a:p>
                  <a:pPr marL="0" algn="l"/>
                  <a:endParaRPr/>
                </a:p>
              </p:txBody>
            </p:sp>
            <p:sp>
              <p:nvSpPr>
                <p:cNvPr id="88" name="Freeform 59">
                  <a:extLst>
                    <a:ext uri="{FF2B5EF4-FFF2-40B4-BE49-F238E27FC236}">
                      <a16:creationId xmlns:a16="http://schemas.microsoft.com/office/drawing/2014/main" id="{0DD998F9-5563-568C-DDE0-A98EE776B931}"/>
                    </a:ext>
                  </a:extLst>
                </p:cNvPr>
                <p:cNvSpPr/>
                <p:nvPr/>
              </p:nvSpPr>
              <p:spPr>
                <a:xfrm rot="176088">
                  <a:off x="3225246" y="4092212"/>
                  <a:ext cx="77303" cy="674697"/>
                </a:xfrm>
                <a:custGeom>
                  <a:avLst/>
                  <a:gdLst/>
                  <a:ahLst/>
                  <a:cxnLst/>
                  <a:rect l="l" t="t" r="r" b="b"/>
                  <a:pathLst>
                    <a:path w="77303" h="674697">
                      <a:moveTo>
                        <a:pt x="0" y="0"/>
                      </a:moveTo>
                      <a:lnTo>
                        <a:pt x="77303" y="0"/>
                      </a:lnTo>
                      <a:lnTo>
                        <a:pt x="77303" y="674698"/>
                      </a:lnTo>
                      <a:lnTo>
                        <a:pt x="0" y="674698"/>
                      </a:lnTo>
                      <a:close/>
                    </a:path>
                  </a:pathLst>
                </a:custGeom>
                <a:solidFill>
                  <a:srgbClr val="FFFFFF">
                    <a:alpha val="30000"/>
                  </a:srgbClr>
                </a:solidFill>
                <a:ln cap="flat">
                  <a:prstDash val="solid"/>
                </a:ln>
              </p:spPr>
              <p:txBody>
                <a:bodyPr vert="horz" lIns="91440" tIns="45720" rIns="91440" bIns="45720" anchor="ctr">
                  <a:normAutofit/>
                </a:bodyPr>
                <a:lstStyle/>
                <a:p>
                  <a:pPr marL="0" algn="l"/>
                  <a:endParaRPr/>
                </a:p>
              </p:txBody>
            </p:sp>
            <p:sp>
              <p:nvSpPr>
                <p:cNvPr id="89" name="Freeform 60">
                  <a:extLst>
                    <a:ext uri="{FF2B5EF4-FFF2-40B4-BE49-F238E27FC236}">
                      <a16:creationId xmlns:a16="http://schemas.microsoft.com/office/drawing/2014/main" id="{8C2EAEF7-77D8-A3B9-3A47-18B3F156FBE6}"/>
                    </a:ext>
                  </a:extLst>
                </p:cNvPr>
                <p:cNvSpPr/>
                <p:nvPr/>
              </p:nvSpPr>
              <p:spPr>
                <a:xfrm>
                  <a:off x="3173226" y="4762786"/>
                  <a:ext cx="144052" cy="229699"/>
                </a:xfrm>
                <a:custGeom>
                  <a:avLst/>
                  <a:gdLst/>
                  <a:ahLst/>
                  <a:cxnLst/>
                  <a:rect l="l" t="t" r="r" b="b"/>
                  <a:pathLst>
                    <a:path w="144052" h="229699">
                      <a:moveTo>
                        <a:pt x="60432" y="229700"/>
                      </a:moveTo>
                      <a:lnTo>
                        <a:pt x="144052" y="7389"/>
                      </a:lnTo>
                      <a:lnTo>
                        <a:pt x="0" y="0"/>
                      </a:lnTo>
                      <a:close/>
                    </a:path>
                  </a:pathLst>
                </a:custGeom>
                <a:solidFill>
                  <a:srgbClr val="0B2D4E"/>
                </a:solidFill>
                <a:ln cap="flat">
                  <a:prstDash val="solid"/>
                </a:ln>
              </p:spPr>
              <p:txBody>
                <a:bodyPr vert="horz" lIns="91440" tIns="45720" rIns="91440" bIns="45720" anchor="ctr">
                  <a:normAutofit fontScale="25000" lnSpcReduction="20000"/>
                </a:bodyPr>
                <a:lstStyle/>
                <a:p>
                  <a:pPr marL="0" algn="l"/>
                  <a:endParaRPr/>
                </a:p>
              </p:txBody>
            </p:sp>
            <p:sp>
              <p:nvSpPr>
                <p:cNvPr id="90" name="Freeform 61">
                  <a:extLst>
                    <a:ext uri="{FF2B5EF4-FFF2-40B4-BE49-F238E27FC236}">
                      <a16:creationId xmlns:a16="http://schemas.microsoft.com/office/drawing/2014/main" id="{3DE2B897-14CD-4A28-013C-EB774F468A5C}"/>
                    </a:ext>
                  </a:extLst>
                </p:cNvPr>
                <p:cNvSpPr/>
                <p:nvPr/>
              </p:nvSpPr>
              <p:spPr>
                <a:xfrm>
                  <a:off x="3173226" y="4762786"/>
                  <a:ext cx="144052" cy="113744"/>
                </a:xfrm>
                <a:custGeom>
                  <a:avLst/>
                  <a:gdLst/>
                  <a:ahLst/>
                  <a:cxnLst/>
                  <a:rect l="l" t="t" r="r" b="b"/>
                  <a:pathLst>
                    <a:path w="144052" h="113744">
                      <a:moveTo>
                        <a:pt x="104049" y="113744"/>
                      </a:moveTo>
                      <a:lnTo>
                        <a:pt x="144052" y="7394"/>
                      </a:lnTo>
                      <a:lnTo>
                        <a:pt x="0" y="0"/>
                      </a:lnTo>
                      <a:lnTo>
                        <a:pt x="28911" y="109886"/>
                      </a:lnTo>
                      <a:close/>
                    </a:path>
                  </a:pathLst>
                </a:custGeom>
                <a:solidFill>
                  <a:srgbClr val="FFE9CC"/>
                </a:solidFill>
                <a:ln cap="flat">
                  <a:prstDash val="solid"/>
                </a:ln>
              </p:spPr>
              <p:txBody>
                <a:bodyPr vert="horz" lIns="91440" tIns="45720" rIns="91440" bIns="45720" anchor="ctr">
                  <a:normAutofit fontScale="25000" lnSpcReduction="20000"/>
                </a:bodyPr>
                <a:lstStyle/>
                <a:p>
                  <a:pPr marL="0" algn="l"/>
                  <a:endParaRPr/>
                </a:p>
              </p:txBody>
            </p:sp>
            <p:sp>
              <p:nvSpPr>
                <p:cNvPr id="91" name="Freeform 62">
                  <a:extLst>
                    <a:ext uri="{FF2B5EF4-FFF2-40B4-BE49-F238E27FC236}">
                      <a16:creationId xmlns:a16="http://schemas.microsoft.com/office/drawing/2014/main" id="{5C9A2C26-E663-9AE2-529A-DC4C624E0176}"/>
                    </a:ext>
                  </a:extLst>
                </p:cNvPr>
                <p:cNvSpPr/>
                <p:nvPr/>
              </p:nvSpPr>
              <p:spPr>
                <a:xfrm rot="176431">
                  <a:off x="3211620" y="4022716"/>
                  <a:ext cx="141975" cy="70282"/>
                </a:xfrm>
                <a:custGeom>
                  <a:avLst/>
                  <a:gdLst/>
                  <a:ahLst/>
                  <a:cxnLst/>
                  <a:rect l="l" t="t" r="r" b="b"/>
                  <a:pathLst>
                    <a:path w="141975" h="70282">
                      <a:moveTo>
                        <a:pt x="0" y="0"/>
                      </a:moveTo>
                      <a:lnTo>
                        <a:pt x="141976" y="0"/>
                      </a:lnTo>
                      <a:lnTo>
                        <a:pt x="141976" y="70283"/>
                      </a:lnTo>
                      <a:lnTo>
                        <a:pt x="0" y="70283"/>
                      </a:lnTo>
                      <a:close/>
                    </a:path>
                  </a:pathLst>
                </a:custGeom>
                <a:solidFill>
                  <a:srgbClr val="0B2D4E"/>
                </a:solidFill>
                <a:ln cap="flat">
                  <a:prstDash val="solid"/>
                </a:ln>
              </p:spPr>
              <p:txBody>
                <a:bodyPr vert="horz" lIns="91440" tIns="45720" rIns="91440" bIns="45720" anchor="ctr">
                  <a:normAutofit fontScale="25000" lnSpcReduction="20000"/>
                </a:bodyPr>
                <a:lstStyle/>
                <a:p>
                  <a:pPr marL="0" algn="l"/>
                  <a:endParaRPr/>
                </a:p>
              </p:txBody>
            </p:sp>
            <p:sp>
              <p:nvSpPr>
                <p:cNvPr id="92" name="Freeform 63">
                  <a:extLst>
                    <a:ext uri="{FF2B5EF4-FFF2-40B4-BE49-F238E27FC236}">
                      <a16:creationId xmlns:a16="http://schemas.microsoft.com/office/drawing/2014/main" id="{66A5F25A-1C45-7BEB-6279-FAC748432126}"/>
                    </a:ext>
                  </a:extLst>
                </p:cNvPr>
                <p:cNvSpPr/>
                <p:nvPr/>
              </p:nvSpPr>
              <p:spPr>
                <a:xfrm>
                  <a:off x="3213521" y="3955034"/>
                  <a:ext cx="141882" cy="73954"/>
                </a:xfrm>
                <a:custGeom>
                  <a:avLst/>
                  <a:gdLst/>
                  <a:ahLst/>
                  <a:cxnLst/>
                  <a:rect l="l" t="t" r="r" b="b"/>
                  <a:pathLst>
                    <a:path w="141882" h="73954">
                      <a:moveTo>
                        <a:pt x="141789" y="73955"/>
                      </a:moveTo>
                      <a:lnTo>
                        <a:pt x="0" y="66681"/>
                      </a:lnTo>
                      <a:lnTo>
                        <a:pt x="0" y="66681"/>
                      </a:lnTo>
                      <a:cubicBezTo>
                        <a:pt x="1989" y="27916"/>
                        <a:pt x="35023" y="-1895"/>
                        <a:pt x="73788" y="94"/>
                      </a:cubicBezTo>
                      <a:lnTo>
                        <a:pt x="75202" y="167"/>
                      </a:lnTo>
                      <a:cubicBezTo>
                        <a:pt x="113967" y="2156"/>
                        <a:pt x="143778" y="35190"/>
                        <a:pt x="141789" y="73955"/>
                      </a:cubicBezTo>
                      <a:lnTo>
                        <a:pt x="141789" y="73955"/>
                      </a:lnTo>
                      <a:close/>
                    </a:path>
                  </a:pathLst>
                </a:custGeom>
                <a:solidFill>
                  <a:srgbClr val="9B87FF"/>
                </a:solidFill>
                <a:ln cap="flat">
                  <a:prstDash val="solid"/>
                </a:ln>
              </p:spPr>
              <p:txBody>
                <a:bodyPr vert="horz" lIns="91440" tIns="45720" rIns="91440" bIns="45720" anchor="ctr">
                  <a:normAutofit fontScale="25000" lnSpcReduction="20000"/>
                </a:bodyPr>
                <a:lstStyle/>
                <a:p>
                  <a:pPr marL="0" algn="l"/>
                  <a:endParaRPr/>
                </a:p>
              </p:txBody>
            </p:sp>
          </p:grpSp>
          <p:grpSp>
            <p:nvGrpSpPr>
              <p:cNvPr id="77" name="Group 64">
                <a:extLst>
                  <a:ext uri="{FF2B5EF4-FFF2-40B4-BE49-F238E27FC236}">
                    <a16:creationId xmlns:a16="http://schemas.microsoft.com/office/drawing/2014/main" id="{FF7216E2-29CD-813F-3385-F665353BB581}"/>
                  </a:ext>
                </a:extLst>
              </p:cNvPr>
              <p:cNvGrpSpPr/>
              <p:nvPr/>
            </p:nvGrpSpPr>
            <p:grpSpPr>
              <a:xfrm>
                <a:off x="3153888" y="4094063"/>
                <a:ext cx="498000" cy="969603"/>
                <a:chOff x="3153888" y="4094063"/>
                <a:chExt cx="498000" cy="969603"/>
              </a:xfrm>
            </p:grpSpPr>
            <p:sp>
              <p:nvSpPr>
                <p:cNvPr id="81" name="Freeform 65">
                  <a:extLst>
                    <a:ext uri="{FF2B5EF4-FFF2-40B4-BE49-F238E27FC236}">
                      <a16:creationId xmlns:a16="http://schemas.microsoft.com/office/drawing/2014/main" id="{B2371208-1C13-0D49-4C48-D278DF98E3A8}"/>
                    </a:ext>
                  </a:extLst>
                </p:cNvPr>
                <p:cNvSpPr/>
                <p:nvPr/>
              </p:nvSpPr>
              <p:spPr>
                <a:xfrm rot="-9313419">
                  <a:off x="3343588" y="4267685"/>
                  <a:ext cx="141981" cy="674731"/>
                </a:xfrm>
                <a:custGeom>
                  <a:avLst/>
                  <a:gdLst/>
                  <a:ahLst/>
                  <a:cxnLst/>
                  <a:rect l="l" t="t" r="r" b="b"/>
                  <a:pathLst>
                    <a:path w="141981" h="674731">
                      <a:moveTo>
                        <a:pt x="0" y="0"/>
                      </a:moveTo>
                      <a:lnTo>
                        <a:pt x="141981" y="0"/>
                      </a:lnTo>
                      <a:lnTo>
                        <a:pt x="141981" y="674731"/>
                      </a:lnTo>
                      <a:lnTo>
                        <a:pt x="0" y="674731"/>
                      </a:lnTo>
                      <a:close/>
                    </a:path>
                  </a:pathLst>
                </a:custGeom>
                <a:solidFill>
                  <a:srgbClr val="FFC73C"/>
                </a:solidFill>
                <a:ln cap="flat">
                  <a:prstDash val="solid"/>
                </a:ln>
              </p:spPr>
              <p:txBody>
                <a:bodyPr vert="horz" lIns="91440" tIns="45720" rIns="91440" bIns="45720" anchor="ctr">
                  <a:normAutofit/>
                </a:bodyPr>
                <a:lstStyle/>
                <a:p>
                  <a:pPr marL="0" algn="l"/>
                  <a:endParaRPr/>
                </a:p>
              </p:txBody>
            </p:sp>
            <p:sp>
              <p:nvSpPr>
                <p:cNvPr id="82" name="Freeform 66">
                  <a:extLst>
                    <a:ext uri="{FF2B5EF4-FFF2-40B4-BE49-F238E27FC236}">
                      <a16:creationId xmlns:a16="http://schemas.microsoft.com/office/drawing/2014/main" id="{7CF01729-BB69-9868-44B0-563F04082271}"/>
                    </a:ext>
                  </a:extLst>
                </p:cNvPr>
                <p:cNvSpPr/>
                <p:nvPr/>
              </p:nvSpPr>
              <p:spPr>
                <a:xfrm rot="-9313275">
                  <a:off x="3376226" y="4268184"/>
                  <a:ext cx="77299" cy="674669"/>
                </a:xfrm>
                <a:custGeom>
                  <a:avLst/>
                  <a:gdLst/>
                  <a:ahLst/>
                  <a:cxnLst/>
                  <a:rect l="l" t="t" r="r" b="b"/>
                  <a:pathLst>
                    <a:path w="77299" h="674669">
                      <a:moveTo>
                        <a:pt x="0" y="0"/>
                      </a:moveTo>
                      <a:lnTo>
                        <a:pt x="77300" y="0"/>
                      </a:lnTo>
                      <a:lnTo>
                        <a:pt x="77300" y="674670"/>
                      </a:lnTo>
                      <a:lnTo>
                        <a:pt x="0" y="674670"/>
                      </a:lnTo>
                      <a:close/>
                    </a:path>
                  </a:pathLst>
                </a:custGeom>
                <a:solidFill>
                  <a:srgbClr val="FFFFFF">
                    <a:alpha val="30000"/>
                  </a:srgbClr>
                </a:solidFill>
                <a:ln cap="flat">
                  <a:prstDash val="solid"/>
                </a:ln>
              </p:spPr>
              <p:txBody>
                <a:bodyPr vert="horz" lIns="91440" tIns="45720" rIns="91440" bIns="45720" anchor="ctr">
                  <a:normAutofit/>
                </a:bodyPr>
                <a:lstStyle/>
                <a:p>
                  <a:pPr marL="0" algn="l"/>
                  <a:endParaRPr/>
                </a:p>
              </p:txBody>
            </p:sp>
            <p:sp>
              <p:nvSpPr>
                <p:cNvPr id="83" name="Freeform 67">
                  <a:extLst>
                    <a:ext uri="{FF2B5EF4-FFF2-40B4-BE49-F238E27FC236}">
                      <a16:creationId xmlns:a16="http://schemas.microsoft.com/office/drawing/2014/main" id="{5FB6330F-EC8A-25B5-34A0-E2C93BCF5A0E}"/>
                    </a:ext>
                  </a:extLst>
                </p:cNvPr>
                <p:cNvSpPr/>
                <p:nvPr/>
              </p:nvSpPr>
              <p:spPr>
                <a:xfrm>
                  <a:off x="3491566" y="4094063"/>
                  <a:ext cx="160322" cy="235696"/>
                </a:xfrm>
                <a:custGeom>
                  <a:avLst/>
                  <a:gdLst/>
                  <a:ahLst/>
                  <a:cxnLst/>
                  <a:rect l="l" t="t" r="r" b="b"/>
                  <a:pathLst>
                    <a:path w="160322" h="235696">
                      <a:moveTo>
                        <a:pt x="160323" y="0"/>
                      </a:moveTo>
                      <a:lnTo>
                        <a:pt x="0" y="175248"/>
                      </a:lnTo>
                      <a:lnTo>
                        <a:pt x="130962" y="235697"/>
                      </a:lnTo>
                      <a:close/>
                    </a:path>
                  </a:pathLst>
                </a:custGeom>
                <a:solidFill>
                  <a:srgbClr val="0B2D4E"/>
                </a:solidFill>
                <a:ln cap="flat">
                  <a:prstDash val="solid"/>
                </a:ln>
              </p:spPr>
              <p:txBody>
                <a:bodyPr vert="horz" lIns="91440" tIns="45720" rIns="91440" bIns="45720" anchor="ctr">
                  <a:normAutofit fontScale="25000" lnSpcReduction="20000"/>
                </a:bodyPr>
                <a:lstStyle/>
                <a:p>
                  <a:pPr marL="0" algn="l"/>
                  <a:endParaRPr/>
                </a:p>
              </p:txBody>
            </p:sp>
            <p:sp>
              <p:nvSpPr>
                <p:cNvPr id="84" name="Freeform 68">
                  <a:extLst>
                    <a:ext uri="{FF2B5EF4-FFF2-40B4-BE49-F238E27FC236}">
                      <a16:creationId xmlns:a16="http://schemas.microsoft.com/office/drawing/2014/main" id="{5E046A47-E296-024D-339F-4E053A9050D8}"/>
                    </a:ext>
                  </a:extLst>
                </p:cNvPr>
                <p:cNvSpPr/>
                <p:nvPr/>
              </p:nvSpPr>
              <p:spPr>
                <a:xfrm>
                  <a:off x="3491566" y="4185471"/>
                  <a:ext cx="145008" cy="144288"/>
                </a:xfrm>
                <a:custGeom>
                  <a:avLst/>
                  <a:gdLst/>
                  <a:ahLst/>
                  <a:cxnLst/>
                  <a:rect l="l" t="t" r="r" b="b"/>
                  <a:pathLst>
                    <a:path w="145008" h="144288">
                      <a:moveTo>
                        <a:pt x="76698" y="0"/>
                      </a:moveTo>
                      <a:lnTo>
                        <a:pt x="0" y="83839"/>
                      </a:lnTo>
                      <a:lnTo>
                        <a:pt x="130962" y="144288"/>
                      </a:lnTo>
                      <a:lnTo>
                        <a:pt x="145008" y="31534"/>
                      </a:lnTo>
                      <a:close/>
                    </a:path>
                  </a:pathLst>
                </a:custGeom>
                <a:solidFill>
                  <a:srgbClr val="FFE9CC"/>
                </a:solidFill>
                <a:ln cap="flat">
                  <a:prstDash val="solid"/>
                </a:ln>
              </p:spPr>
              <p:txBody>
                <a:bodyPr vert="horz" lIns="91440" tIns="45720" rIns="91440" bIns="45720" anchor="ctr">
                  <a:normAutofit fontScale="25000" lnSpcReduction="20000"/>
                </a:bodyPr>
                <a:lstStyle/>
                <a:p>
                  <a:pPr marL="0" algn="l"/>
                  <a:endParaRPr/>
                </a:p>
              </p:txBody>
            </p:sp>
            <p:sp>
              <p:nvSpPr>
                <p:cNvPr id="85" name="Freeform 69">
                  <a:extLst>
                    <a:ext uri="{FF2B5EF4-FFF2-40B4-BE49-F238E27FC236}">
                      <a16:creationId xmlns:a16="http://schemas.microsoft.com/office/drawing/2014/main" id="{61BF840B-427C-18D3-A74A-E97A27FCF66A}"/>
                    </a:ext>
                  </a:extLst>
                </p:cNvPr>
                <p:cNvSpPr/>
                <p:nvPr/>
              </p:nvSpPr>
              <p:spPr>
                <a:xfrm rot="-9313419">
                  <a:off x="3187503" y="4908092"/>
                  <a:ext cx="141981" cy="70285"/>
                </a:xfrm>
                <a:custGeom>
                  <a:avLst/>
                  <a:gdLst/>
                  <a:ahLst/>
                  <a:cxnLst/>
                  <a:rect l="l" t="t" r="r" b="b"/>
                  <a:pathLst>
                    <a:path w="141981" h="70285">
                      <a:moveTo>
                        <a:pt x="0" y="0"/>
                      </a:moveTo>
                      <a:lnTo>
                        <a:pt x="141981" y="0"/>
                      </a:lnTo>
                      <a:lnTo>
                        <a:pt x="141981" y="70286"/>
                      </a:lnTo>
                      <a:lnTo>
                        <a:pt x="0" y="70286"/>
                      </a:lnTo>
                      <a:close/>
                    </a:path>
                  </a:pathLst>
                </a:custGeom>
                <a:solidFill>
                  <a:srgbClr val="51666F"/>
                </a:solidFill>
                <a:ln cap="flat">
                  <a:prstDash val="solid"/>
                </a:ln>
              </p:spPr>
              <p:txBody>
                <a:bodyPr vert="horz" lIns="91440" tIns="45720" rIns="91440" bIns="45720" anchor="ctr">
                  <a:normAutofit fontScale="25000" lnSpcReduction="20000"/>
                </a:bodyPr>
                <a:lstStyle/>
                <a:p>
                  <a:pPr marL="0" algn="l"/>
                  <a:endParaRPr/>
                </a:p>
              </p:txBody>
            </p:sp>
            <p:sp>
              <p:nvSpPr>
                <p:cNvPr id="86" name="Freeform 70">
                  <a:extLst>
                    <a:ext uri="{FF2B5EF4-FFF2-40B4-BE49-F238E27FC236}">
                      <a16:creationId xmlns:a16="http://schemas.microsoft.com/office/drawing/2014/main" id="{9124BE1B-4C04-4511-21A0-8C3235C9A3D6}"/>
                    </a:ext>
                  </a:extLst>
                </p:cNvPr>
                <p:cNvSpPr/>
                <p:nvPr/>
              </p:nvSpPr>
              <p:spPr>
                <a:xfrm>
                  <a:off x="3153888" y="4943156"/>
                  <a:ext cx="155559" cy="120510"/>
                </a:xfrm>
                <a:custGeom>
                  <a:avLst/>
                  <a:gdLst/>
                  <a:ahLst/>
                  <a:cxnLst/>
                  <a:rect l="l" t="t" r="r" b="b"/>
                  <a:pathLst>
                    <a:path w="155559" h="120510">
                      <a:moveTo>
                        <a:pt x="26654" y="0"/>
                      </a:moveTo>
                      <a:lnTo>
                        <a:pt x="155559" y="59497"/>
                      </a:lnTo>
                      <a:lnTo>
                        <a:pt x="129696" y="115527"/>
                      </a:lnTo>
                      <a:cubicBezTo>
                        <a:pt x="127712" y="119826"/>
                        <a:pt x="122619" y="121703"/>
                        <a:pt x="118320" y="119719"/>
                      </a:cubicBezTo>
                      <a:lnTo>
                        <a:pt x="4983" y="67410"/>
                      </a:lnTo>
                      <a:cubicBezTo>
                        <a:pt x="684" y="65425"/>
                        <a:pt x="-1193" y="60333"/>
                        <a:pt x="791" y="56034"/>
                      </a:cubicBezTo>
                      <a:lnTo>
                        <a:pt x="26654" y="0"/>
                      </a:lnTo>
                      <a:close/>
                    </a:path>
                  </a:pathLst>
                </a:custGeom>
                <a:solidFill>
                  <a:srgbClr val="D8584E"/>
                </a:solidFill>
                <a:ln cap="flat">
                  <a:prstDash val="solid"/>
                </a:ln>
              </p:spPr>
              <p:txBody>
                <a:bodyPr vert="horz" lIns="91440" tIns="45720" rIns="91440" bIns="45720" anchor="ctr">
                  <a:normAutofit fontScale="25000" lnSpcReduction="20000"/>
                </a:bodyPr>
                <a:lstStyle/>
                <a:p>
                  <a:pPr marL="0" algn="l"/>
                  <a:endParaRPr/>
                </a:p>
              </p:txBody>
            </p:sp>
          </p:grpSp>
          <p:grpSp>
            <p:nvGrpSpPr>
              <p:cNvPr id="78" name="Group 71">
                <a:extLst>
                  <a:ext uri="{FF2B5EF4-FFF2-40B4-BE49-F238E27FC236}">
                    <a16:creationId xmlns:a16="http://schemas.microsoft.com/office/drawing/2014/main" id="{FB98DAA8-4330-FC50-ED38-347143A55468}"/>
                  </a:ext>
                </a:extLst>
              </p:cNvPr>
              <p:cNvGrpSpPr/>
              <p:nvPr/>
            </p:nvGrpSpPr>
            <p:grpSpPr>
              <a:xfrm>
                <a:off x="3029558" y="4719206"/>
                <a:ext cx="429505" cy="689040"/>
                <a:chOff x="3029558" y="4719206"/>
                <a:chExt cx="429505" cy="689040"/>
              </a:xfrm>
            </p:grpSpPr>
            <p:sp>
              <p:nvSpPr>
                <p:cNvPr id="79" name="Freeform 72">
                  <a:extLst>
                    <a:ext uri="{FF2B5EF4-FFF2-40B4-BE49-F238E27FC236}">
                      <a16:creationId xmlns:a16="http://schemas.microsoft.com/office/drawing/2014/main" id="{0A095D4E-C9FD-5E9B-C9E4-CC1FFED375FE}"/>
                    </a:ext>
                  </a:extLst>
                </p:cNvPr>
                <p:cNvSpPr/>
                <p:nvPr/>
              </p:nvSpPr>
              <p:spPr>
                <a:xfrm rot="-10800000">
                  <a:off x="3029560" y="4719206"/>
                  <a:ext cx="429503" cy="689040"/>
                </a:xfrm>
                <a:custGeom>
                  <a:avLst/>
                  <a:gdLst/>
                  <a:ahLst/>
                  <a:cxnLst/>
                  <a:rect l="l" t="t" r="r" b="b"/>
                  <a:pathLst>
                    <a:path w="429503" h="689040">
                      <a:moveTo>
                        <a:pt x="0" y="0"/>
                      </a:moveTo>
                      <a:lnTo>
                        <a:pt x="429504" y="0"/>
                      </a:lnTo>
                      <a:lnTo>
                        <a:pt x="429504" y="689040"/>
                      </a:lnTo>
                      <a:lnTo>
                        <a:pt x="0" y="689040"/>
                      </a:lnTo>
                      <a:close/>
                    </a:path>
                  </a:pathLst>
                </a:custGeom>
                <a:solidFill>
                  <a:srgbClr val="381F7A"/>
                </a:solidFill>
                <a:ln cap="flat">
                  <a:prstDash val="solid"/>
                </a:ln>
              </p:spPr>
              <p:txBody>
                <a:bodyPr vert="horz" lIns="91440" tIns="45720" rIns="91440" bIns="45720" anchor="ctr">
                  <a:normAutofit/>
                </a:bodyPr>
                <a:lstStyle/>
                <a:p>
                  <a:pPr marL="0" algn="l"/>
                  <a:endParaRPr/>
                </a:p>
              </p:txBody>
            </p:sp>
            <p:sp>
              <p:nvSpPr>
                <p:cNvPr id="80" name="Freeform 73">
                  <a:extLst>
                    <a:ext uri="{FF2B5EF4-FFF2-40B4-BE49-F238E27FC236}">
                      <a16:creationId xmlns:a16="http://schemas.microsoft.com/office/drawing/2014/main" id="{F6A4053F-43DB-BB25-BFE5-12DC5F31510C}"/>
                    </a:ext>
                  </a:extLst>
                </p:cNvPr>
                <p:cNvSpPr/>
                <p:nvPr/>
              </p:nvSpPr>
              <p:spPr>
                <a:xfrm rot="-10800000">
                  <a:off x="3029558" y="4719206"/>
                  <a:ext cx="214753" cy="689040"/>
                </a:xfrm>
                <a:custGeom>
                  <a:avLst/>
                  <a:gdLst/>
                  <a:ahLst/>
                  <a:cxnLst/>
                  <a:rect l="l" t="t" r="r" b="b"/>
                  <a:pathLst>
                    <a:path w="214753" h="689040">
                      <a:moveTo>
                        <a:pt x="0" y="0"/>
                      </a:moveTo>
                      <a:lnTo>
                        <a:pt x="214754" y="0"/>
                      </a:lnTo>
                      <a:lnTo>
                        <a:pt x="214754" y="689040"/>
                      </a:lnTo>
                      <a:lnTo>
                        <a:pt x="0" y="689040"/>
                      </a:lnTo>
                      <a:close/>
                    </a:path>
                  </a:pathLst>
                </a:custGeom>
                <a:solidFill>
                  <a:srgbClr val="000000">
                    <a:alpha val="10000"/>
                  </a:srgbClr>
                </a:solidFill>
                <a:ln cap="flat">
                  <a:prstDash val="solid"/>
                </a:ln>
              </p:spPr>
              <p:txBody>
                <a:bodyPr vert="horz" lIns="91440" tIns="45720" rIns="91440" bIns="45720" anchor="ctr">
                  <a:normAutofit/>
                </a:bodyPr>
                <a:lstStyle/>
                <a:p>
                  <a:pPr marL="0" algn="l"/>
                  <a:endParaRPr/>
                </a:p>
              </p:txBody>
            </p:sp>
          </p:grpSp>
        </p:grpSp>
        <p:grpSp>
          <p:nvGrpSpPr>
            <p:cNvPr id="9" name="Group 74">
              <a:extLst>
                <a:ext uri="{FF2B5EF4-FFF2-40B4-BE49-F238E27FC236}">
                  <a16:creationId xmlns:a16="http://schemas.microsoft.com/office/drawing/2014/main" id="{861FCA81-8696-B871-385A-C92C442827A5}"/>
                </a:ext>
              </a:extLst>
            </p:cNvPr>
            <p:cNvGrpSpPr/>
            <p:nvPr/>
          </p:nvGrpSpPr>
          <p:grpSpPr>
            <a:xfrm>
              <a:off x="2091651" y="2441100"/>
              <a:ext cx="369964" cy="352344"/>
              <a:chOff x="3611045" y="4607135"/>
              <a:chExt cx="842938" cy="802793"/>
            </a:xfrm>
          </p:grpSpPr>
          <p:sp>
            <p:nvSpPr>
              <p:cNvPr id="71" name="Freeform 75">
                <a:extLst>
                  <a:ext uri="{FF2B5EF4-FFF2-40B4-BE49-F238E27FC236}">
                    <a16:creationId xmlns:a16="http://schemas.microsoft.com/office/drawing/2014/main" id="{DF005398-FE8F-8A77-EF09-CC4D0A0C4D0F}"/>
                  </a:ext>
                </a:extLst>
              </p:cNvPr>
              <p:cNvSpPr/>
              <p:nvPr/>
            </p:nvSpPr>
            <p:spPr>
              <a:xfrm>
                <a:off x="3611045" y="4607135"/>
                <a:ext cx="560457" cy="802788"/>
              </a:xfrm>
              <a:custGeom>
                <a:avLst/>
                <a:gdLst/>
                <a:ahLst/>
                <a:cxnLst/>
                <a:rect l="l" t="t" r="r" b="b"/>
                <a:pathLst>
                  <a:path w="560457" h="802788">
                    <a:moveTo>
                      <a:pt x="414725" y="802789"/>
                    </a:moveTo>
                    <a:lnTo>
                      <a:pt x="145733" y="802789"/>
                    </a:lnTo>
                    <a:cubicBezTo>
                      <a:pt x="65245" y="802789"/>
                      <a:pt x="0" y="737544"/>
                      <a:pt x="0" y="657056"/>
                    </a:cubicBezTo>
                    <a:lnTo>
                      <a:pt x="0" y="0"/>
                    </a:lnTo>
                    <a:lnTo>
                      <a:pt x="560457" y="0"/>
                    </a:lnTo>
                    <a:lnTo>
                      <a:pt x="560457" y="657056"/>
                    </a:lnTo>
                    <a:cubicBezTo>
                      <a:pt x="560457" y="737544"/>
                      <a:pt x="495212" y="802789"/>
                      <a:pt x="414725" y="802789"/>
                    </a:cubicBezTo>
                    <a:close/>
                  </a:path>
                </a:pathLst>
              </a:custGeom>
              <a:solidFill>
                <a:srgbClr val="FFC73C"/>
              </a:solidFill>
              <a:ln cap="flat">
                <a:prstDash val="solid"/>
              </a:ln>
            </p:spPr>
            <p:txBody>
              <a:bodyPr vert="horz" lIns="91440" tIns="45720" rIns="91440" bIns="45720" anchor="ctr">
                <a:normAutofit/>
              </a:bodyPr>
              <a:lstStyle/>
              <a:p>
                <a:pPr marL="0" algn="l"/>
                <a:endParaRPr/>
              </a:p>
            </p:txBody>
          </p:sp>
          <p:sp>
            <p:nvSpPr>
              <p:cNvPr id="72" name="Freeform 76">
                <a:extLst>
                  <a:ext uri="{FF2B5EF4-FFF2-40B4-BE49-F238E27FC236}">
                    <a16:creationId xmlns:a16="http://schemas.microsoft.com/office/drawing/2014/main" id="{00008B07-8C9B-7A8C-5F6A-BEB22BE8ED96}"/>
                  </a:ext>
                </a:extLst>
              </p:cNvPr>
              <p:cNvSpPr/>
              <p:nvPr/>
            </p:nvSpPr>
            <p:spPr>
              <a:xfrm>
                <a:off x="3967293" y="4788705"/>
                <a:ext cx="486691" cy="493840"/>
              </a:xfrm>
              <a:custGeom>
                <a:avLst/>
                <a:gdLst/>
                <a:ahLst/>
                <a:cxnLst/>
                <a:rect l="l" t="t" r="r" b="b"/>
                <a:pathLst>
                  <a:path w="486691" h="493840">
                    <a:moveTo>
                      <a:pt x="243348" y="0"/>
                    </a:moveTo>
                    <a:cubicBezTo>
                      <a:pt x="108952" y="0"/>
                      <a:pt x="0" y="110547"/>
                      <a:pt x="0" y="246918"/>
                    </a:cubicBezTo>
                    <a:cubicBezTo>
                      <a:pt x="0" y="383289"/>
                      <a:pt x="108952" y="493840"/>
                      <a:pt x="243348" y="493840"/>
                    </a:cubicBezTo>
                    <a:cubicBezTo>
                      <a:pt x="377743" y="493840"/>
                      <a:pt x="486691" y="383289"/>
                      <a:pt x="486691" y="246918"/>
                    </a:cubicBezTo>
                    <a:cubicBezTo>
                      <a:pt x="486691" y="110547"/>
                      <a:pt x="377743" y="0"/>
                      <a:pt x="243348" y="0"/>
                    </a:cubicBezTo>
                    <a:close/>
                    <a:moveTo>
                      <a:pt x="243348" y="405784"/>
                    </a:moveTo>
                    <a:cubicBezTo>
                      <a:pt x="156877" y="405784"/>
                      <a:pt x="86779" y="334658"/>
                      <a:pt x="86779" y="246918"/>
                    </a:cubicBezTo>
                    <a:cubicBezTo>
                      <a:pt x="86779" y="159179"/>
                      <a:pt x="156877" y="88052"/>
                      <a:pt x="243348" y="88052"/>
                    </a:cubicBezTo>
                    <a:cubicBezTo>
                      <a:pt x="329814" y="88052"/>
                      <a:pt x="399912" y="159179"/>
                      <a:pt x="399912" y="246918"/>
                    </a:cubicBezTo>
                    <a:cubicBezTo>
                      <a:pt x="399912" y="334658"/>
                      <a:pt x="329814" y="405784"/>
                      <a:pt x="243348" y="405784"/>
                    </a:cubicBezTo>
                    <a:close/>
                  </a:path>
                </a:pathLst>
              </a:custGeom>
              <a:solidFill>
                <a:srgbClr val="FFC73C"/>
              </a:solidFill>
              <a:ln cap="flat">
                <a:prstDash val="solid"/>
              </a:ln>
            </p:spPr>
            <p:txBody>
              <a:bodyPr vert="horz" lIns="91440" tIns="45720" rIns="91440" bIns="45720" anchor="ctr">
                <a:normAutofit fontScale="85000" lnSpcReduction="20000"/>
              </a:bodyPr>
              <a:lstStyle/>
              <a:p>
                <a:pPr marL="0" algn="l"/>
                <a:endParaRPr/>
              </a:p>
            </p:txBody>
          </p:sp>
          <p:sp>
            <p:nvSpPr>
              <p:cNvPr id="73" name="Freeform 77">
                <a:extLst>
                  <a:ext uri="{FF2B5EF4-FFF2-40B4-BE49-F238E27FC236}">
                    <a16:creationId xmlns:a16="http://schemas.microsoft.com/office/drawing/2014/main" id="{F0197B35-A2BA-E38E-341C-4518A2008831}"/>
                  </a:ext>
                </a:extLst>
              </p:cNvPr>
              <p:cNvSpPr/>
              <p:nvPr/>
            </p:nvSpPr>
            <p:spPr>
              <a:xfrm>
                <a:off x="3664546" y="4653924"/>
                <a:ext cx="60603" cy="451286"/>
              </a:xfrm>
              <a:custGeom>
                <a:avLst/>
                <a:gdLst/>
                <a:ahLst/>
                <a:cxnLst/>
                <a:rect l="l" t="t" r="r" b="b"/>
                <a:pathLst>
                  <a:path w="60603" h="451286">
                    <a:moveTo>
                      <a:pt x="30304" y="451286"/>
                    </a:moveTo>
                    <a:lnTo>
                      <a:pt x="30304" y="451286"/>
                    </a:lnTo>
                    <a:cubicBezTo>
                      <a:pt x="13639" y="451286"/>
                      <a:pt x="0" y="437652"/>
                      <a:pt x="0" y="420991"/>
                    </a:cubicBezTo>
                    <a:lnTo>
                      <a:pt x="0" y="30299"/>
                    </a:lnTo>
                    <a:cubicBezTo>
                      <a:pt x="0" y="13635"/>
                      <a:pt x="13635" y="0"/>
                      <a:pt x="30304" y="0"/>
                    </a:cubicBezTo>
                    <a:lnTo>
                      <a:pt x="30304" y="0"/>
                    </a:lnTo>
                    <a:cubicBezTo>
                      <a:pt x="46969" y="0"/>
                      <a:pt x="60603" y="13635"/>
                      <a:pt x="60603" y="30299"/>
                    </a:cubicBezTo>
                    <a:lnTo>
                      <a:pt x="60603" y="420991"/>
                    </a:lnTo>
                    <a:cubicBezTo>
                      <a:pt x="60603" y="437656"/>
                      <a:pt x="46969" y="451286"/>
                      <a:pt x="30304" y="451286"/>
                    </a:cubicBezTo>
                    <a:close/>
                  </a:path>
                </a:pathLst>
              </a:custGeom>
              <a:solidFill>
                <a:srgbClr val="FFFFFF">
                  <a:alpha val="20000"/>
                </a:srgbClr>
              </a:solidFill>
              <a:ln cap="flat">
                <a:prstDash val="solid"/>
              </a:ln>
            </p:spPr>
            <p:txBody>
              <a:bodyPr vert="horz" lIns="91440" tIns="45720" rIns="91440" bIns="45720" anchor="ctr">
                <a:normAutofit fontScale="70000" lnSpcReduction="20000"/>
              </a:bodyPr>
              <a:lstStyle/>
              <a:p>
                <a:pPr marL="0" algn="l"/>
                <a:endParaRPr/>
              </a:p>
            </p:txBody>
          </p:sp>
          <p:sp>
            <p:nvSpPr>
              <p:cNvPr id="74" name="Freeform 78">
                <a:extLst>
                  <a:ext uri="{FF2B5EF4-FFF2-40B4-BE49-F238E27FC236}">
                    <a16:creationId xmlns:a16="http://schemas.microsoft.com/office/drawing/2014/main" id="{4633DB0B-4BD2-BA42-5E82-D9663925A452}"/>
                  </a:ext>
                </a:extLst>
              </p:cNvPr>
              <p:cNvSpPr/>
              <p:nvPr/>
            </p:nvSpPr>
            <p:spPr>
              <a:xfrm>
                <a:off x="3900131" y="4607135"/>
                <a:ext cx="271371" cy="802793"/>
              </a:xfrm>
              <a:custGeom>
                <a:avLst/>
                <a:gdLst/>
                <a:ahLst/>
                <a:cxnLst/>
                <a:rect l="l" t="t" r="r" b="b"/>
                <a:pathLst>
                  <a:path w="271371" h="802793">
                    <a:moveTo>
                      <a:pt x="141939" y="0"/>
                    </a:moveTo>
                    <a:lnTo>
                      <a:pt x="141939" y="660854"/>
                    </a:lnTo>
                    <a:cubicBezTo>
                      <a:pt x="141939" y="739241"/>
                      <a:pt x="78391" y="802793"/>
                      <a:pt x="0" y="802793"/>
                    </a:cubicBezTo>
                    <a:lnTo>
                      <a:pt x="129432" y="802793"/>
                    </a:lnTo>
                    <a:cubicBezTo>
                      <a:pt x="207823" y="802793"/>
                      <a:pt x="271371" y="739245"/>
                      <a:pt x="271371" y="660854"/>
                    </a:cubicBezTo>
                    <a:lnTo>
                      <a:pt x="271371" y="0"/>
                    </a:lnTo>
                    <a:lnTo>
                      <a:pt x="141939" y="0"/>
                    </a:lnTo>
                    <a:close/>
                  </a:path>
                </a:pathLst>
              </a:custGeom>
              <a:solidFill>
                <a:srgbClr val="EFB126"/>
              </a:solidFill>
              <a:ln cap="flat">
                <a:prstDash val="solid"/>
              </a:ln>
            </p:spPr>
            <p:txBody>
              <a:bodyPr vert="horz" lIns="91440" tIns="45720" rIns="91440" bIns="45720" anchor="ctr">
                <a:normAutofit/>
              </a:bodyPr>
              <a:lstStyle/>
              <a:p>
                <a:pPr marL="0" algn="l"/>
                <a:endParaRPr/>
              </a:p>
            </p:txBody>
          </p:sp>
        </p:grpSp>
        <p:grpSp>
          <p:nvGrpSpPr>
            <p:cNvPr id="10" name="Group 79">
              <a:extLst>
                <a:ext uri="{FF2B5EF4-FFF2-40B4-BE49-F238E27FC236}">
                  <a16:creationId xmlns:a16="http://schemas.microsoft.com/office/drawing/2014/main" id="{30A2CB3D-7E95-23B5-EDF4-2BF70FB3DD0E}"/>
                </a:ext>
              </a:extLst>
            </p:cNvPr>
            <p:cNvGrpSpPr/>
            <p:nvPr/>
          </p:nvGrpSpPr>
          <p:grpSpPr>
            <a:xfrm>
              <a:off x="4294066" y="1139550"/>
              <a:ext cx="898819" cy="1652743"/>
              <a:chOff x="8629104" y="1641638"/>
              <a:chExt cx="2047901" cy="3765667"/>
            </a:xfrm>
          </p:grpSpPr>
          <p:grpSp>
            <p:nvGrpSpPr>
              <p:cNvPr id="48" name="Group 80">
                <a:extLst>
                  <a:ext uri="{FF2B5EF4-FFF2-40B4-BE49-F238E27FC236}">
                    <a16:creationId xmlns:a16="http://schemas.microsoft.com/office/drawing/2014/main" id="{1D10AC19-CE16-2739-8DE4-DF8CC1C8081C}"/>
                  </a:ext>
                </a:extLst>
              </p:cNvPr>
              <p:cNvGrpSpPr/>
              <p:nvPr/>
            </p:nvGrpSpPr>
            <p:grpSpPr>
              <a:xfrm>
                <a:off x="8629104" y="1641638"/>
                <a:ext cx="1346929" cy="2987237"/>
                <a:chOff x="8629104" y="1641638"/>
                <a:chExt cx="1346929" cy="2987237"/>
              </a:xfrm>
            </p:grpSpPr>
            <p:sp>
              <p:nvSpPr>
                <p:cNvPr id="62" name="Freeform 81">
                  <a:extLst>
                    <a:ext uri="{FF2B5EF4-FFF2-40B4-BE49-F238E27FC236}">
                      <a16:creationId xmlns:a16="http://schemas.microsoft.com/office/drawing/2014/main" id="{7156BF04-08CC-D0E9-A050-00074627BE4C}"/>
                    </a:ext>
                  </a:extLst>
                </p:cNvPr>
                <p:cNvSpPr/>
                <p:nvPr/>
              </p:nvSpPr>
              <p:spPr>
                <a:xfrm>
                  <a:off x="8726567" y="1729300"/>
                  <a:ext cx="1249466" cy="2765574"/>
                </a:xfrm>
                <a:custGeom>
                  <a:avLst/>
                  <a:gdLst/>
                  <a:ahLst/>
                  <a:cxnLst/>
                  <a:rect l="l" t="t" r="r" b="b"/>
                  <a:pathLst>
                    <a:path w="1249466" h="2765574">
                      <a:moveTo>
                        <a:pt x="715861" y="205702"/>
                      </a:moveTo>
                      <a:cubicBezTo>
                        <a:pt x="659866" y="205376"/>
                        <a:pt x="605517" y="198175"/>
                        <a:pt x="567158" y="143242"/>
                      </a:cubicBezTo>
                      <a:cubicBezTo>
                        <a:pt x="491870" y="35426"/>
                        <a:pt x="376956" y="-61366"/>
                        <a:pt x="248081" y="48272"/>
                      </a:cubicBezTo>
                      <a:cubicBezTo>
                        <a:pt x="173753" y="111507"/>
                        <a:pt x="229646" y="241590"/>
                        <a:pt x="165674" y="304161"/>
                      </a:cubicBezTo>
                      <a:cubicBezTo>
                        <a:pt x="109104" y="359497"/>
                        <a:pt x="37168" y="350350"/>
                        <a:pt x="8236" y="442191"/>
                      </a:cubicBezTo>
                      <a:cubicBezTo>
                        <a:pt x="-34327" y="577298"/>
                        <a:pt x="99815" y="695684"/>
                        <a:pt x="142880" y="812515"/>
                      </a:cubicBezTo>
                      <a:cubicBezTo>
                        <a:pt x="179017" y="910558"/>
                        <a:pt x="97741" y="947921"/>
                        <a:pt x="61227" y="1024320"/>
                      </a:cubicBezTo>
                      <a:cubicBezTo>
                        <a:pt x="33075" y="1083221"/>
                        <a:pt x="47549" y="1146306"/>
                        <a:pt x="78226" y="1202615"/>
                      </a:cubicBezTo>
                      <a:cubicBezTo>
                        <a:pt x="132318" y="1301906"/>
                        <a:pt x="252247" y="1381844"/>
                        <a:pt x="224464" y="1510410"/>
                      </a:cubicBezTo>
                      <a:cubicBezTo>
                        <a:pt x="201276" y="1617712"/>
                        <a:pt x="179712" y="1713343"/>
                        <a:pt x="274390" y="1794666"/>
                      </a:cubicBezTo>
                      <a:cubicBezTo>
                        <a:pt x="339293" y="1850413"/>
                        <a:pt x="459715" y="1901218"/>
                        <a:pt x="450538" y="2004401"/>
                      </a:cubicBezTo>
                      <a:cubicBezTo>
                        <a:pt x="447290" y="2040911"/>
                        <a:pt x="422018" y="2072038"/>
                        <a:pt x="415091" y="2108034"/>
                      </a:cubicBezTo>
                      <a:cubicBezTo>
                        <a:pt x="404127" y="2165002"/>
                        <a:pt x="441027" y="2220449"/>
                        <a:pt x="483885" y="2259548"/>
                      </a:cubicBezTo>
                      <a:cubicBezTo>
                        <a:pt x="581393" y="2348514"/>
                        <a:pt x="667036" y="2432417"/>
                        <a:pt x="740078" y="2544352"/>
                      </a:cubicBezTo>
                      <a:cubicBezTo>
                        <a:pt x="771291" y="2592183"/>
                        <a:pt x="896240" y="2700183"/>
                        <a:pt x="846305" y="2765574"/>
                      </a:cubicBezTo>
                      <a:cubicBezTo>
                        <a:pt x="937075" y="2646713"/>
                        <a:pt x="1033009" y="2531447"/>
                        <a:pt x="1115485" y="2406489"/>
                      </a:cubicBezTo>
                      <a:cubicBezTo>
                        <a:pt x="1183320" y="2303714"/>
                        <a:pt x="1285577" y="2153399"/>
                        <a:pt x="1215968" y="2026818"/>
                      </a:cubicBezTo>
                      <a:cubicBezTo>
                        <a:pt x="1194318" y="1987449"/>
                        <a:pt x="1154057" y="1958109"/>
                        <a:pt x="1143020" y="1914548"/>
                      </a:cubicBezTo>
                      <a:cubicBezTo>
                        <a:pt x="1123102" y="1835891"/>
                        <a:pt x="1200384" y="1762965"/>
                        <a:pt x="1229114" y="1696048"/>
                      </a:cubicBezTo>
                      <a:cubicBezTo>
                        <a:pt x="1274223" y="1590983"/>
                        <a:pt x="1241120" y="1468958"/>
                        <a:pt x="1161662" y="1390091"/>
                      </a:cubicBezTo>
                      <a:cubicBezTo>
                        <a:pt x="1124067" y="1352775"/>
                        <a:pt x="1083270" y="1311743"/>
                        <a:pt x="1077749" y="1259060"/>
                      </a:cubicBezTo>
                      <a:cubicBezTo>
                        <a:pt x="1071719" y="1201535"/>
                        <a:pt x="1107788" y="1147901"/>
                        <a:pt x="1124148" y="1094841"/>
                      </a:cubicBezTo>
                      <a:cubicBezTo>
                        <a:pt x="1139235" y="1045922"/>
                        <a:pt x="1148631" y="993917"/>
                        <a:pt x="1154139" y="943108"/>
                      </a:cubicBezTo>
                      <a:cubicBezTo>
                        <a:pt x="1158026" y="907228"/>
                        <a:pt x="1159527" y="870516"/>
                        <a:pt x="1151087" y="835429"/>
                      </a:cubicBezTo>
                      <a:cubicBezTo>
                        <a:pt x="1135039" y="768696"/>
                        <a:pt x="1074946" y="731599"/>
                        <a:pt x="1030463" y="684249"/>
                      </a:cubicBezTo>
                      <a:cubicBezTo>
                        <a:pt x="924571" y="571524"/>
                        <a:pt x="980233" y="438981"/>
                        <a:pt x="933971" y="307971"/>
                      </a:cubicBezTo>
                      <a:cubicBezTo>
                        <a:pt x="892446" y="190370"/>
                        <a:pt x="802200" y="206207"/>
                        <a:pt x="715861" y="205702"/>
                      </a:cubicBezTo>
                      <a:close/>
                    </a:path>
                  </a:pathLst>
                </a:custGeom>
                <a:solidFill>
                  <a:srgbClr val="3DC8E8"/>
                </a:solidFill>
                <a:ln cap="flat">
                  <a:prstDash val="solid"/>
                </a:ln>
              </p:spPr>
              <p:txBody>
                <a:bodyPr vert="horz" lIns="91440" tIns="45720" rIns="91440" bIns="45720" anchor="ctr">
                  <a:normAutofit/>
                </a:bodyPr>
                <a:lstStyle/>
                <a:p>
                  <a:pPr marL="0" algn="l"/>
                  <a:endParaRPr/>
                </a:p>
              </p:txBody>
            </p:sp>
            <p:grpSp>
              <p:nvGrpSpPr>
                <p:cNvPr id="63" name="Group 82">
                  <a:extLst>
                    <a:ext uri="{FF2B5EF4-FFF2-40B4-BE49-F238E27FC236}">
                      <a16:creationId xmlns:a16="http://schemas.microsoft.com/office/drawing/2014/main" id="{A85A2487-BBFE-1873-A970-DB9DBF3C1277}"/>
                    </a:ext>
                  </a:extLst>
                </p:cNvPr>
                <p:cNvGrpSpPr/>
                <p:nvPr/>
              </p:nvGrpSpPr>
              <p:grpSpPr>
                <a:xfrm>
                  <a:off x="8629104" y="1641638"/>
                  <a:ext cx="1277705" cy="2987237"/>
                  <a:chOff x="8629104" y="1641638"/>
                  <a:chExt cx="1277705" cy="2987237"/>
                </a:xfrm>
                <a:noFill/>
              </p:grpSpPr>
              <p:sp>
                <p:nvSpPr>
                  <p:cNvPr id="64" name="Freeform 83">
                    <a:extLst>
                      <a:ext uri="{FF2B5EF4-FFF2-40B4-BE49-F238E27FC236}">
                        <a16:creationId xmlns:a16="http://schemas.microsoft.com/office/drawing/2014/main" id="{242E25AB-DD55-0921-ABD8-5424C5A3ED2A}"/>
                      </a:ext>
                    </a:extLst>
                  </p:cNvPr>
                  <p:cNvSpPr/>
                  <p:nvPr/>
                </p:nvSpPr>
                <p:spPr>
                  <a:xfrm>
                    <a:off x="8984906" y="1641638"/>
                    <a:ext cx="615144" cy="2987237"/>
                  </a:xfrm>
                  <a:custGeom>
                    <a:avLst/>
                    <a:gdLst/>
                    <a:ahLst/>
                    <a:cxnLst/>
                    <a:rect l="l" t="t" r="r" b="b"/>
                    <a:pathLst>
                      <a:path w="615144" h="2987237">
                        <a:moveTo>
                          <a:pt x="599226" y="2987238"/>
                        </a:moveTo>
                        <a:cubicBezTo>
                          <a:pt x="638557" y="2536556"/>
                          <a:pt x="602433" y="2082299"/>
                          <a:pt x="519180" y="1638449"/>
                        </a:cubicBezTo>
                        <a:cubicBezTo>
                          <a:pt x="439756" y="1215040"/>
                          <a:pt x="335518" y="790174"/>
                          <a:pt x="177477" y="388797"/>
                        </a:cubicBezTo>
                        <a:cubicBezTo>
                          <a:pt x="125257" y="256181"/>
                          <a:pt x="66625" y="126024"/>
                          <a:pt x="0" y="0"/>
                        </a:cubicBezTo>
                      </a:path>
                    </a:pathLst>
                  </a:custGeom>
                  <a:noFill/>
                  <a:ln w="21422" cap="flat">
                    <a:solidFill>
                      <a:srgbClr val="26A8D1"/>
                    </a:solidFill>
                    <a:prstDash val="solid"/>
                  </a:ln>
                </p:spPr>
                <p:txBody>
                  <a:bodyPr vert="horz" lIns="91440" tIns="45720" rIns="91440" bIns="45720" anchor="ctr">
                    <a:normAutofit/>
                  </a:bodyPr>
                  <a:lstStyle/>
                  <a:p>
                    <a:pPr marL="0" algn="l"/>
                    <a:endParaRPr/>
                  </a:p>
                </p:txBody>
              </p:sp>
              <p:sp>
                <p:nvSpPr>
                  <p:cNvPr id="65" name="Freeform 84">
                    <a:extLst>
                      <a:ext uri="{FF2B5EF4-FFF2-40B4-BE49-F238E27FC236}">
                        <a16:creationId xmlns:a16="http://schemas.microsoft.com/office/drawing/2014/main" id="{07E0085B-AE07-5B09-7981-57E76EA641E0}"/>
                      </a:ext>
                    </a:extLst>
                  </p:cNvPr>
                  <p:cNvSpPr/>
                  <p:nvPr/>
                </p:nvSpPr>
                <p:spPr>
                  <a:xfrm>
                    <a:off x="8629104" y="2245973"/>
                    <a:ext cx="745498" cy="405474"/>
                  </a:xfrm>
                  <a:custGeom>
                    <a:avLst/>
                    <a:gdLst/>
                    <a:ahLst/>
                    <a:cxnLst/>
                    <a:rect l="l" t="t" r="r" b="b"/>
                    <a:pathLst>
                      <a:path w="745498" h="405474">
                        <a:moveTo>
                          <a:pt x="0" y="0"/>
                        </a:moveTo>
                        <a:cubicBezTo>
                          <a:pt x="221830" y="78301"/>
                          <a:pt x="433413" y="185573"/>
                          <a:pt x="627678" y="318237"/>
                        </a:cubicBezTo>
                        <a:cubicBezTo>
                          <a:pt x="676966" y="351893"/>
                          <a:pt x="704411" y="362192"/>
                          <a:pt x="745499" y="405475"/>
                        </a:cubicBezTo>
                      </a:path>
                    </a:pathLst>
                  </a:custGeom>
                  <a:noFill/>
                  <a:ln w="21422" cap="flat">
                    <a:solidFill>
                      <a:srgbClr val="26A8D1"/>
                    </a:solidFill>
                    <a:prstDash val="solid"/>
                  </a:ln>
                </p:spPr>
                <p:txBody>
                  <a:bodyPr vert="horz" lIns="91440" tIns="45720" rIns="91440" bIns="45720" anchor="ctr">
                    <a:normAutofit fontScale="62500" lnSpcReduction="20000"/>
                  </a:bodyPr>
                  <a:lstStyle/>
                  <a:p>
                    <a:pPr marL="0" algn="l"/>
                    <a:endParaRPr/>
                  </a:p>
                </p:txBody>
              </p:sp>
              <p:sp>
                <p:nvSpPr>
                  <p:cNvPr id="66" name="Freeform 85">
                    <a:extLst>
                      <a:ext uri="{FF2B5EF4-FFF2-40B4-BE49-F238E27FC236}">
                        <a16:creationId xmlns:a16="http://schemas.microsoft.com/office/drawing/2014/main" id="{0EA18F1D-28DA-50F8-CFDC-44CBF49B03E8}"/>
                      </a:ext>
                    </a:extLst>
                  </p:cNvPr>
                  <p:cNvSpPr/>
                  <p:nvPr/>
                </p:nvSpPr>
                <p:spPr>
                  <a:xfrm>
                    <a:off x="8775287" y="2862349"/>
                    <a:ext cx="704509" cy="271941"/>
                  </a:xfrm>
                  <a:custGeom>
                    <a:avLst/>
                    <a:gdLst/>
                    <a:ahLst/>
                    <a:cxnLst/>
                    <a:rect l="l" t="t" r="r" b="b"/>
                    <a:pathLst>
                      <a:path w="704509" h="271941">
                        <a:moveTo>
                          <a:pt x="704509" y="271941"/>
                        </a:moveTo>
                        <a:cubicBezTo>
                          <a:pt x="491598" y="134348"/>
                          <a:pt x="250141" y="41144"/>
                          <a:pt x="0" y="0"/>
                        </a:cubicBezTo>
                      </a:path>
                    </a:pathLst>
                  </a:custGeom>
                  <a:noFill/>
                  <a:ln w="21422" cap="flat">
                    <a:solidFill>
                      <a:srgbClr val="26A8D1"/>
                    </a:solidFill>
                    <a:prstDash val="solid"/>
                  </a:ln>
                </p:spPr>
                <p:txBody>
                  <a:bodyPr vert="horz" lIns="91440" tIns="45720" rIns="91440" bIns="45720" anchor="ctr">
                    <a:normAutofit fontScale="25000" lnSpcReduction="20000"/>
                  </a:bodyPr>
                  <a:lstStyle/>
                  <a:p>
                    <a:pPr marL="0" algn="l"/>
                    <a:endParaRPr/>
                  </a:p>
                </p:txBody>
              </p:sp>
              <p:sp>
                <p:nvSpPr>
                  <p:cNvPr id="67" name="Freeform 86">
                    <a:extLst>
                      <a:ext uri="{FF2B5EF4-FFF2-40B4-BE49-F238E27FC236}">
                        <a16:creationId xmlns:a16="http://schemas.microsoft.com/office/drawing/2014/main" id="{A56FBC3D-63D9-269E-7C8A-911191AAD148}"/>
                      </a:ext>
                    </a:extLst>
                  </p:cNvPr>
                  <p:cNvSpPr/>
                  <p:nvPr/>
                </p:nvSpPr>
                <p:spPr>
                  <a:xfrm>
                    <a:off x="8868238" y="3366437"/>
                    <a:ext cx="695765" cy="349230"/>
                  </a:xfrm>
                  <a:custGeom>
                    <a:avLst/>
                    <a:gdLst/>
                    <a:ahLst/>
                    <a:cxnLst/>
                    <a:rect l="l" t="t" r="r" b="b"/>
                    <a:pathLst>
                      <a:path w="695765" h="349230">
                        <a:moveTo>
                          <a:pt x="695765" y="349231"/>
                        </a:moveTo>
                        <a:cubicBezTo>
                          <a:pt x="497616" y="177519"/>
                          <a:pt x="256081" y="56283"/>
                          <a:pt x="0" y="0"/>
                        </a:cubicBezTo>
                      </a:path>
                    </a:pathLst>
                  </a:custGeom>
                  <a:noFill/>
                  <a:ln w="21422" cap="flat">
                    <a:solidFill>
                      <a:srgbClr val="26A8D1"/>
                    </a:solidFill>
                    <a:prstDash val="solid"/>
                  </a:ln>
                </p:spPr>
                <p:txBody>
                  <a:bodyPr vert="horz" lIns="91440" tIns="45720" rIns="91440" bIns="45720" anchor="ctr">
                    <a:normAutofit fontScale="47500" lnSpcReduction="20000"/>
                  </a:bodyPr>
                  <a:lstStyle/>
                  <a:p>
                    <a:pPr marL="0" algn="l"/>
                    <a:endParaRPr/>
                  </a:p>
                </p:txBody>
              </p:sp>
              <p:sp>
                <p:nvSpPr>
                  <p:cNvPr id="68" name="Freeform 87">
                    <a:extLst>
                      <a:ext uri="{FF2B5EF4-FFF2-40B4-BE49-F238E27FC236}">
                        <a16:creationId xmlns:a16="http://schemas.microsoft.com/office/drawing/2014/main" id="{BC7EA027-63FF-6DAB-1CBD-16A7403DCD3A}"/>
                      </a:ext>
                    </a:extLst>
                  </p:cNvPr>
                  <p:cNvSpPr/>
                  <p:nvPr/>
                </p:nvSpPr>
                <p:spPr>
                  <a:xfrm>
                    <a:off x="9363591" y="1945314"/>
                    <a:ext cx="174171" cy="691290"/>
                  </a:xfrm>
                  <a:custGeom>
                    <a:avLst/>
                    <a:gdLst/>
                    <a:ahLst/>
                    <a:cxnLst/>
                    <a:rect l="l" t="t" r="r" b="b"/>
                    <a:pathLst>
                      <a:path w="174171" h="691290">
                        <a:moveTo>
                          <a:pt x="0" y="691291"/>
                        </a:moveTo>
                        <a:cubicBezTo>
                          <a:pt x="15486" y="452846"/>
                          <a:pt x="74829" y="217317"/>
                          <a:pt x="174172" y="0"/>
                        </a:cubicBezTo>
                      </a:path>
                    </a:pathLst>
                  </a:custGeom>
                  <a:noFill/>
                  <a:ln w="21422" cap="flat">
                    <a:solidFill>
                      <a:srgbClr val="26A8D1"/>
                    </a:solidFill>
                    <a:prstDash val="solid"/>
                  </a:ln>
                </p:spPr>
                <p:txBody>
                  <a:bodyPr vert="horz" lIns="91440" tIns="45720" rIns="91440" bIns="45720" anchor="ctr">
                    <a:normAutofit/>
                  </a:bodyPr>
                  <a:lstStyle/>
                  <a:p>
                    <a:pPr marL="0" algn="l"/>
                    <a:endParaRPr/>
                  </a:p>
                </p:txBody>
              </p:sp>
              <p:sp>
                <p:nvSpPr>
                  <p:cNvPr id="69" name="Freeform 88">
                    <a:extLst>
                      <a:ext uri="{FF2B5EF4-FFF2-40B4-BE49-F238E27FC236}">
                        <a16:creationId xmlns:a16="http://schemas.microsoft.com/office/drawing/2014/main" id="{9C870CE5-8ED7-0BE2-415F-5C00849CED4D}"/>
                      </a:ext>
                    </a:extLst>
                  </p:cNvPr>
                  <p:cNvSpPr/>
                  <p:nvPr/>
                </p:nvSpPr>
                <p:spPr>
                  <a:xfrm>
                    <a:off x="9477083" y="2547562"/>
                    <a:ext cx="424373" cy="567070"/>
                  </a:xfrm>
                  <a:custGeom>
                    <a:avLst/>
                    <a:gdLst/>
                    <a:ahLst/>
                    <a:cxnLst/>
                    <a:rect l="l" t="t" r="r" b="b"/>
                    <a:pathLst>
                      <a:path w="424373" h="567070">
                        <a:moveTo>
                          <a:pt x="0" y="567071"/>
                        </a:moveTo>
                        <a:cubicBezTo>
                          <a:pt x="100680" y="351678"/>
                          <a:pt x="246116" y="157340"/>
                          <a:pt x="424373" y="0"/>
                        </a:cubicBezTo>
                      </a:path>
                    </a:pathLst>
                  </a:custGeom>
                  <a:noFill/>
                  <a:ln w="21422" cap="flat">
                    <a:solidFill>
                      <a:srgbClr val="26A8D1"/>
                    </a:solidFill>
                    <a:prstDash val="solid"/>
                  </a:ln>
                </p:spPr>
                <p:txBody>
                  <a:bodyPr vert="horz" lIns="91440" tIns="45720" rIns="91440" bIns="45720" anchor="ctr">
                    <a:normAutofit fontScale="92500" lnSpcReduction="10000"/>
                  </a:bodyPr>
                  <a:lstStyle/>
                  <a:p>
                    <a:pPr marL="0" algn="l"/>
                    <a:endParaRPr/>
                  </a:p>
                </p:txBody>
              </p:sp>
              <p:sp>
                <p:nvSpPr>
                  <p:cNvPr id="70" name="Freeform 89">
                    <a:extLst>
                      <a:ext uri="{FF2B5EF4-FFF2-40B4-BE49-F238E27FC236}">
                        <a16:creationId xmlns:a16="http://schemas.microsoft.com/office/drawing/2014/main" id="{719B7D3E-97A3-6810-8A40-3188F5786A31}"/>
                      </a:ext>
                    </a:extLst>
                  </p:cNvPr>
                  <p:cNvSpPr/>
                  <p:nvPr/>
                </p:nvSpPr>
                <p:spPr>
                  <a:xfrm>
                    <a:off x="9577192" y="3226787"/>
                    <a:ext cx="329617" cy="505417"/>
                  </a:xfrm>
                  <a:custGeom>
                    <a:avLst/>
                    <a:gdLst/>
                    <a:ahLst/>
                    <a:cxnLst/>
                    <a:rect l="l" t="t" r="r" b="b"/>
                    <a:pathLst>
                      <a:path w="329617" h="505417">
                        <a:moveTo>
                          <a:pt x="0" y="505418"/>
                        </a:moveTo>
                        <a:cubicBezTo>
                          <a:pt x="13914" y="438873"/>
                          <a:pt x="38320" y="374528"/>
                          <a:pt x="72031" y="315489"/>
                        </a:cubicBezTo>
                        <a:cubicBezTo>
                          <a:pt x="111250" y="246811"/>
                          <a:pt x="162569" y="185903"/>
                          <a:pt x="214819" y="126539"/>
                        </a:cubicBezTo>
                        <a:cubicBezTo>
                          <a:pt x="252447" y="83783"/>
                          <a:pt x="290720" y="41598"/>
                          <a:pt x="329617" y="0"/>
                        </a:cubicBezTo>
                      </a:path>
                    </a:pathLst>
                  </a:custGeom>
                  <a:noFill/>
                  <a:ln w="21422" cap="flat">
                    <a:solidFill>
                      <a:srgbClr val="26A8D1"/>
                    </a:solidFill>
                    <a:prstDash val="solid"/>
                  </a:ln>
                </p:spPr>
                <p:txBody>
                  <a:bodyPr vert="horz" lIns="91440" tIns="45720" rIns="91440" bIns="45720" anchor="ctr">
                    <a:normAutofit fontScale="85000" lnSpcReduction="20000"/>
                  </a:bodyPr>
                  <a:lstStyle/>
                  <a:p>
                    <a:pPr marL="0" algn="l"/>
                    <a:endParaRPr/>
                  </a:p>
                </p:txBody>
              </p:sp>
            </p:grpSp>
          </p:grpSp>
          <p:grpSp>
            <p:nvGrpSpPr>
              <p:cNvPr id="49" name="Group 90">
                <a:extLst>
                  <a:ext uri="{FF2B5EF4-FFF2-40B4-BE49-F238E27FC236}">
                    <a16:creationId xmlns:a16="http://schemas.microsoft.com/office/drawing/2014/main" id="{F0B51A0A-A5EA-0787-41E9-FF4282FC8285}"/>
                  </a:ext>
                </a:extLst>
              </p:cNvPr>
              <p:cNvGrpSpPr/>
              <p:nvPr/>
            </p:nvGrpSpPr>
            <p:grpSpPr>
              <a:xfrm>
                <a:off x="9482456" y="2606965"/>
                <a:ext cx="1194549" cy="2083923"/>
                <a:chOff x="9482456" y="2606965"/>
                <a:chExt cx="1194549" cy="2083923"/>
              </a:xfrm>
            </p:grpSpPr>
            <p:sp>
              <p:nvSpPr>
                <p:cNvPr id="53" name="Freeform 91">
                  <a:extLst>
                    <a:ext uri="{FF2B5EF4-FFF2-40B4-BE49-F238E27FC236}">
                      <a16:creationId xmlns:a16="http://schemas.microsoft.com/office/drawing/2014/main" id="{9AA95D38-6422-832D-9B38-120DE5B1A0D1}"/>
                    </a:ext>
                  </a:extLst>
                </p:cNvPr>
                <p:cNvSpPr/>
                <p:nvPr/>
              </p:nvSpPr>
              <p:spPr>
                <a:xfrm>
                  <a:off x="9482456" y="2654082"/>
                  <a:ext cx="1129100" cy="1941171"/>
                </a:xfrm>
                <a:custGeom>
                  <a:avLst/>
                  <a:gdLst/>
                  <a:ahLst/>
                  <a:cxnLst/>
                  <a:rect l="l" t="t" r="r" b="b"/>
                  <a:pathLst>
                    <a:path w="1129100" h="1941171">
                      <a:moveTo>
                        <a:pt x="647633" y="102357"/>
                      </a:moveTo>
                      <a:cubicBezTo>
                        <a:pt x="688296" y="109871"/>
                        <a:pt x="728716" y="112169"/>
                        <a:pt x="764141" y="77634"/>
                      </a:cubicBezTo>
                      <a:cubicBezTo>
                        <a:pt x="833672" y="9847"/>
                        <a:pt x="930431" y="-44460"/>
                        <a:pt x="1008736" y="52911"/>
                      </a:cubicBezTo>
                      <a:cubicBezTo>
                        <a:pt x="1053900" y="109065"/>
                        <a:pt x="995351" y="195690"/>
                        <a:pt x="1033095" y="249933"/>
                      </a:cubicBezTo>
                      <a:cubicBezTo>
                        <a:pt x="1066471" y="297900"/>
                        <a:pt x="1119917" y="301222"/>
                        <a:pt x="1128194" y="371847"/>
                      </a:cubicBezTo>
                      <a:cubicBezTo>
                        <a:pt x="1140367" y="475741"/>
                        <a:pt x="1026678" y="543048"/>
                        <a:pt x="979268" y="621834"/>
                      </a:cubicBezTo>
                      <a:cubicBezTo>
                        <a:pt x="939483" y="687949"/>
                        <a:pt x="993267" y="726303"/>
                        <a:pt x="1009177" y="786773"/>
                      </a:cubicBezTo>
                      <a:cubicBezTo>
                        <a:pt x="1021445" y="833394"/>
                        <a:pt x="1002212" y="877153"/>
                        <a:pt x="972170" y="913753"/>
                      </a:cubicBezTo>
                      <a:cubicBezTo>
                        <a:pt x="919188" y="978287"/>
                        <a:pt x="821132" y="1019675"/>
                        <a:pt x="823488" y="1116780"/>
                      </a:cubicBezTo>
                      <a:cubicBezTo>
                        <a:pt x="825456" y="1197824"/>
                        <a:pt x="827865" y="1270176"/>
                        <a:pt x="747926" y="1316060"/>
                      </a:cubicBezTo>
                      <a:cubicBezTo>
                        <a:pt x="693135" y="1347517"/>
                        <a:pt x="598748" y="1367697"/>
                        <a:pt x="591123" y="1443812"/>
                      </a:cubicBezTo>
                      <a:cubicBezTo>
                        <a:pt x="588427" y="1470747"/>
                        <a:pt x="602447" y="1496820"/>
                        <a:pt x="602490" y="1523892"/>
                      </a:cubicBezTo>
                      <a:cubicBezTo>
                        <a:pt x="602558" y="1566733"/>
                        <a:pt x="568114" y="1601842"/>
                        <a:pt x="531616" y="1624276"/>
                      </a:cubicBezTo>
                      <a:cubicBezTo>
                        <a:pt x="448570" y="1675312"/>
                        <a:pt x="374834" y="1724322"/>
                        <a:pt x="306361" y="1795405"/>
                      </a:cubicBezTo>
                      <a:cubicBezTo>
                        <a:pt x="277103" y="1825781"/>
                        <a:pt x="171516" y="1886826"/>
                        <a:pt x="198686" y="1941172"/>
                      </a:cubicBezTo>
                      <a:cubicBezTo>
                        <a:pt x="149295" y="1842386"/>
                        <a:pt x="95662" y="1745500"/>
                        <a:pt x="53134" y="1643440"/>
                      </a:cubicBezTo>
                      <a:cubicBezTo>
                        <a:pt x="18154" y="1559502"/>
                        <a:pt x="-35214" y="1436311"/>
                        <a:pt x="32800" y="1354127"/>
                      </a:cubicBezTo>
                      <a:cubicBezTo>
                        <a:pt x="53953" y="1328568"/>
                        <a:pt x="87218" y="1312854"/>
                        <a:pt x="101251" y="1282786"/>
                      </a:cubicBezTo>
                      <a:cubicBezTo>
                        <a:pt x="126588" y="1228488"/>
                        <a:pt x="80621" y="1164893"/>
                        <a:pt x="69044" y="1112374"/>
                      </a:cubicBezTo>
                      <a:cubicBezTo>
                        <a:pt x="50867" y="1029919"/>
                        <a:pt x="91770" y="945986"/>
                        <a:pt x="160324" y="899780"/>
                      </a:cubicBezTo>
                      <a:cubicBezTo>
                        <a:pt x="192759" y="877916"/>
                        <a:pt x="228030" y="853797"/>
                        <a:pt x="239329" y="816348"/>
                      </a:cubicBezTo>
                      <a:cubicBezTo>
                        <a:pt x="251664" y="775457"/>
                        <a:pt x="232924" y="731557"/>
                        <a:pt x="228403" y="690804"/>
                      </a:cubicBezTo>
                      <a:cubicBezTo>
                        <a:pt x="224233" y="653230"/>
                        <a:pt x="224609" y="614208"/>
                        <a:pt x="227648" y="576588"/>
                      </a:cubicBezTo>
                      <a:cubicBezTo>
                        <a:pt x="229791" y="550022"/>
                        <a:pt x="233791" y="523186"/>
                        <a:pt x="244768" y="498900"/>
                      </a:cubicBezTo>
                      <a:cubicBezTo>
                        <a:pt x="265646" y="452715"/>
                        <a:pt x="314373" y="434126"/>
                        <a:pt x="353189" y="405935"/>
                      </a:cubicBezTo>
                      <a:cubicBezTo>
                        <a:pt x="445605" y="338825"/>
                        <a:pt x="423573" y="234974"/>
                        <a:pt x="475261" y="146347"/>
                      </a:cubicBezTo>
                      <a:cubicBezTo>
                        <a:pt x="521663" y="66794"/>
                        <a:pt x="584933" y="90772"/>
                        <a:pt x="647633" y="102357"/>
                      </a:cubicBezTo>
                      <a:close/>
                    </a:path>
                  </a:pathLst>
                </a:custGeom>
                <a:solidFill>
                  <a:srgbClr val="26A8D1"/>
                </a:solidFill>
                <a:ln cap="flat">
                  <a:prstDash val="solid"/>
                </a:ln>
              </p:spPr>
              <p:txBody>
                <a:bodyPr vert="horz" lIns="91440" tIns="45720" rIns="91440" bIns="45720" anchor="ctr">
                  <a:normAutofit/>
                </a:bodyPr>
                <a:lstStyle/>
                <a:p>
                  <a:pPr marL="0" algn="l"/>
                  <a:endParaRPr/>
                </a:p>
              </p:txBody>
            </p:sp>
            <p:grpSp>
              <p:nvGrpSpPr>
                <p:cNvPr id="54" name="Group 92">
                  <a:extLst>
                    <a:ext uri="{FF2B5EF4-FFF2-40B4-BE49-F238E27FC236}">
                      <a16:creationId xmlns:a16="http://schemas.microsoft.com/office/drawing/2014/main" id="{03636CD5-0DF7-9D73-605B-E8D74ABBBFFD}"/>
                    </a:ext>
                  </a:extLst>
                </p:cNvPr>
                <p:cNvGrpSpPr/>
                <p:nvPr/>
              </p:nvGrpSpPr>
              <p:grpSpPr>
                <a:xfrm>
                  <a:off x="9614440" y="2606965"/>
                  <a:ext cx="1062565" cy="2083923"/>
                  <a:chOff x="9614440" y="2606965"/>
                  <a:chExt cx="1062565" cy="2083923"/>
                </a:xfrm>
                <a:noFill/>
              </p:grpSpPr>
              <p:sp>
                <p:nvSpPr>
                  <p:cNvPr id="55" name="Freeform 93">
                    <a:extLst>
                      <a:ext uri="{FF2B5EF4-FFF2-40B4-BE49-F238E27FC236}">
                        <a16:creationId xmlns:a16="http://schemas.microsoft.com/office/drawing/2014/main" id="{44932B98-B2FC-8944-70CA-63B553BDBE2C}"/>
                      </a:ext>
                    </a:extLst>
                  </p:cNvPr>
                  <p:cNvSpPr/>
                  <p:nvPr/>
                </p:nvSpPr>
                <p:spPr>
                  <a:xfrm>
                    <a:off x="9654430" y="2606965"/>
                    <a:ext cx="848137" cy="2083923"/>
                  </a:xfrm>
                  <a:custGeom>
                    <a:avLst/>
                    <a:gdLst/>
                    <a:ahLst/>
                    <a:cxnLst/>
                    <a:rect l="l" t="t" r="r" b="b"/>
                    <a:pathLst>
                      <a:path w="848137" h="2083923">
                        <a:moveTo>
                          <a:pt x="0" y="2083924"/>
                        </a:moveTo>
                        <a:cubicBezTo>
                          <a:pt x="33853" y="1751568"/>
                          <a:pt x="122930" y="1427060"/>
                          <a:pt x="244754" y="1116628"/>
                        </a:cubicBezTo>
                        <a:cubicBezTo>
                          <a:pt x="360971" y="820491"/>
                          <a:pt x="495393" y="526733"/>
                          <a:pt x="665586" y="257458"/>
                        </a:cubicBezTo>
                        <a:cubicBezTo>
                          <a:pt x="721818" y="168488"/>
                          <a:pt x="782365" y="82193"/>
                          <a:pt x="848138" y="0"/>
                        </a:cubicBezTo>
                      </a:path>
                    </a:pathLst>
                  </a:custGeom>
                  <a:noFill/>
                  <a:ln w="21422" cap="flat">
                    <a:solidFill>
                      <a:srgbClr val="3DC8E8"/>
                    </a:solidFill>
                    <a:prstDash val="solid"/>
                  </a:ln>
                </p:spPr>
                <p:txBody>
                  <a:bodyPr vert="horz" lIns="91440" tIns="45720" rIns="91440" bIns="45720" anchor="ctr">
                    <a:normAutofit/>
                  </a:bodyPr>
                  <a:lstStyle/>
                  <a:p>
                    <a:pPr marL="0" algn="l"/>
                    <a:endParaRPr/>
                  </a:p>
                </p:txBody>
              </p:sp>
              <p:sp>
                <p:nvSpPr>
                  <p:cNvPr id="56" name="Freeform 94">
                    <a:extLst>
                      <a:ext uri="{FF2B5EF4-FFF2-40B4-BE49-F238E27FC236}">
                        <a16:creationId xmlns:a16="http://schemas.microsoft.com/office/drawing/2014/main" id="{A0B6AA80-4042-50CD-79E7-395EEAA9B41E}"/>
                      </a:ext>
                    </a:extLst>
                  </p:cNvPr>
                  <p:cNvSpPr/>
                  <p:nvPr/>
                </p:nvSpPr>
                <p:spPr>
                  <a:xfrm>
                    <a:off x="10080119" y="3094582"/>
                    <a:ext cx="596886" cy="190935"/>
                  </a:xfrm>
                  <a:custGeom>
                    <a:avLst/>
                    <a:gdLst/>
                    <a:ahLst/>
                    <a:cxnLst/>
                    <a:rect l="l" t="t" r="r" b="b"/>
                    <a:pathLst>
                      <a:path w="596886" h="190935">
                        <a:moveTo>
                          <a:pt x="596887" y="0"/>
                        </a:moveTo>
                        <a:cubicBezTo>
                          <a:pt x="425140" y="26090"/>
                          <a:pt x="256815" y="74619"/>
                          <a:pt x="97538" y="143962"/>
                        </a:cubicBezTo>
                        <a:cubicBezTo>
                          <a:pt x="57128" y="161553"/>
                          <a:pt x="35795" y="165226"/>
                          <a:pt x="0" y="190935"/>
                        </a:cubicBezTo>
                      </a:path>
                    </a:pathLst>
                  </a:custGeom>
                  <a:noFill/>
                  <a:ln w="21422" cap="flat">
                    <a:solidFill>
                      <a:srgbClr val="3DC8E8"/>
                    </a:solidFill>
                    <a:prstDash val="solid"/>
                  </a:ln>
                </p:spPr>
                <p:txBody>
                  <a:bodyPr vert="horz" lIns="91440" tIns="45720" rIns="91440" bIns="45720" anchor="ctr">
                    <a:normAutofit fontScale="25000" lnSpcReduction="20000"/>
                  </a:bodyPr>
                  <a:lstStyle/>
                  <a:p>
                    <a:pPr marL="0" algn="l"/>
                    <a:endParaRPr/>
                  </a:p>
                </p:txBody>
              </p:sp>
              <p:sp>
                <p:nvSpPr>
                  <p:cNvPr id="57" name="Freeform 95">
                    <a:extLst>
                      <a:ext uri="{FF2B5EF4-FFF2-40B4-BE49-F238E27FC236}">
                        <a16:creationId xmlns:a16="http://schemas.microsoft.com/office/drawing/2014/main" id="{5F031325-13F2-A182-67F4-4F89032D2CAF}"/>
                      </a:ext>
                    </a:extLst>
                  </p:cNvPr>
                  <p:cNvSpPr/>
                  <p:nvPr/>
                </p:nvSpPr>
                <p:spPr>
                  <a:xfrm>
                    <a:off x="9936985" y="3521014"/>
                    <a:ext cx="548669" cy="100184"/>
                  </a:xfrm>
                  <a:custGeom>
                    <a:avLst/>
                    <a:gdLst/>
                    <a:ahLst/>
                    <a:cxnLst/>
                    <a:rect l="l" t="t" r="r" b="b"/>
                    <a:pathLst>
                      <a:path w="548669" h="100184">
                        <a:moveTo>
                          <a:pt x="0" y="100185"/>
                        </a:moveTo>
                        <a:cubicBezTo>
                          <a:pt x="173485" y="29848"/>
                          <a:pt x="361532" y="-4335"/>
                          <a:pt x="548669" y="440"/>
                        </a:cubicBezTo>
                      </a:path>
                    </a:pathLst>
                  </a:custGeom>
                  <a:noFill/>
                  <a:ln w="21422" cap="flat">
                    <a:solidFill>
                      <a:srgbClr val="3DC8E8"/>
                    </a:solidFill>
                    <a:prstDash val="solid"/>
                  </a:ln>
                </p:spPr>
                <p:txBody>
                  <a:bodyPr vert="horz" lIns="91440" tIns="45720" rIns="91440" bIns="45720" anchor="ctr">
                    <a:normAutofit fontScale="25000" lnSpcReduction="20000"/>
                  </a:bodyPr>
                  <a:lstStyle/>
                  <a:p>
                    <a:pPr marL="0" algn="l"/>
                    <a:endParaRPr/>
                  </a:p>
                </p:txBody>
              </p:sp>
              <p:sp>
                <p:nvSpPr>
                  <p:cNvPr id="58" name="Freeform 96">
                    <a:extLst>
                      <a:ext uri="{FF2B5EF4-FFF2-40B4-BE49-F238E27FC236}">
                        <a16:creationId xmlns:a16="http://schemas.microsoft.com/office/drawing/2014/main" id="{805030D0-1A94-7DDE-4756-B421D31C94A4}"/>
                      </a:ext>
                    </a:extLst>
                  </p:cNvPr>
                  <p:cNvSpPr/>
                  <p:nvPr/>
                </p:nvSpPr>
                <p:spPr>
                  <a:xfrm>
                    <a:off x="9795431" y="3874242"/>
                    <a:ext cx="553029" cy="157018"/>
                  </a:xfrm>
                  <a:custGeom>
                    <a:avLst/>
                    <a:gdLst/>
                    <a:ahLst/>
                    <a:cxnLst/>
                    <a:rect l="l" t="t" r="r" b="b"/>
                    <a:pathLst>
                      <a:path w="553029" h="157018">
                        <a:moveTo>
                          <a:pt x="0" y="157018"/>
                        </a:moveTo>
                        <a:cubicBezTo>
                          <a:pt x="167499" y="59887"/>
                          <a:pt x="359484" y="5379"/>
                          <a:pt x="553030" y="0"/>
                        </a:cubicBezTo>
                      </a:path>
                    </a:pathLst>
                  </a:custGeom>
                  <a:noFill/>
                  <a:ln w="21422" cap="flat">
                    <a:solidFill>
                      <a:srgbClr val="3DC8E8"/>
                    </a:solidFill>
                    <a:prstDash val="solid"/>
                  </a:ln>
                </p:spPr>
                <p:txBody>
                  <a:bodyPr vert="horz" lIns="91440" tIns="45720" rIns="91440" bIns="45720" anchor="ctr">
                    <a:normAutofit fontScale="25000" lnSpcReduction="20000"/>
                  </a:bodyPr>
                  <a:lstStyle/>
                  <a:p>
                    <a:pPr marL="0" algn="l"/>
                    <a:endParaRPr/>
                  </a:p>
                </p:txBody>
              </p:sp>
              <p:sp>
                <p:nvSpPr>
                  <p:cNvPr id="59" name="Freeform 97">
                    <a:extLst>
                      <a:ext uri="{FF2B5EF4-FFF2-40B4-BE49-F238E27FC236}">
                        <a16:creationId xmlns:a16="http://schemas.microsoft.com/office/drawing/2014/main" id="{A5E09877-DA97-8DA5-BECB-230D6480FA5E}"/>
                      </a:ext>
                    </a:extLst>
                  </p:cNvPr>
                  <p:cNvSpPr/>
                  <p:nvPr/>
                </p:nvSpPr>
                <p:spPr>
                  <a:xfrm>
                    <a:off x="10059507" y="2750722"/>
                    <a:ext cx="41714" cy="525554"/>
                  </a:xfrm>
                  <a:custGeom>
                    <a:avLst/>
                    <a:gdLst/>
                    <a:ahLst/>
                    <a:cxnLst/>
                    <a:rect l="l" t="t" r="r" b="b"/>
                    <a:pathLst>
                      <a:path w="41714" h="525554">
                        <a:moveTo>
                          <a:pt x="30655" y="525554"/>
                        </a:moveTo>
                        <a:cubicBezTo>
                          <a:pt x="52425" y="350448"/>
                          <a:pt x="41979" y="171390"/>
                          <a:pt x="0" y="0"/>
                        </a:cubicBezTo>
                      </a:path>
                    </a:pathLst>
                  </a:custGeom>
                  <a:noFill/>
                  <a:ln w="21422" cap="flat">
                    <a:solidFill>
                      <a:srgbClr val="3DC8E8"/>
                    </a:solidFill>
                    <a:prstDash val="solid"/>
                  </a:ln>
                </p:spPr>
                <p:txBody>
                  <a:bodyPr vert="horz" lIns="91440" tIns="45720" rIns="91440" bIns="45720" anchor="ctr">
                    <a:normAutofit fontScale="92500" lnSpcReduction="20000"/>
                  </a:bodyPr>
                  <a:lstStyle/>
                  <a:p>
                    <a:pPr marL="0" algn="l"/>
                    <a:endParaRPr/>
                  </a:p>
                </p:txBody>
              </p:sp>
              <p:sp>
                <p:nvSpPr>
                  <p:cNvPr id="60" name="Freeform 98">
                    <a:extLst>
                      <a:ext uri="{FF2B5EF4-FFF2-40B4-BE49-F238E27FC236}">
                        <a16:creationId xmlns:a16="http://schemas.microsoft.com/office/drawing/2014/main" id="{5E3D71FC-C912-C88F-D587-AB98DDE72326}"/>
                      </a:ext>
                    </a:extLst>
                  </p:cNvPr>
                  <p:cNvSpPr/>
                  <p:nvPr/>
                </p:nvSpPr>
                <p:spPr>
                  <a:xfrm>
                    <a:off x="9712333" y="3137239"/>
                    <a:ext cx="229340" cy="470077"/>
                  </a:xfrm>
                  <a:custGeom>
                    <a:avLst/>
                    <a:gdLst/>
                    <a:ahLst/>
                    <a:cxnLst/>
                    <a:rect l="l" t="t" r="r" b="b"/>
                    <a:pathLst>
                      <a:path w="229340" h="470077">
                        <a:moveTo>
                          <a:pt x="229341" y="470077"/>
                        </a:moveTo>
                        <a:cubicBezTo>
                          <a:pt x="186122" y="299905"/>
                          <a:pt x="107525" y="138802"/>
                          <a:pt x="0" y="0"/>
                        </a:cubicBezTo>
                      </a:path>
                    </a:pathLst>
                  </a:custGeom>
                  <a:noFill/>
                  <a:ln w="21422" cap="flat">
                    <a:solidFill>
                      <a:srgbClr val="3DC8E8"/>
                    </a:solidFill>
                    <a:prstDash val="solid"/>
                  </a:ln>
                </p:spPr>
                <p:txBody>
                  <a:bodyPr vert="horz" lIns="91440" tIns="45720" rIns="91440" bIns="45720" anchor="ctr">
                    <a:normAutofit fontScale="77500" lnSpcReduction="20000"/>
                  </a:bodyPr>
                  <a:lstStyle/>
                  <a:p>
                    <a:pPr marL="0" algn="l"/>
                    <a:endParaRPr/>
                  </a:p>
                </p:txBody>
              </p:sp>
              <p:sp>
                <p:nvSpPr>
                  <p:cNvPr id="61" name="Freeform 99">
                    <a:extLst>
                      <a:ext uri="{FF2B5EF4-FFF2-40B4-BE49-F238E27FC236}">
                        <a16:creationId xmlns:a16="http://schemas.microsoft.com/office/drawing/2014/main" id="{CE98A257-E815-D52F-0407-E17C25728EC0}"/>
                      </a:ext>
                    </a:extLst>
                  </p:cNvPr>
                  <p:cNvSpPr/>
                  <p:nvPr/>
                </p:nvSpPr>
                <p:spPr>
                  <a:xfrm>
                    <a:off x="9614440" y="3629184"/>
                    <a:ext cx="169135" cy="412243"/>
                  </a:xfrm>
                  <a:custGeom>
                    <a:avLst/>
                    <a:gdLst/>
                    <a:ahLst/>
                    <a:cxnLst/>
                    <a:rect l="l" t="t" r="r" b="b"/>
                    <a:pathLst>
                      <a:path w="169135" h="412243">
                        <a:moveTo>
                          <a:pt x="169135" y="412243"/>
                        </a:moveTo>
                        <a:cubicBezTo>
                          <a:pt x="168252" y="362047"/>
                          <a:pt x="159457" y="311996"/>
                          <a:pt x="143177" y="264505"/>
                        </a:cubicBezTo>
                        <a:cubicBezTo>
                          <a:pt x="124232" y="209259"/>
                          <a:pt x="95441" y="157974"/>
                          <a:pt x="65759" y="107679"/>
                        </a:cubicBezTo>
                        <a:cubicBezTo>
                          <a:pt x="44384" y="71456"/>
                          <a:pt x="22460" y="35559"/>
                          <a:pt x="0" y="0"/>
                        </a:cubicBezTo>
                      </a:path>
                    </a:pathLst>
                  </a:custGeom>
                  <a:noFill/>
                  <a:ln w="21422" cap="flat">
                    <a:solidFill>
                      <a:srgbClr val="3DC8E8"/>
                    </a:solidFill>
                    <a:prstDash val="solid"/>
                  </a:ln>
                </p:spPr>
                <p:txBody>
                  <a:bodyPr vert="horz" lIns="91440" tIns="45720" rIns="91440" bIns="45720" anchor="ctr">
                    <a:normAutofit fontScale="62500" lnSpcReduction="20000"/>
                  </a:bodyPr>
                  <a:lstStyle/>
                  <a:p>
                    <a:pPr marL="0" algn="l"/>
                    <a:endParaRPr/>
                  </a:p>
                </p:txBody>
              </p:sp>
            </p:grpSp>
          </p:grpSp>
          <p:sp>
            <p:nvSpPr>
              <p:cNvPr id="50" name="Freeform 100">
                <a:extLst>
                  <a:ext uri="{FF2B5EF4-FFF2-40B4-BE49-F238E27FC236}">
                    <a16:creationId xmlns:a16="http://schemas.microsoft.com/office/drawing/2014/main" id="{147CF4E6-6695-BD8F-0D1F-010EB213E747}"/>
                  </a:ext>
                </a:extLst>
              </p:cNvPr>
              <p:cNvSpPr/>
              <p:nvPr/>
            </p:nvSpPr>
            <p:spPr>
              <a:xfrm>
                <a:off x="9259079" y="4575781"/>
                <a:ext cx="830902" cy="831524"/>
              </a:xfrm>
              <a:custGeom>
                <a:avLst/>
                <a:gdLst/>
                <a:ahLst/>
                <a:cxnLst/>
                <a:rect l="l" t="t" r="r" b="b"/>
                <a:pathLst>
                  <a:path w="830902" h="831524">
                    <a:moveTo>
                      <a:pt x="0" y="0"/>
                    </a:moveTo>
                    <a:lnTo>
                      <a:pt x="830903" y="0"/>
                    </a:lnTo>
                    <a:lnTo>
                      <a:pt x="685131" y="831524"/>
                    </a:lnTo>
                    <a:lnTo>
                      <a:pt x="145775" y="831524"/>
                    </a:lnTo>
                    <a:close/>
                  </a:path>
                </a:pathLst>
              </a:custGeom>
              <a:solidFill>
                <a:srgbClr val="EFB126"/>
              </a:solidFill>
              <a:ln cap="flat">
                <a:prstDash val="solid"/>
              </a:ln>
            </p:spPr>
            <p:txBody>
              <a:bodyPr vert="horz" lIns="91440" tIns="45720" rIns="91440" bIns="45720" anchor="ctr">
                <a:normAutofit/>
              </a:bodyPr>
              <a:lstStyle/>
              <a:p>
                <a:pPr marL="0" algn="l"/>
                <a:endParaRPr/>
              </a:p>
            </p:txBody>
          </p:sp>
          <p:sp>
            <p:nvSpPr>
              <p:cNvPr id="51" name="Freeform 101">
                <a:extLst>
                  <a:ext uri="{FF2B5EF4-FFF2-40B4-BE49-F238E27FC236}">
                    <a16:creationId xmlns:a16="http://schemas.microsoft.com/office/drawing/2014/main" id="{0FDE6802-FAEF-83B7-E000-824C21698D8E}"/>
                  </a:ext>
                </a:extLst>
              </p:cNvPr>
              <p:cNvSpPr/>
              <p:nvPr/>
            </p:nvSpPr>
            <p:spPr>
              <a:xfrm rot="-10800000">
                <a:off x="9157353" y="4342384"/>
                <a:ext cx="1034353" cy="233399"/>
              </a:xfrm>
              <a:custGeom>
                <a:avLst/>
                <a:gdLst/>
                <a:ahLst/>
                <a:cxnLst/>
                <a:rect l="l" t="t" r="r" b="b"/>
                <a:pathLst>
                  <a:path w="1034353" h="233399">
                    <a:moveTo>
                      <a:pt x="0" y="0"/>
                    </a:moveTo>
                    <a:lnTo>
                      <a:pt x="1034354" y="0"/>
                    </a:lnTo>
                    <a:lnTo>
                      <a:pt x="1034354" y="233399"/>
                    </a:lnTo>
                    <a:lnTo>
                      <a:pt x="0" y="233399"/>
                    </a:lnTo>
                    <a:close/>
                  </a:path>
                </a:pathLst>
              </a:custGeom>
              <a:solidFill>
                <a:srgbClr val="FFC73C"/>
              </a:solidFill>
              <a:ln cap="flat">
                <a:prstDash val="solid"/>
              </a:ln>
            </p:spPr>
            <p:txBody>
              <a:bodyPr vert="horz" lIns="91440" tIns="45720" rIns="91440" bIns="45720" anchor="ctr">
                <a:normAutofit fontScale="25000" lnSpcReduction="20000"/>
              </a:bodyPr>
              <a:lstStyle/>
              <a:p>
                <a:pPr marL="0" algn="l"/>
                <a:endParaRPr/>
              </a:p>
            </p:txBody>
          </p:sp>
          <p:sp>
            <p:nvSpPr>
              <p:cNvPr id="52" name="Freeform 102">
                <a:extLst>
                  <a:ext uri="{FF2B5EF4-FFF2-40B4-BE49-F238E27FC236}">
                    <a16:creationId xmlns:a16="http://schemas.microsoft.com/office/drawing/2014/main" id="{67A25380-571B-F031-1CB5-B08771D74710}"/>
                  </a:ext>
                </a:extLst>
              </p:cNvPr>
              <p:cNvSpPr/>
              <p:nvPr/>
            </p:nvSpPr>
            <p:spPr>
              <a:xfrm>
                <a:off x="9259079" y="4575781"/>
                <a:ext cx="830902" cy="110272"/>
              </a:xfrm>
              <a:custGeom>
                <a:avLst/>
                <a:gdLst/>
                <a:ahLst/>
                <a:cxnLst/>
                <a:rect l="l" t="t" r="r" b="b"/>
                <a:pathLst>
                  <a:path w="830902" h="110272">
                    <a:moveTo>
                      <a:pt x="811572" y="110273"/>
                    </a:moveTo>
                    <a:lnTo>
                      <a:pt x="19331" y="110273"/>
                    </a:lnTo>
                    <a:lnTo>
                      <a:pt x="0" y="0"/>
                    </a:lnTo>
                    <a:lnTo>
                      <a:pt x="830903" y="0"/>
                    </a:lnTo>
                    <a:close/>
                  </a:path>
                </a:pathLst>
              </a:custGeom>
              <a:solidFill>
                <a:srgbClr val="231F20">
                  <a:alpha val="10000"/>
                </a:srgbClr>
              </a:solidFill>
              <a:ln cap="flat">
                <a:prstDash val="solid"/>
              </a:ln>
            </p:spPr>
            <p:txBody>
              <a:bodyPr vert="horz" lIns="91440" tIns="45720" rIns="91440" bIns="45720" anchor="ctr">
                <a:normAutofit fontScale="25000" lnSpcReduction="20000"/>
              </a:bodyPr>
              <a:lstStyle/>
              <a:p>
                <a:pPr marL="0" algn="l"/>
                <a:endParaRPr/>
              </a:p>
            </p:txBody>
          </p:sp>
        </p:grpSp>
        <p:grpSp>
          <p:nvGrpSpPr>
            <p:cNvPr id="11" name="Group 103">
              <a:extLst>
                <a:ext uri="{FF2B5EF4-FFF2-40B4-BE49-F238E27FC236}">
                  <a16:creationId xmlns:a16="http://schemas.microsoft.com/office/drawing/2014/main" id="{CFFFF040-1C21-3E09-E0D7-5791B68583A8}"/>
                </a:ext>
              </a:extLst>
            </p:cNvPr>
            <p:cNvGrpSpPr/>
            <p:nvPr/>
          </p:nvGrpSpPr>
          <p:grpSpPr>
            <a:xfrm>
              <a:off x="3919872" y="1942203"/>
              <a:ext cx="833944" cy="849780"/>
              <a:chOff x="7776526" y="3470430"/>
              <a:chExt cx="1900086" cy="1936167"/>
            </a:xfrm>
          </p:grpSpPr>
          <p:grpSp>
            <p:nvGrpSpPr>
              <p:cNvPr id="12" name="Group 104">
                <a:extLst>
                  <a:ext uri="{FF2B5EF4-FFF2-40B4-BE49-F238E27FC236}">
                    <a16:creationId xmlns:a16="http://schemas.microsoft.com/office/drawing/2014/main" id="{D6AE570B-A16C-ED74-4466-191AE958967E}"/>
                  </a:ext>
                </a:extLst>
              </p:cNvPr>
              <p:cNvGrpSpPr/>
              <p:nvPr/>
            </p:nvGrpSpPr>
            <p:grpSpPr>
              <a:xfrm>
                <a:off x="7886533" y="5064084"/>
                <a:ext cx="1640068" cy="342513"/>
                <a:chOff x="7886533" y="5064084"/>
                <a:chExt cx="1640068" cy="342513"/>
              </a:xfrm>
            </p:grpSpPr>
            <p:sp>
              <p:nvSpPr>
                <p:cNvPr id="42" name="Freeform 105">
                  <a:extLst>
                    <a:ext uri="{FF2B5EF4-FFF2-40B4-BE49-F238E27FC236}">
                      <a16:creationId xmlns:a16="http://schemas.microsoft.com/office/drawing/2014/main" id="{2F39CDC9-5273-C495-E693-CBC56E8FD289}"/>
                    </a:ext>
                  </a:extLst>
                </p:cNvPr>
                <p:cNvSpPr/>
                <p:nvPr/>
              </p:nvSpPr>
              <p:spPr>
                <a:xfrm>
                  <a:off x="7886533" y="5064084"/>
                  <a:ext cx="1490063" cy="342513"/>
                </a:xfrm>
                <a:custGeom>
                  <a:avLst/>
                  <a:gdLst/>
                  <a:ahLst/>
                  <a:cxnLst/>
                  <a:rect l="l" t="t" r="r" b="b"/>
                  <a:pathLst>
                    <a:path w="1490063" h="342513">
                      <a:moveTo>
                        <a:pt x="1490064" y="342514"/>
                      </a:moveTo>
                      <a:lnTo>
                        <a:pt x="195007" y="342514"/>
                      </a:lnTo>
                      <a:cubicBezTo>
                        <a:pt x="87306" y="342514"/>
                        <a:pt x="0" y="274555"/>
                        <a:pt x="0" y="190717"/>
                      </a:cubicBezTo>
                      <a:lnTo>
                        <a:pt x="0" y="151797"/>
                      </a:lnTo>
                      <a:cubicBezTo>
                        <a:pt x="0" y="67963"/>
                        <a:pt x="87306" y="0"/>
                        <a:pt x="195007" y="0"/>
                      </a:cubicBezTo>
                      <a:lnTo>
                        <a:pt x="1490064" y="0"/>
                      </a:lnTo>
                      <a:lnTo>
                        <a:pt x="1490064" y="46707"/>
                      </a:lnTo>
                      <a:lnTo>
                        <a:pt x="285009" y="46707"/>
                      </a:lnTo>
                      <a:cubicBezTo>
                        <a:pt x="243587" y="46707"/>
                        <a:pt x="210005" y="72849"/>
                        <a:pt x="210005" y="105090"/>
                      </a:cubicBezTo>
                      <a:lnTo>
                        <a:pt x="210005" y="237424"/>
                      </a:lnTo>
                      <a:cubicBezTo>
                        <a:pt x="210005" y="269669"/>
                        <a:pt x="243583" y="295807"/>
                        <a:pt x="285009" y="295807"/>
                      </a:cubicBezTo>
                      <a:lnTo>
                        <a:pt x="1490064" y="295807"/>
                      </a:lnTo>
                      <a:lnTo>
                        <a:pt x="1490064" y="342514"/>
                      </a:lnTo>
                      <a:close/>
                    </a:path>
                  </a:pathLst>
                </a:custGeom>
                <a:solidFill>
                  <a:srgbClr val="9B87FF"/>
                </a:solidFill>
                <a:ln cap="flat">
                  <a:prstDash val="solid"/>
                </a:ln>
              </p:spPr>
              <p:txBody>
                <a:bodyPr vert="horz" lIns="91440" tIns="45720" rIns="91440" bIns="45720" anchor="ctr">
                  <a:normAutofit fontScale="40000" lnSpcReduction="20000"/>
                </a:bodyPr>
                <a:lstStyle/>
                <a:p>
                  <a:pPr marL="0" algn="l"/>
                  <a:endParaRPr/>
                </a:p>
              </p:txBody>
            </p:sp>
            <p:sp>
              <p:nvSpPr>
                <p:cNvPr id="43" name="Freeform 106">
                  <a:extLst>
                    <a:ext uri="{FF2B5EF4-FFF2-40B4-BE49-F238E27FC236}">
                      <a16:creationId xmlns:a16="http://schemas.microsoft.com/office/drawing/2014/main" id="{40DCEDF8-0105-1C59-E720-DBB53052B545}"/>
                    </a:ext>
                  </a:extLst>
                </p:cNvPr>
                <p:cNvSpPr/>
                <p:nvPr/>
              </p:nvSpPr>
              <p:spPr>
                <a:xfrm>
                  <a:off x="8036538" y="5064084"/>
                  <a:ext cx="1490063" cy="342513"/>
                </a:xfrm>
                <a:custGeom>
                  <a:avLst/>
                  <a:gdLst/>
                  <a:ahLst/>
                  <a:cxnLst/>
                  <a:rect l="l" t="t" r="r" b="b"/>
                  <a:pathLst>
                    <a:path w="1490063" h="342513">
                      <a:moveTo>
                        <a:pt x="1490063" y="342514"/>
                      </a:moveTo>
                      <a:lnTo>
                        <a:pt x="195007" y="342514"/>
                      </a:lnTo>
                      <a:cubicBezTo>
                        <a:pt x="87307" y="342514"/>
                        <a:pt x="0" y="274555"/>
                        <a:pt x="0" y="190717"/>
                      </a:cubicBezTo>
                      <a:lnTo>
                        <a:pt x="0" y="151797"/>
                      </a:lnTo>
                      <a:cubicBezTo>
                        <a:pt x="0" y="67963"/>
                        <a:pt x="87311" y="0"/>
                        <a:pt x="195007" y="0"/>
                      </a:cubicBezTo>
                      <a:lnTo>
                        <a:pt x="1490063" y="0"/>
                      </a:lnTo>
                      <a:lnTo>
                        <a:pt x="1490063" y="46707"/>
                      </a:lnTo>
                      <a:lnTo>
                        <a:pt x="195007" y="46707"/>
                      </a:lnTo>
                      <a:cubicBezTo>
                        <a:pt x="120448" y="46707"/>
                        <a:pt x="59999" y="93757"/>
                        <a:pt x="59999" y="151797"/>
                      </a:cubicBezTo>
                      <a:lnTo>
                        <a:pt x="59999" y="190717"/>
                      </a:lnTo>
                      <a:cubicBezTo>
                        <a:pt x="59999" y="248757"/>
                        <a:pt x="120444" y="295807"/>
                        <a:pt x="195007" y="295807"/>
                      </a:cubicBezTo>
                      <a:lnTo>
                        <a:pt x="1490063" y="295807"/>
                      </a:lnTo>
                      <a:lnTo>
                        <a:pt x="1490063" y="342514"/>
                      </a:lnTo>
                      <a:close/>
                    </a:path>
                  </a:pathLst>
                </a:custGeom>
                <a:solidFill>
                  <a:srgbClr val="8070F2"/>
                </a:solidFill>
                <a:ln cap="flat">
                  <a:prstDash val="solid"/>
                </a:ln>
              </p:spPr>
              <p:txBody>
                <a:bodyPr vert="horz" lIns="91440" tIns="45720" rIns="91440" bIns="45720" anchor="ctr">
                  <a:normAutofit fontScale="40000" lnSpcReduction="20000"/>
                </a:bodyPr>
                <a:lstStyle/>
                <a:p>
                  <a:pPr marL="0" algn="l"/>
                  <a:endParaRPr/>
                </a:p>
              </p:txBody>
            </p:sp>
            <p:sp>
              <p:nvSpPr>
                <p:cNvPr id="44" name="Freeform 107">
                  <a:extLst>
                    <a:ext uri="{FF2B5EF4-FFF2-40B4-BE49-F238E27FC236}">
                      <a16:creationId xmlns:a16="http://schemas.microsoft.com/office/drawing/2014/main" id="{EF4209AA-AE4B-D6ED-D450-CACAEF247DBF}"/>
                    </a:ext>
                  </a:extLst>
                </p:cNvPr>
                <p:cNvSpPr/>
                <p:nvPr/>
              </p:nvSpPr>
              <p:spPr>
                <a:xfrm>
                  <a:off x="8092791" y="5110795"/>
                  <a:ext cx="1398812" cy="249099"/>
                </a:xfrm>
                <a:custGeom>
                  <a:avLst/>
                  <a:gdLst/>
                  <a:ahLst/>
                  <a:cxnLst/>
                  <a:rect l="l" t="t" r="r" b="b"/>
                  <a:pathLst>
                    <a:path w="1398812" h="249099">
                      <a:moveTo>
                        <a:pt x="1398813" y="249100"/>
                      </a:moveTo>
                      <a:lnTo>
                        <a:pt x="124550" y="249100"/>
                      </a:lnTo>
                      <a:cubicBezTo>
                        <a:pt x="55764" y="249100"/>
                        <a:pt x="0" y="193335"/>
                        <a:pt x="0" y="124550"/>
                      </a:cubicBezTo>
                      <a:lnTo>
                        <a:pt x="0" y="124550"/>
                      </a:lnTo>
                      <a:cubicBezTo>
                        <a:pt x="0" y="55764"/>
                        <a:pt x="55764" y="0"/>
                        <a:pt x="124550" y="0"/>
                      </a:cubicBezTo>
                      <a:lnTo>
                        <a:pt x="1398813" y="0"/>
                      </a:lnTo>
                      <a:lnTo>
                        <a:pt x="1398813" y="249100"/>
                      </a:ln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45" name="Freeform 108">
                  <a:extLst>
                    <a:ext uri="{FF2B5EF4-FFF2-40B4-BE49-F238E27FC236}">
                      <a16:creationId xmlns:a16="http://schemas.microsoft.com/office/drawing/2014/main" id="{D82E019D-F61C-FEC9-E09A-6ACAC4CDEB66}"/>
                    </a:ext>
                  </a:extLst>
                </p:cNvPr>
                <p:cNvSpPr/>
                <p:nvPr/>
              </p:nvSpPr>
              <p:spPr>
                <a:xfrm>
                  <a:off x="8162790" y="5211076"/>
                  <a:ext cx="1162555" cy="14153"/>
                </a:xfrm>
                <a:custGeom>
                  <a:avLst/>
                  <a:gdLst/>
                  <a:ahLst/>
                  <a:cxnLst/>
                  <a:rect l="l" t="t" r="r" b="b"/>
                  <a:pathLst>
                    <a:path w="1162555" h="14153">
                      <a:moveTo>
                        <a:pt x="0" y="7077"/>
                      </a:moveTo>
                      <a:cubicBezTo>
                        <a:pt x="96882" y="4342"/>
                        <a:pt x="193760" y="2503"/>
                        <a:pt x="290638" y="1573"/>
                      </a:cubicBezTo>
                      <a:cubicBezTo>
                        <a:pt x="387520" y="446"/>
                        <a:pt x="484398" y="141"/>
                        <a:pt x="581280" y="0"/>
                      </a:cubicBezTo>
                      <a:cubicBezTo>
                        <a:pt x="678157" y="125"/>
                        <a:pt x="775035" y="424"/>
                        <a:pt x="871918" y="1552"/>
                      </a:cubicBezTo>
                      <a:cubicBezTo>
                        <a:pt x="968796" y="2477"/>
                        <a:pt x="1065678" y="4325"/>
                        <a:pt x="1162556" y="7077"/>
                      </a:cubicBezTo>
                      <a:cubicBezTo>
                        <a:pt x="1065674" y="9828"/>
                        <a:pt x="968796" y="11676"/>
                        <a:pt x="871918" y="12602"/>
                      </a:cubicBezTo>
                      <a:cubicBezTo>
                        <a:pt x="775035" y="13725"/>
                        <a:pt x="678157" y="14029"/>
                        <a:pt x="581280" y="14153"/>
                      </a:cubicBezTo>
                      <a:cubicBezTo>
                        <a:pt x="484398" y="14012"/>
                        <a:pt x="387520" y="13712"/>
                        <a:pt x="290638" y="12580"/>
                      </a:cubicBezTo>
                      <a:cubicBezTo>
                        <a:pt x="193760" y="11650"/>
                        <a:pt x="96882" y="9811"/>
                        <a:pt x="0" y="7077"/>
                      </a:cubicBezTo>
                      <a:close/>
                    </a:path>
                  </a:pathLst>
                </a:custGeom>
                <a:solidFill>
                  <a:srgbClr val="DFDBDA"/>
                </a:solidFill>
                <a:ln cap="flat">
                  <a:prstDash val="solid"/>
                </a:ln>
              </p:spPr>
              <p:txBody>
                <a:bodyPr vert="horz" lIns="91440" tIns="45720" rIns="91440" bIns="45720" anchor="ctr">
                  <a:normAutofit fontScale="25000" lnSpcReduction="20000"/>
                </a:bodyPr>
                <a:lstStyle/>
                <a:p>
                  <a:pPr marL="0" algn="l"/>
                  <a:endParaRPr/>
                </a:p>
              </p:txBody>
            </p:sp>
            <p:sp>
              <p:nvSpPr>
                <p:cNvPr id="46" name="Freeform 109">
                  <a:extLst>
                    <a:ext uri="{FF2B5EF4-FFF2-40B4-BE49-F238E27FC236}">
                      <a16:creationId xmlns:a16="http://schemas.microsoft.com/office/drawing/2014/main" id="{3C419A9D-C7F0-A75B-2232-9C84D05ACF0A}"/>
                    </a:ext>
                  </a:extLst>
                </p:cNvPr>
                <p:cNvSpPr/>
                <p:nvPr/>
              </p:nvSpPr>
              <p:spPr>
                <a:xfrm>
                  <a:off x="8319050" y="5288237"/>
                  <a:ext cx="1162550" cy="14153"/>
                </a:xfrm>
                <a:custGeom>
                  <a:avLst/>
                  <a:gdLst/>
                  <a:ahLst/>
                  <a:cxnLst/>
                  <a:rect l="l" t="t" r="r" b="b"/>
                  <a:pathLst>
                    <a:path w="1162550" h="14153">
                      <a:moveTo>
                        <a:pt x="0" y="7077"/>
                      </a:moveTo>
                      <a:cubicBezTo>
                        <a:pt x="96878" y="4342"/>
                        <a:pt x="193760" y="2504"/>
                        <a:pt x="290638" y="1573"/>
                      </a:cubicBezTo>
                      <a:cubicBezTo>
                        <a:pt x="387520" y="442"/>
                        <a:pt x="484398" y="142"/>
                        <a:pt x="581275" y="0"/>
                      </a:cubicBezTo>
                      <a:cubicBezTo>
                        <a:pt x="678157" y="125"/>
                        <a:pt x="775035" y="424"/>
                        <a:pt x="871913" y="1552"/>
                      </a:cubicBezTo>
                      <a:cubicBezTo>
                        <a:pt x="968796" y="2477"/>
                        <a:pt x="1065674" y="4325"/>
                        <a:pt x="1162551" y="7077"/>
                      </a:cubicBezTo>
                      <a:cubicBezTo>
                        <a:pt x="1065668" y="9829"/>
                        <a:pt x="968791" y="11676"/>
                        <a:pt x="871913" y="12602"/>
                      </a:cubicBezTo>
                      <a:cubicBezTo>
                        <a:pt x="775035" y="13729"/>
                        <a:pt x="678153" y="14029"/>
                        <a:pt x="581275" y="14153"/>
                      </a:cubicBezTo>
                      <a:cubicBezTo>
                        <a:pt x="484398" y="14012"/>
                        <a:pt x="387520" y="13712"/>
                        <a:pt x="290638" y="12580"/>
                      </a:cubicBezTo>
                      <a:cubicBezTo>
                        <a:pt x="193760" y="11650"/>
                        <a:pt x="96878" y="9816"/>
                        <a:pt x="0" y="7077"/>
                      </a:cubicBezTo>
                      <a:close/>
                    </a:path>
                  </a:pathLst>
                </a:custGeom>
                <a:solidFill>
                  <a:srgbClr val="DFDBDA"/>
                </a:solidFill>
                <a:ln cap="flat">
                  <a:prstDash val="solid"/>
                </a:ln>
              </p:spPr>
              <p:txBody>
                <a:bodyPr vert="horz" lIns="91440" tIns="45720" rIns="91440" bIns="45720" anchor="ctr">
                  <a:normAutofit fontScale="25000" lnSpcReduction="20000"/>
                </a:bodyPr>
                <a:lstStyle/>
                <a:p>
                  <a:pPr marL="0" algn="l"/>
                  <a:endParaRPr/>
                </a:p>
              </p:txBody>
            </p:sp>
            <p:sp>
              <p:nvSpPr>
                <p:cNvPr id="47" name="Freeform 110">
                  <a:extLst>
                    <a:ext uri="{FF2B5EF4-FFF2-40B4-BE49-F238E27FC236}">
                      <a16:creationId xmlns:a16="http://schemas.microsoft.com/office/drawing/2014/main" id="{645B38B9-30EB-BAF5-9F28-BF1F421CA276}"/>
                    </a:ext>
                  </a:extLst>
                </p:cNvPr>
                <p:cNvSpPr/>
                <p:nvPr/>
              </p:nvSpPr>
              <p:spPr>
                <a:xfrm>
                  <a:off x="8104702" y="5110791"/>
                  <a:ext cx="1389404" cy="78309"/>
                </a:xfrm>
                <a:custGeom>
                  <a:avLst/>
                  <a:gdLst/>
                  <a:ahLst/>
                  <a:cxnLst/>
                  <a:rect l="l" t="t" r="r" b="b"/>
                  <a:pathLst>
                    <a:path w="1389404" h="78309">
                      <a:moveTo>
                        <a:pt x="0" y="69218"/>
                      </a:moveTo>
                      <a:cubicBezTo>
                        <a:pt x="32546" y="10343"/>
                        <a:pt x="78953" y="0"/>
                        <a:pt x="112639" y="0"/>
                      </a:cubicBezTo>
                      <a:lnTo>
                        <a:pt x="1389405" y="0"/>
                      </a:lnTo>
                      <a:lnTo>
                        <a:pt x="1389405" y="78310"/>
                      </a:lnTo>
                    </a:path>
                  </a:pathLst>
                </a:custGeom>
                <a:solidFill>
                  <a:srgbClr val="231F20"/>
                </a:solidFill>
                <a:ln cap="flat">
                  <a:prstDash val="solid"/>
                </a:ln>
              </p:spPr>
              <p:txBody>
                <a:bodyPr vert="horz" lIns="91440" tIns="45720" rIns="91440" bIns="45720" anchor="ctr">
                  <a:normAutofit fontScale="25000" lnSpcReduction="20000"/>
                </a:bodyPr>
                <a:lstStyle/>
                <a:p>
                  <a:pPr marL="0" algn="l"/>
                  <a:endParaRPr/>
                </a:p>
              </p:txBody>
            </p:sp>
          </p:grpSp>
          <p:grpSp>
            <p:nvGrpSpPr>
              <p:cNvPr id="13" name="Group 111">
                <a:extLst>
                  <a:ext uri="{FF2B5EF4-FFF2-40B4-BE49-F238E27FC236}">
                    <a16:creationId xmlns:a16="http://schemas.microsoft.com/office/drawing/2014/main" id="{1C5BA39A-5A96-72B7-2F04-F8107D4884B5}"/>
                  </a:ext>
                </a:extLst>
              </p:cNvPr>
              <p:cNvGrpSpPr/>
              <p:nvPr/>
            </p:nvGrpSpPr>
            <p:grpSpPr>
              <a:xfrm>
                <a:off x="7972155" y="4624057"/>
                <a:ext cx="1490071" cy="440034"/>
                <a:chOff x="7972155" y="4624057"/>
                <a:chExt cx="1490071" cy="440034"/>
              </a:xfrm>
            </p:grpSpPr>
            <p:sp>
              <p:nvSpPr>
                <p:cNvPr id="37" name="Freeform 112">
                  <a:extLst>
                    <a:ext uri="{FF2B5EF4-FFF2-40B4-BE49-F238E27FC236}">
                      <a16:creationId xmlns:a16="http://schemas.microsoft.com/office/drawing/2014/main" id="{0BF614B7-4246-511B-6580-6D3A6094A6ED}"/>
                    </a:ext>
                  </a:extLst>
                </p:cNvPr>
                <p:cNvSpPr/>
                <p:nvPr/>
              </p:nvSpPr>
              <p:spPr>
                <a:xfrm>
                  <a:off x="7972155" y="4624057"/>
                  <a:ext cx="1490071" cy="440034"/>
                </a:xfrm>
                <a:custGeom>
                  <a:avLst/>
                  <a:gdLst/>
                  <a:ahLst/>
                  <a:cxnLst/>
                  <a:rect l="l" t="t" r="r" b="b"/>
                  <a:pathLst>
                    <a:path w="1490071" h="440034">
                      <a:moveTo>
                        <a:pt x="1490072" y="440035"/>
                      </a:moveTo>
                      <a:lnTo>
                        <a:pt x="135009" y="440035"/>
                      </a:lnTo>
                      <a:cubicBezTo>
                        <a:pt x="60569" y="440035"/>
                        <a:pt x="0" y="379474"/>
                        <a:pt x="0" y="305026"/>
                      </a:cubicBezTo>
                      <a:lnTo>
                        <a:pt x="0" y="135009"/>
                      </a:lnTo>
                      <a:cubicBezTo>
                        <a:pt x="0" y="60561"/>
                        <a:pt x="60569" y="0"/>
                        <a:pt x="135009" y="0"/>
                      </a:cubicBezTo>
                      <a:lnTo>
                        <a:pt x="1490072" y="0"/>
                      </a:lnTo>
                      <a:lnTo>
                        <a:pt x="1490072" y="60003"/>
                      </a:lnTo>
                      <a:lnTo>
                        <a:pt x="135009" y="60003"/>
                      </a:lnTo>
                      <a:cubicBezTo>
                        <a:pt x="93654" y="60003"/>
                        <a:pt x="60003" y="93650"/>
                        <a:pt x="60003" y="135009"/>
                      </a:cubicBezTo>
                      <a:lnTo>
                        <a:pt x="60003" y="305026"/>
                      </a:lnTo>
                      <a:cubicBezTo>
                        <a:pt x="60003" y="346381"/>
                        <a:pt x="93654" y="380032"/>
                        <a:pt x="135009" y="380032"/>
                      </a:cubicBezTo>
                      <a:lnTo>
                        <a:pt x="1490072" y="380032"/>
                      </a:lnTo>
                      <a:lnTo>
                        <a:pt x="1490072" y="440035"/>
                      </a:lnTo>
                      <a:close/>
                    </a:path>
                  </a:pathLst>
                </a:custGeom>
                <a:solidFill>
                  <a:srgbClr val="381F7A"/>
                </a:solidFill>
                <a:ln cap="flat">
                  <a:prstDash val="solid"/>
                </a:ln>
              </p:spPr>
              <p:txBody>
                <a:bodyPr vert="horz" lIns="91440" tIns="45720" rIns="91440" bIns="45720" anchor="ctr">
                  <a:normAutofit fontScale="70000" lnSpcReduction="20000"/>
                </a:bodyPr>
                <a:lstStyle/>
                <a:p>
                  <a:pPr marL="0" algn="l"/>
                  <a:endParaRPr/>
                </a:p>
              </p:txBody>
            </p:sp>
            <p:sp>
              <p:nvSpPr>
                <p:cNvPr id="38" name="Freeform 113">
                  <a:extLst>
                    <a:ext uri="{FF2B5EF4-FFF2-40B4-BE49-F238E27FC236}">
                      <a16:creationId xmlns:a16="http://schemas.microsoft.com/office/drawing/2014/main" id="{D11B218D-7E27-307B-C128-082CD6158107}"/>
                    </a:ext>
                  </a:extLst>
                </p:cNvPr>
                <p:cNvSpPr/>
                <p:nvPr/>
              </p:nvSpPr>
              <p:spPr>
                <a:xfrm>
                  <a:off x="8028408" y="4684069"/>
                  <a:ext cx="1398817" cy="320015"/>
                </a:xfrm>
                <a:custGeom>
                  <a:avLst/>
                  <a:gdLst/>
                  <a:ahLst/>
                  <a:cxnLst/>
                  <a:rect l="l" t="t" r="r" b="b"/>
                  <a:pathLst>
                    <a:path w="1398817" h="320015">
                      <a:moveTo>
                        <a:pt x="1398817" y="320016"/>
                      </a:moveTo>
                      <a:lnTo>
                        <a:pt x="75005" y="320016"/>
                      </a:lnTo>
                      <a:cubicBezTo>
                        <a:pt x="33583" y="320016"/>
                        <a:pt x="0" y="286437"/>
                        <a:pt x="0" y="245011"/>
                      </a:cubicBezTo>
                      <a:lnTo>
                        <a:pt x="0" y="75005"/>
                      </a:lnTo>
                      <a:cubicBezTo>
                        <a:pt x="0" y="33583"/>
                        <a:pt x="33583" y="0"/>
                        <a:pt x="75005" y="0"/>
                      </a:cubicBezTo>
                      <a:lnTo>
                        <a:pt x="1398817" y="0"/>
                      </a:lnTo>
                      <a:lnTo>
                        <a:pt x="1398817" y="320016"/>
                      </a:lnTo>
                      <a:close/>
                    </a:path>
                  </a:pathLst>
                </a:custGeom>
                <a:solidFill>
                  <a:srgbClr val="FFFFFF"/>
                </a:solidFill>
                <a:ln cap="flat">
                  <a:prstDash val="solid"/>
                </a:ln>
              </p:spPr>
              <p:txBody>
                <a:bodyPr vert="horz" lIns="91440" tIns="45720" rIns="91440" bIns="45720" anchor="ctr">
                  <a:normAutofit fontScale="40000" lnSpcReduction="20000"/>
                </a:bodyPr>
                <a:lstStyle/>
                <a:p>
                  <a:pPr marL="0" algn="l"/>
                  <a:endParaRPr/>
                </a:p>
              </p:txBody>
            </p:sp>
            <p:sp>
              <p:nvSpPr>
                <p:cNvPr id="39" name="Freeform 114">
                  <a:extLst>
                    <a:ext uri="{FF2B5EF4-FFF2-40B4-BE49-F238E27FC236}">
                      <a16:creationId xmlns:a16="http://schemas.microsoft.com/office/drawing/2014/main" id="{9F10B024-2487-C124-78CC-3F0817BEF115}"/>
                    </a:ext>
                  </a:extLst>
                </p:cNvPr>
                <p:cNvSpPr/>
                <p:nvPr/>
              </p:nvSpPr>
              <p:spPr>
                <a:xfrm>
                  <a:off x="8028412" y="4684065"/>
                  <a:ext cx="1398818" cy="78309"/>
                </a:xfrm>
                <a:custGeom>
                  <a:avLst/>
                  <a:gdLst/>
                  <a:ahLst/>
                  <a:cxnLst/>
                  <a:rect l="l" t="t" r="r" b="b"/>
                  <a:pathLst>
                    <a:path w="1398818" h="78309">
                      <a:moveTo>
                        <a:pt x="0" y="75005"/>
                      </a:moveTo>
                      <a:cubicBezTo>
                        <a:pt x="0" y="33583"/>
                        <a:pt x="33583" y="0"/>
                        <a:pt x="75005" y="0"/>
                      </a:cubicBezTo>
                      <a:lnTo>
                        <a:pt x="1398818" y="0"/>
                      </a:lnTo>
                      <a:lnTo>
                        <a:pt x="1398818" y="78310"/>
                      </a:lnTo>
                    </a:path>
                  </a:pathLst>
                </a:custGeom>
                <a:solidFill>
                  <a:srgbClr val="231F20"/>
                </a:solidFill>
                <a:ln cap="flat">
                  <a:prstDash val="solid"/>
                </a:ln>
              </p:spPr>
              <p:txBody>
                <a:bodyPr vert="horz" lIns="91440" tIns="45720" rIns="91440" bIns="45720" anchor="ctr">
                  <a:normAutofit fontScale="25000" lnSpcReduction="20000"/>
                </a:bodyPr>
                <a:lstStyle/>
                <a:p>
                  <a:pPr marL="0" algn="l"/>
                  <a:endParaRPr/>
                </a:p>
              </p:txBody>
            </p:sp>
            <p:sp>
              <p:nvSpPr>
                <p:cNvPr id="40" name="Freeform 115">
                  <a:extLst>
                    <a:ext uri="{FF2B5EF4-FFF2-40B4-BE49-F238E27FC236}">
                      <a16:creationId xmlns:a16="http://schemas.microsoft.com/office/drawing/2014/main" id="{B8A90419-C120-90E0-1139-9C496B015705}"/>
                    </a:ext>
                  </a:extLst>
                </p:cNvPr>
                <p:cNvSpPr/>
                <p:nvPr/>
              </p:nvSpPr>
              <p:spPr>
                <a:xfrm>
                  <a:off x="8213419" y="4815083"/>
                  <a:ext cx="1162550" cy="16360"/>
                </a:xfrm>
                <a:custGeom>
                  <a:avLst/>
                  <a:gdLst/>
                  <a:ahLst/>
                  <a:cxnLst/>
                  <a:rect l="l" t="t" r="r" b="b"/>
                  <a:pathLst>
                    <a:path w="1162550" h="16360">
                      <a:moveTo>
                        <a:pt x="0" y="8178"/>
                      </a:moveTo>
                      <a:cubicBezTo>
                        <a:pt x="96882" y="5015"/>
                        <a:pt x="193760" y="2893"/>
                        <a:pt x="290638" y="1817"/>
                      </a:cubicBezTo>
                      <a:cubicBezTo>
                        <a:pt x="387516" y="510"/>
                        <a:pt x="484398" y="163"/>
                        <a:pt x="581276" y="0"/>
                      </a:cubicBezTo>
                      <a:cubicBezTo>
                        <a:pt x="678153" y="145"/>
                        <a:pt x="775035" y="493"/>
                        <a:pt x="871913" y="1796"/>
                      </a:cubicBezTo>
                      <a:cubicBezTo>
                        <a:pt x="968791" y="2867"/>
                        <a:pt x="1065674" y="5002"/>
                        <a:pt x="1162551" y="8182"/>
                      </a:cubicBezTo>
                      <a:cubicBezTo>
                        <a:pt x="1065670" y="11363"/>
                        <a:pt x="968791" y="13497"/>
                        <a:pt x="871913" y="14569"/>
                      </a:cubicBezTo>
                      <a:cubicBezTo>
                        <a:pt x="775031" y="15872"/>
                        <a:pt x="678153" y="16219"/>
                        <a:pt x="581276" y="16361"/>
                      </a:cubicBezTo>
                      <a:cubicBezTo>
                        <a:pt x="484393" y="16197"/>
                        <a:pt x="387516" y="15851"/>
                        <a:pt x="290638" y="14543"/>
                      </a:cubicBezTo>
                      <a:cubicBezTo>
                        <a:pt x="193760" y="13463"/>
                        <a:pt x="96882" y="11341"/>
                        <a:pt x="0" y="8178"/>
                      </a:cubicBezTo>
                      <a:close/>
                    </a:path>
                  </a:pathLst>
                </a:custGeom>
                <a:solidFill>
                  <a:srgbClr val="DFDBDA"/>
                </a:solidFill>
                <a:ln cap="flat">
                  <a:prstDash val="solid"/>
                </a:ln>
              </p:spPr>
              <p:txBody>
                <a:bodyPr vert="horz" lIns="91440" tIns="45720" rIns="91440" bIns="45720" anchor="ctr">
                  <a:normAutofit fontScale="25000" lnSpcReduction="20000"/>
                </a:bodyPr>
                <a:lstStyle/>
                <a:p>
                  <a:pPr marL="0" algn="l"/>
                  <a:endParaRPr/>
                </a:p>
              </p:txBody>
            </p:sp>
            <p:sp>
              <p:nvSpPr>
                <p:cNvPr id="41" name="Freeform 116">
                  <a:extLst>
                    <a:ext uri="{FF2B5EF4-FFF2-40B4-BE49-F238E27FC236}">
                      <a16:creationId xmlns:a16="http://schemas.microsoft.com/office/drawing/2014/main" id="{AD092E7E-B8F1-4347-8198-2B33C74C535F}"/>
                    </a:ext>
                  </a:extLst>
                </p:cNvPr>
                <p:cNvSpPr/>
                <p:nvPr/>
              </p:nvSpPr>
              <p:spPr>
                <a:xfrm>
                  <a:off x="8108415" y="4883963"/>
                  <a:ext cx="1162555" cy="16360"/>
                </a:xfrm>
                <a:custGeom>
                  <a:avLst/>
                  <a:gdLst/>
                  <a:ahLst/>
                  <a:cxnLst/>
                  <a:rect l="l" t="t" r="r" b="b"/>
                  <a:pathLst>
                    <a:path w="1162555" h="16360">
                      <a:moveTo>
                        <a:pt x="0" y="8179"/>
                      </a:moveTo>
                      <a:cubicBezTo>
                        <a:pt x="96882" y="5015"/>
                        <a:pt x="193760" y="2893"/>
                        <a:pt x="290638" y="1818"/>
                      </a:cubicBezTo>
                      <a:cubicBezTo>
                        <a:pt x="387520" y="510"/>
                        <a:pt x="484398" y="163"/>
                        <a:pt x="581280" y="0"/>
                      </a:cubicBezTo>
                      <a:cubicBezTo>
                        <a:pt x="678158" y="146"/>
                        <a:pt x="775035" y="493"/>
                        <a:pt x="871917" y="1796"/>
                      </a:cubicBezTo>
                      <a:cubicBezTo>
                        <a:pt x="968795" y="2863"/>
                        <a:pt x="1065677" y="5002"/>
                        <a:pt x="1162555" y="8183"/>
                      </a:cubicBezTo>
                      <a:cubicBezTo>
                        <a:pt x="1065673" y="11363"/>
                        <a:pt x="968795" y="13498"/>
                        <a:pt x="871917" y="14569"/>
                      </a:cubicBezTo>
                      <a:cubicBezTo>
                        <a:pt x="775035" y="15872"/>
                        <a:pt x="678158" y="16219"/>
                        <a:pt x="581280" y="16361"/>
                      </a:cubicBezTo>
                      <a:cubicBezTo>
                        <a:pt x="484398" y="16198"/>
                        <a:pt x="387520" y="15851"/>
                        <a:pt x="290638" y="14544"/>
                      </a:cubicBezTo>
                      <a:cubicBezTo>
                        <a:pt x="193760" y="13463"/>
                        <a:pt x="96878" y="11337"/>
                        <a:pt x="0" y="8179"/>
                      </a:cubicBezTo>
                      <a:close/>
                    </a:path>
                  </a:pathLst>
                </a:custGeom>
                <a:solidFill>
                  <a:srgbClr val="DFDBDA"/>
                </a:solidFill>
                <a:ln cap="flat">
                  <a:prstDash val="solid"/>
                </a:ln>
              </p:spPr>
              <p:txBody>
                <a:bodyPr vert="horz" lIns="91440" tIns="45720" rIns="91440" bIns="45720" anchor="ctr">
                  <a:normAutofit fontScale="25000" lnSpcReduction="20000"/>
                </a:bodyPr>
                <a:lstStyle/>
                <a:p>
                  <a:pPr marL="0" algn="l"/>
                  <a:endParaRPr/>
                </a:p>
              </p:txBody>
            </p:sp>
          </p:grpSp>
          <p:grpSp>
            <p:nvGrpSpPr>
              <p:cNvPr id="14" name="Group 117">
                <a:extLst>
                  <a:ext uri="{FF2B5EF4-FFF2-40B4-BE49-F238E27FC236}">
                    <a16:creationId xmlns:a16="http://schemas.microsoft.com/office/drawing/2014/main" id="{86482F00-1799-9F5D-CDF4-9242E7B5C66D}"/>
                  </a:ext>
                </a:extLst>
              </p:cNvPr>
              <p:cNvGrpSpPr/>
              <p:nvPr/>
            </p:nvGrpSpPr>
            <p:grpSpPr>
              <a:xfrm>
                <a:off x="8036538" y="4057154"/>
                <a:ext cx="1640073" cy="342509"/>
                <a:chOff x="8036538" y="4057154"/>
                <a:chExt cx="1640073" cy="342509"/>
              </a:xfrm>
            </p:grpSpPr>
            <p:sp>
              <p:nvSpPr>
                <p:cNvPr id="31" name="Freeform 118">
                  <a:extLst>
                    <a:ext uri="{FF2B5EF4-FFF2-40B4-BE49-F238E27FC236}">
                      <a16:creationId xmlns:a16="http://schemas.microsoft.com/office/drawing/2014/main" id="{03C9E986-B043-D545-FEB7-7BBB8C559B8E}"/>
                    </a:ext>
                  </a:extLst>
                </p:cNvPr>
                <p:cNvSpPr/>
                <p:nvPr/>
              </p:nvSpPr>
              <p:spPr>
                <a:xfrm>
                  <a:off x="8186540" y="4057154"/>
                  <a:ext cx="1490072" cy="342509"/>
                </a:xfrm>
                <a:custGeom>
                  <a:avLst/>
                  <a:gdLst/>
                  <a:ahLst/>
                  <a:cxnLst/>
                  <a:rect l="l" t="t" r="r" b="b"/>
                  <a:pathLst>
                    <a:path w="1490072" h="342509">
                      <a:moveTo>
                        <a:pt x="4" y="342510"/>
                      </a:moveTo>
                      <a:lnTo>
                        <a:pt x="1295060" y="342510"/>
                      </a:lnTo>
                      <a:cubicBezTo>
                        <a:pt x="1402762" y="342510"/>
                        <a:pt x="1490072" y="274547"/>
                        <a:pt x="1490072" y="190712"/>
                      </a:cubicBezTo>
                      <a:lnTo>
                        <a:pt x="1490072" y="151793"/>
                      </a:lnTo>
                      <a:cubicBezTo>
                        <a:pt x="1490072" y="67958"/>
                        <a:pt x="1402762" y="0"/>
                        <a:pt x="1295060" y="0"/>
                      </a:cubicBezTo>
                      <a:lnTo>
                        <a:pt x="4" y="0"/>
                      </a:lnTo>
                      <a:lnTo>
                        <a:pt x="4" y="46707"/>
                      </a:lnTo>
                      <a:lnTo>
                        <a:pt x="1205053" y="46707"/>
                      </a:lnTo>
                      <a:cubicBezTo>
                        <a:pt x="1246476" y="46707"/>
                        <a:pt x="1280058" y="72845"/>
                        <a:pt x="1280058" y="105090"/>
                      </a:cubicBezTo>
                      <a:lnTo>
                        <a:pt x="1280058" y="237420"/>
                      </a:lnTo>
                      <a:cubicBezTo>
                        <a:pt x="1280058" y="269665"/>
                        <a:pt x="1246480" y="295803"/>
                        <a:pt x="1205053" y="295803"/>
                      </a:cubicBezTo>
                      <a:lnTo>
                        <a:pt x="0" y="295803"/>
                      </a:lnTo>
                      <a:lnTo>
                        <a:pt x="0" y="342510"/>
                      </a:lnTo>
                      <a:close/>
                    </a:path>
                  </a:pathLst>
                </a:custGeom>
                <a:solidFill>
                  <a:srgbClr val="8B018D"/>
                </a:solidFill>
                <a:ln cap="flat">
                  <a:prstDash val="solid"/>
                </a:ln>
              </p:spPr>
              <p:txBody>
                <a:bodyPr vert="horz" lIns="91440" tIns="45720" rIns="91440" bIns="45720" anchor="ctr">
                  <a:normAutofit fontScale="40000" lnSpcReduction="20000"/>
                </a:bodyPr>
                <a:lstStyle/>
                <a:p>
                  <a:pPr marL="0" algn="l"/>
                  <a:endParaRPr/>
                </a:p>
              </p:txBody>
            </p:sp>
            <p:sp>
              <p:nvSpPr>
                <p:cNvPr id="32" name="Freeform 119">
                  <a:extLst>
                    <a:ext uri="{FF2B5EF4-FFF2-40B4-BE49-F238E27FC236}">
                      <a16:creationId xmlns:a16="http://schemas.microsoft.com/office/drawing/2014/main" id="{970DAA84-60A3-2532-AD14-FE4B6C8F2623}"/>
                    </a:ext>
                  </a:extLst>
                </p:cNvPr>
                <p:cNvSpPr/>
                <p:nvPr/>
              </p:nvSpPr>
              <p:spPr>
                <a:xfrm>
                  <a:off x="8036538" y="4057154"/>
                  <a:ext cx="1490063" cy="342509"/>
                </a:xfrm>
                <a:custGeom>
                  <a:avLst/>
                  <a:gdLst/>
                  <a:ahLst/>
                  <a:cxnLst/>
                  <a:rect l="l" t="t" r="r" b="b"/>
                  <a:pathLst>
                    <a:path w="1490063" h="342509">
                      <a:moveTo>
                        <a:pt x="0" y="342510"/>
                      </a:moveTo>
                      <a:lnTo>
                        <a:pt x="1295057" y="342510"/>
                      </a:lnTo>
                      <a:cubicBezTo>
                        <a:pt x="1402757" y="342510"/>
                        <a:pt x="1490063" y="274547"/>
                        <a:pt x="1490063" y="190712"/>
                      </a:cubicBezTo>
                      <a:lnTo>
                        <a:pt x="1490063" y="151793"/>
                      </a:lnTo>
                      <a:cubicBezTo>
                        <a:pt x="1490063" y="67958"/>
                        <a:pt x="1402757" y="0"/>
                        <a:pt x="1295057" y="0"/>
                      </a:cubicBezTo>
                      <a:lnTo>
                        <a:pt x="0" y="0"/>
                      </a:lnTo>
                      <a:lnTo>
                        <a:pt x="0" y="46707"/>
                      </a:lnTo>
                      <a:lnTo>
                        <a:pt x="1295057" y="46707"/>
                      </a:lnTo>
                      <a:cubicBezTo>
                        <a:pt x="1369616" y="46707"/>
                        <a:pt x="1430060" y="93757"/>
                        <a:pt x="1430060" y="151797"/>
                      </a:cubicBezTo>
                      <a:lnTo>
                        <a:pt x="1430060" y="190717"/>
                      </a:lnTo>
                      <a:cubicBezTo>
                        <a:pt x="1430060" y="248757"/>
                        <a:pt x="1369616" y="295807"/>
                        <a:pt x="1295057" y="295807"/>
                      </a:cubicBezTo>
                      <a:lnTo>
                        <a:pt x="0" y="295807"/>
                      </a:lnTo>
                      <a:lnTo>
                        <a:pt x="0" y="342510"/>
                      </a:lnTo>
                      <a:close/>
                    </a:path>
                  </a:pathLst>
                </a:custGeom>
                <a:solidFill>
                  <a:srgbClr val="381F7A"/>
                </a:solidFill>
                <a:ln cap="flat">
                  <a:prstDash val="solid"/>
                </a:ln>
              </p:spPr>
              <p:txBody>
                <a:bodyPr vert="horz" lIns="91440" tIns="45720" rIns="91440" bIns="45720" anchor="ctr">
                  <a:normAutofit fontScale="40000" lnSpcReduction="20000"/>
                </a:bodyPr>
                <a:lstStyle/>
                <a:p>
                  <a:pPr marL="0" algn="l"/>
                  <a:endParaRPr/>
                </a:p>
              </p:txBody>
            </p:sp>
            <p:sp>
              <p:nvSpPr>
                <p:cNvPr id="33" name="Freeform 120">
                  <a:extLst>
                    <a:ext uri="{FF2B5EF4-FFF2-40B4-BE49-F238E27FC236}">
                      <a16:creationId xmlns:a16="http://schemas.microsoft.com/office/drawing/2014/main" id="{0676D6E2-CD35-E36A-C143-B799A4223B52}"/>
                    </a:ext>
                  </a:extLst>
                </p:cNvPr>
                <p:cNvSpPr/>
                <p:nvPr/>
              </p:nvSpPr>
              <p:spPr>
                <a:xfrm>
                  <a:off x="8071536" y="4103861"/>
                  <a:ext cx="1398812" cy="249099"/>
                </a:xfrm>
                <a:custGeom>
                  <a:avLst/>
                  <a:gdLst/>
                  <a:ahLst/>
                  <a:cxnLst/>
                  <a:rect l="l" t="t" r="r" b="b"/>
                  <a:pathLst>
                    <a:path w="1398812" h="249099">
                      <a:moveTo>
                        <a:pt x="0" y="249100"/>
                      </a:moveTo>
                      <a:lnTo>
                        <a:pt x="1274264" y="249100"/>
                      </a:lnTo>
                      <a:cubicBezTo>
                        <a:pt x="1343049" y="249100"/>
                        <a:pt x="1398813" y="193336"/>
                        <a:pt x="1398813" y="124550"/>
                      </a:cubicBezTo>
                      <a:lnTo>
                        <a:pt x="1398813" y="124550"/>
                      </a:lnTo>
                      <a:cubicBezTo>
                        <a:pt x="1398813" y="55764"/>
                        <a:pt x="1343049" y="0"/>
                        <a:pt x="1274264" y="0"/>
                      </a:cubicBezTo>
                      <a:lnTo>
                        <a:pt x="0" y="0"/>
                      </a:lnTo>
                      <a:lnTo>
                        <a:pt x="0" y="249100"/>
                      </a:ln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34" name="Freeform 121">
                  <a:extLst>
                    <a:ext uri="{FF2B5EF4-FFF2-40B4-BE49-F238E27FC236}">
                      <a16:creationId xmlns:a16="http://schemas.microsoft.com/office/drawing/2014/main" id="{59F2A783-2158-2E67-8E76-5409AE9A6046}"/>
                    </a:ext>
                  </a:extLst>
                </p:cNvPr>
                <p:cNvSpPr/>
                <p:nvPr/>
              </p:nvSpPr>
              <p:spPr>
                <a:xfrm>
                  <a:off x="8237799" y="4204142"/>
                  <a:ext cx="1162551" cy="14153"/>
                </a:xfrm>
                <a:custGeom>
                  <a:avLst/>
                  <a:gdLst/>
                  <a:ahLst/>
                  <a:cxnLst/>
                  <a:rect l="l" t="t" r="r" b="b"/>
                  <a:pathLst>
                    <a:path w="1162551" h="14153">
                      <a:moveTo>
                        <a:pt x="1162552" y="7077"/>
                      </a:moveTo>
                      <a:cubicBezTo>
                        <a:pt x="1065670" y="4342"/>
                        <a:pt x="968791" y="2503"/>
                        <a:pt x="871913" y="1573"/>
                      </a:cubicBezTo>
                      <a:cubicBezTo>
                        <a:pt x="775031" y="442"/>
                        <a:pt x="678153" y="142"/>
                        <a:pt x="581276" y="0"/>
                      </a:cubicBezTo>
                      <a:cubicBezTo>
                        <a:pt x="484393" y="124"/>
                        <a:pt x="387516" y="424"/>
                        <a:pt x="290638" y="1552"/>
                      </a:cubicBezTo>
                      <a:cubicBezTo>
                        <a:pt x="193756" y="2477"/>
                        <a:pt x="96878" y="4325"/>
                        <a:pt x="0" y="7077"/>
                      </a:cubicBezTo>
                      <a:cubicBezTo>
                        <a:pt x="96878" y="9828"/>
                        <a:pt x="193760" y="11676"/>
                        <a:pt x="290638" y="12602"/>
                      </a:cubicBezTo>
                      <a:cubicBezTo>
                        <a:pt x="387516" y="13729"/>
                        <a:pt x="484398" y="14029"/>
                        <a:pt x="581276" y="14153"/>
                      </a:cubicBezTo>
                      <a:cubicBezTo>
                        <a:pt x="678153" y="14012"/>
                        <a:pt x="775035" y="13712"/>
                        <a:pt x="871913" y="12580"/>
                      </a:cubicBezTo>
                      <a:cubicBezTo>
                        <a:pt x="968791" y="11650"/>
                        <a:pt x="1065670" y="9815"/>
                        <a:pt x="1162552" y="7077"/>
                      </a:cubicBezTo>
                      <a:close/>
                    </a:path>
                  </a:pathLst>
                </a:custGeom>
                <a:solidFill>
                  <a:srgbClr val="DFDBDA"/>
                </a:solidFill>
                <a:ln cap="flat">
                  <a:prstDash val="solid"/>
                </a:ln>
              </p:spPr>
              <p:txBody>
                <a:bodyPr vert="horz" lIns="91440" tIns="45720" rIns="91440" bIns="45720" anchor="ctr">
                  <a:normAutofit fontScale="25000" lnSpcReduction="20000"/>
                </a:bodyPr>
                <a:lstStyle/>
                <a:p>
                  <a:pPr marL="0" algn="l"/>
                  <a:endParaRPr/>
                </a:p>
              </p:txBody>
            </p:sp>
            <p:sp>
              <p:nvSpPr>
                <p:cNvPr id="35" name="Freeform 122">
                  <a:extLst>
                    <a:ext uri="{FF2B5EF4-FFF2-40B4-BE49-F238E27FC236}">
                      <a16:creationId xmlns:a16="http://schemas.microsoft.com/office/drawing/2014/main" id="{072BCA0C-4246-45B8-7D2B-CE1128C38876}"/>
                    </a:ext>
                  </a:extLst>
                </p:cNvPr>
                <p:cNvSpPr/>
                <p:nvPr/>
              </p:nvSpPr>
              <p:spPr>
                <a:xfrm>
                  <a:off x="8081540" y="4281307"/>
                  <a:ext cx="1162551" cy="14153"/>
                </a:xfrm>
                <a:custGeom>
                  <a:avLst/>
                  <a:gdLst/>
                  <a:ahLst/>
                  <a:cxnLst/>
                  <a:rect l="l" t="t" r="r" b="b"/>
                  <a:pathLst>
                    <a:path w="1162551" h="14153">
                      <a:moveTo>
                        <a:pt x="1162551" y="7077"/>
                      </a:moveTo>
                      <a:cubicBezTo>
                        <a:pt x="1065673" y="4342"/>
                        <a:pt x="968791" y="2503"/>
                        <a:pt x="871913" y="1573"/>
                      </a:cubicBezTo>
                      <a:cubicBezTo>
                        <a:pt x="775035" y="442"/>
                        <a:pt x="678153" y="142"/>
                        <a:pt x="581276" y="0"/>
                      </a:cubicBezTo>
                      <a:cubicBezTo>
                        <a:pt x="484398" y="124"/>
                        <a:pt x="387515" y="424"/>
                        <a:pt x="290638" y="1552"/>
                      </a:cubicBezTo>
                      <a:cubicBezTo>
                        <a:pt x="193760" y="2477"/>
                        <a:pt x="96878" y="4325"/>
                        <a:pt x="0" y="7077"/>
                      </a:cubicBezTo>
                      <a:cubicBezTo>
                        <a:pt x="96878" y="9828"/>
                        <a:pt x="193760" y="11676"/>
                        <a:pt x="290638" y="12602"/>
                      </a:cubicBezTo>
                      <a:cubicBezTo>
                        <a:pt x="387515" y="13729"/>
                        <a:pt x="484398" y="14029"/>
                        <a:pt x="581276" y="14153"/>
                      </a:cubicBezTo>
                      <a:cubicBezTo>
                        <a:pt x="678153" y="14012"/>
                        <a:pt x="775035" y="13712"/>
                        <a:pt x="871913" y="12580"/>
                      </a:cubicBezTo>
                      <a:cubicBezTo>
                        <a:pt x="968791" y="11650"/>
                        <a:pt x="1065673" y="9811"/>
                        <a:pt x="1162551" y="7077"/>
                      </a:cubicBezTo>
                      <a:close/>
                    </a:path>
                  </a:pathLst>
                </a:custGeom>
                <a:solidFill>
                  <a:srgbClr val="DFDBDA"/>
                </a:solidFill>
                <a:ln cap="flat">
                  <a:prstDash val="solid"/>
                </a:ln>
              </p:spPr>
              <p:txBody>
                <a:bodyPr vert="horz" lIns="91440" tIns="45720" rIns="91440" bIns="45720" anchor="ctr">
                  <a:normAutofit fontScale="25000" lnSpcReduction="20000"/>
                </a:bodyPr>
                <a:lstStyle/>
                <a:p>
                  <a:pPr marL="0" algn="l"/>
                  <a:endParaRPr/>
                </a:p>
              </p:txBody>
            </p:sp>
            <p:sp>
              <p:nvSpPr>
                <p:cNvPr id="36" name="Freeform 123">
                  <a:extLst>
                    <a:ext uri="{FF2B5EF4-FFF2-40B4-BE49-F238E27FC236}">
                      <a16:creationId xmlns:a16="http://schemas.microsoft.com/office/drawing/2014/main" id="{662DBB27-A828-D6B4-39DF-9DE74F40AD4C}"/>
                    </a:ext>
                  </a:extLst>
                </p:cNvPr>
                <p:cNvSpPr/>
                <p:nvPr/>
              </p:nvSpPr>
              <p:spPr>
                <a:xfrm>
                  <a:off x="8069037" y="4103861"/>
                  <a:ext cx="1389405" cy="78309"/>
                </a:xfrm>
                <a:custGeom>
                  <a:avLst/>
                  <a:gdLst/>
                  <a:ahLst/>
                  <a:cxnLst/>
                  <a:rect l="l" t="t" r="r" b="b"/>
                  <a:pathLst>
                    <a:path w="1389405" h="78309">
                      <a:moveTo>
                        <a:pt x="1389405" y="69219"/>
                      </a:moveTo>
                      <a:cubicBezTo>
                        <a:pt x="1356860" y="10338"/>
                        <a:pt x="1310452" y="0"/>
                        <a:pt x="1276767" y="0"/>
                      </a:cubicBezTo>
                      <a:lnTo>
                        <a:pt x="0" y="0"/>
                      </a:lnTo>
                      <a:lnTo>
                        <a:pt x="0" y="78310"/>
                      </a:lnTo>
                    </a:path>
                  </a:pathLst>
                </a:custGeom>
                <a:solidFill>
                  <a:srgbClr val="231F20"/>
                </a:solidFill>
                <a:ln cap="flat">
                  <a:prstDash val="solid"/>
                </a:ln>
              </p:spPr>
              <p:txBody>
                <a:bodyPr vert="horz" lIns="91440" tIns="45720" rIns="91440" bIns="45720" anchor="ctr">
                  <a:normAutofit fontScale="25000" lnSpcReduction="20000"/>
                </a:bodyPr>
                <a:lstStyle/>
                <a:p>
                  <a:pPr marL="0" algn="l"/>
                  <a:endParaRPr/>
                </a:p>
              </p:txBody>
            </p:sp>
          </p:grpSp>
          <p:grpSp>
            <p:nvGrpSpPr>
              <p:cNvPr id="15" name="Group 124">
                <a:extLst>
                  <a:ext uri="{FF2B5EF4-FFF2-40B4-BE49-F238E27FC236}">
                    <a16:creationId xmlns:a16="http://schemas.microsoft.com/office/drawing/2014/main" id="{C3EE9208-C02B-F4A4-EC6F-718A553FEB56}"/>
                  </a:ext>
                </a:extLst>
              </p:cNvPr>
              <p:cNvGrpSpPr/>
              <p:nvPr/>
            </p:nvGrpSpPr>
            <p:grpSpPr>
              <a:xfrm>
                <a:off x="7926532" y="4399664"/>
                <a:ext cx="1640077" cy="231260"/>
                <a:chOff x="7926532" y="4399664"/>
                <a:chExt cx="1640077" cy="231260"/>
              </a:xfrm>
            </p:grpSpPr>
            <p:sp>
              <p:nvSpPr>
                <p:cNvPr id="27" name="Freeform 125">
                  <a:extLst>
                    <a:ext uri="{FF2B5EF4-FFF2-40B4-BE49-F238E27FC236}">
                      <a16:creationId xmlns:a16="http://schemas.microsoft.com/office/drawing/2014/main" id="{9706DC8F-B189-1571-1298-71F1EC86A973}"/>
                    </a:ext>
                  </a:extLst>
                </p:cNvPr>
                <p:cNvSpPr/>
                <p:nvPr/>
              </p:nvSpPr>
              <p:spPr>
                <a:xfrm>
                  <a:off x="7926532" y="4399664"/>
                  <a:ext cx="1640077" cy="231260"/>
                </a:xfrm>
                <a:custGeom>
                  <a:avLst/>
                  <a:gdLst/>
                  <a:ahLst/>
                  <a:cxnLst/>
                  <a:rect l="l" t="t" r="r" b="b"/>
                  <a:pathLst>
                    <a:path w="1640077" h="231260">
                      <a:moveTo>
                        <a:pt x="0" y="0"/>
                      </a:moveTo>
                      <a:lnTo>
                        <a:pt x="1640078" y="0"/>
                      </a:lnTo>
                      <a:lnTo>
                        <a:pt x="1640078" y="231260"/>
                      </a:lnTo>
                      <a:lnTo>
                        <a:pt x="0" y="231260"/>
                      </a:lnTo>
                      <a:close/>
                    </a:path>
                  </a:pathLst>
                </a:custGeom>
                <a:solidFill>
                  <a:srgbClr val="3DC8E8"/>
                </a:solidFill>
                <a:ln cap="flat">
                  <a:prstDash val="solid"/>
                </a:ln>
              </p:spPr>
              <p:txBody>
                <a:bodyPr vert="horz" lIns="91440" tIns="45720" rIns="91440" bIns="45720" anchor="ctr">
                  <a:normAutofit fontScale="25000" lnSpcReduction="20000"/>
                </a:bodyPr>
                <a:lstStyle/>
                <a:p>
                  <a:pPr marL="0" algn="l"/>
                  <a:endParaRPr/>
                </a:p>
              </p:txBody>
            </p:sp>
            <p:sp>
              <p:nvSpPr>
                <p:cNvPr id="28" name="Freeform 126">
                  <a:extLst>
                    <a:ext uri="{FF2B5EF4-FFF2-40B4-BE49-F238E27FC236}">
                      <a16:creationId xmlns:a16="http://schemas.microsoft.com/office/drawing/2014/main" id="{9FDDDFBC-93FC-645A-A29F-A2FE2EE9792E}"/>
                    </a:ext>
                  </a:extLst>
                </p:cNvPr>
                <p:cNvSpPr/>
                <p:nvPr/>
              </p:nvSpPr>
              <p:spPr>
                <a:xfrm>
                  <a:off x="8074665" y="4435291"/>
                  <a:ext cx="61876" cy="160005"/>
                </a:xfrm>
                <a:custGeom>
                  <a:avLst/>
                  <a:gdLst/>
                  <a:ahLst/>
                  <a:cxnLst/>
                  <a:rect l="l" t="t" r="r" b="b"/>
                  <a:pathLst>
                    <a:path w="61876" h="160005">
                      <a:moveTo>
                        <a:pt x="0" y="0"/>
                      </a:moveTo>
                      <a:lnTo>
                        <a:pt x="61877" y="0"/>
                      </a:lnTo>
                      <a:lnTo>
                        <a:pt x="61877" y="160005"/>
                      </a:lnTo>
                      <a:lnTo>
                        <a:pt x="0" y="160005"/>
                      </a:lnTo>
                      <a:close/>
                    </a:path>
                  </a:pathLst>
                </a:custGeom>
                <a:solidFill>
                  <a:srgbClr val="FFC73C"/>
                </a:solidFill>
                <a:ln cap="flat">
                  <a:prstDash val="solid"/>
                </a:ln>
              </p:spPr>
              <p:txBody>
                <a:bodyPr vert="horz" lIns="91440" tIns="45720" rIns="91440" bIns="45720" anchor="ctr">
                  <a:normAutofit fontScale="25000" lnSpcReduction="20000"/>
                </a:bodyPr>
                <a:lstStyle/>
                <a:p>
                  <a:pPr marL="0" algn="l"/>
                  <a:endParaRPr/>
                </a:p>
              </p:txBody>
            </p:sp>
            <p:sp>
              <p:nvSpPr>
                <p:cNvPr id="29" name="Freeform 127">
                  <a:extLst>
                    <a:ext uri="{FF2B5EF4-FFF2-40B4-BE49-F238E27FC236}">
                      <a16:creationId xmlns:a16="http://schemas.microsoft.com/office/drawing/2014/main" id="{27DDC8EF-B203-F51F-13F8-9634573966D7}"/>
                    </a:ext>
                  </a:extLst>
                </p:cNvPr>
                <p:cNvSpPr/>
                <p:nvPr/>
              </p:nvSpPr>
              <p:spPr>
                <a:xfrm>
                  <a:off x="8382177" y="4435291"/>
                  <a:ext cx="61876" cy="160005"/>
                </a:xfrm>
                <a:custGeom>
                  <a:avLst/>
                  <a:gdLst/>
                  <a:ahLst/>
                  <a:cxnLst/>
                  <a:rect l="l" t="t" r="r" b="b"/>
                  <a:pathLst>
                    <a:path w="61876" h="160005">
                      <a:moveTo>
                        <a:pt x="0" y="0"/>
                      </a:moveTo>
                      <a:lnTo>
                        <a:pt x="61877" y="0"/>
                      </a:lnTo>
                      <a:lnTo>
                        <a:pt x="61877" y="160005"/>
                      </a:lnTo>
                      <a:lnTo>
                        <a:pt x="0" y="160005"/>
                      </a:lnTo>
                      <a:close/>
                    </a:path>
                  </a:pathLst>
                </a:custGeom>
                <a:solidFill>
                  <a:srgbClr val="FFC73C"/>
                </a:solidFill>
                <a:ln cap="flat">
                  <a:prstDash val="solid"/>
                </a:ln>
              </p:spPr>
              <p:txBody>
                <a:bodyPr vert="horz" lIns="91440" tIns="45720" rIns="91440" bIns="45720" anchor="ctr">
                  <a:normAutofit fontScale="25000" lnSpcReduction="20000"/>
                </a:bodyPr>
                <a:lstStyle/>
                <a:p>
                  <a:pPr marL="0" algn="l"/>
                  <a:endParaRPr/>
                </a:p>
              </p:txBody>
            </p:sp>
            <p:sp>
              <p:nvSpPr>
                <p:cNvPr id="30" name="Freeform 128">
                  <a:extLst>
                    <a:ext uri="{FF2B5EF4-FFF2-40B4-BE49-F238E27FC236}">
                      <a16:creationId xmlns:a16="http://schemas.microsoft.com/office/drawing/2014/main" id="{B93DE360-CA2C-F4FC-A6EA-D15404B851A8}"/>
                    </a:ext>
                  </a:extLst>
                </p:cNvPr>
                <p:cNvSpPr/>
                <p:nvPr/>
              </p:nvSpPr>
              <p:spPr>
                <a:xfrm>
                  <a:off x="8174041" y="4399664"/>
                  <a:ext cx="174381" cy="231260"/>
                </a:xfrm>
                <a:custGeom>
                  <a:avLst/>
                  <a:gdLst/>
                  <a:ahLst/>
                  <a:cxnLst/>
                  <a:rect l="l" t="t" r="r" b="b"/>
                  <a:pathLst>
                    <a:path w="174381" h="231260">
                      <a:moveTo>
                        <a:pt x="0" y="0"/>
                      </a:moveTo>
                      <a:lnTo>
                        <a:pt x="174381" y="0"/>
                      </a:lnTo>
                      <a:lnTo>
                        <a:pt x="174381" y="231260"/>
                      </a:lnTo>
                      <a:lnTo>
                        <a:pt x="0" y="231260"/>
                      </a:lnTo>
                      <a:close/>
                    </a:path>
                  </a:pathLst>
                </a:custGeom>
                <a:solidFill>
                  <a:srgbClr val="FFC73C"/>
                </a:solidFill>
                <a:ln cap="flat">
                  <a:prstDash val="solid"/>
                </a:ln>
              </p:spPr>
              <p:txBody>
                <a:bodyPr vert="horz" lIns="91440" tIns="45720" rIns="91440" bIns="45720" anchor="ctr">
                  <a:normAutofit fontScale="25000" lnSpcReduction="20000"/>
                </a:bodyPr>
                <a:lstStyle/>
                <a:p>
                  <a:pPr marL="0" algn="l"/>
                  <a:endParaRPr/>
                </a:p>
              </p:txBody>
            </p:sp>
          </p:grpSp>
          <p:grpSp>
            <p:nvGrpSpPr>
              <p:cNvPr id="16" name="Group 129">
                <a:extLst>
                  <a:ext uri="{FF2B5EF4-FFF2-40B4-BE49-F238E27FC236}">
                    <a16:creationId xmlns:a16="http://schemas.microsoft.com/office/drawing/2014/main" id="{694498A3-58E6-249E-E7AC-B32C5532124F}"/>
                  </a:ext>
                </a:extLst>
              </p:cNvPr>
              <p:cNvGrpSpPr/>
              <p:nvPr/>
            </p:nvGrpSpPr>
            <p:grpSpPr>
              <a:xfrm>
                <a:off x="7776526" y="3470430"/>
                <a:ext cx="1640077" cy="231260"/>
                <a:chOff x="7776526" y="3470430"/>
                <a:chExt cx="1640077" cy="231260"/>
              </a:xfrm>
            </p:grpSpPr>
            <p:sp>
              <p:nvSpPr>
                <p:cNvPr id="24" name="Freeform 130">
                  <a:extLst>
                    <a:ext uri="{FF2B5EF4-FFF2-40B4-BE49-F238E27FC236}">
                      <a16:creationId xmlns:a16="http://schemas.microsoft.com/office/drawing/2014/main" id="{677FB52F-8629-356D-66C6-EA13706D2C51}"/>
                    </a:ext>
                  </a:extLst>
                </p:cNvPr>
                <p:cNvSpPr/>
                <p:nvPr/>
              </p:nvSpPr>
              <p:spPr>
                <a:xfrm>
                  <a:off x="7776526" y="3470430"/>
                  <a:ext cx="1640077" cy="231260"/>
                </a:xfrm>
                <a:custGeom>
                  <a:avLst/>
                  <a:gdLst/>
                  <a:ahLst/>
                  <a:cxnLst/>
                  <a:rect l="l" t="t" r="r" b="b"/>
                  <a:pathLst>
                    <a:path w="1640077" h="231260">
                      <a:moveTo>
                        <a:pt x="0" y="0"/>
                      </a:moveTo>
                      <a:lnTo>
                        <a:pt x="1640078" y="0"/>
                      </a:lnTo>
                      <a:lnTo>
                        <a:pt x="1640078" y="231260"/>
                      </a:lnTo>
                      <a:lnTo>
                        <a:pt x="1" y="231260"/>
                      </a:lnTo>
                      <a:close/>
                    </a:path>
                  </a:pathLst>
                </a:custGeom>
                <a:solidFill>
                  <a:srgbClr val="8B018D"/>
                </a:solidFill>
                <a:ln cap="flat">
                  <a:prstDash val="solid"/>
                </a:ln>
              </p:spPr>
              <p:txBody>
                <a:bodyPr vert="horz" lIns="91440" tIns="45720" rIns="91440" bIns="45720" anchor="ctr">
                  <a:normAutofit fontScale="25000" lnSpcReduction="20000"/>
                </a:bodyPr>
                <a:lstStyle/>
                <a:p>
                  <a:pPr marL="0" algn="l"/>
                  <a:endParaRPr/>
                </a:p>
              </p:txBody>
            </p:sp>
            <p:sp>
              <p:nvSpPr>
                <p:cNvPr id="25" name="Freeform 131">
                  <a:extLst>
                    <a:ext uri="{FF2B5EF4-FFF2-40B4-BE49-F238E27FC236}">
                      <a16:creationId xmlns:a16="http://schemas.microsoft.com/office/drawing/2014/main" id="{E90A0CB2-EA08-CCF9-F730-32079A143A01}"/>
                    </a:ext>
                  </a:extLst>
                </p:cNvPr>
                <p:cNvSpPr/>
                <p:nvPr/>
              </p:nvSpPr>
              <p:spPr>
                <a:xfrm>
                  <a:off x="9206590" y="3470430"/>
                  <a:ext cx="61876" cy="231260"/>
                </a:xfrm>
                <a:custGeom>
                  <a:avLst/>
                  <a:gdLst/>
                  <a:ahLst/>
                  <a:cxnLst/>
                  <a:rect l="l" t="t" r="r" b="b"/>
                  <a:pathLst>
                    <a:path w="61876" h="231260">
                      <a:moveTo>
                        <a:pt x="0" y="0"/>
                      </a:moveTo>
                      <a:lnTo>
                        <a:pt x="61877" y="0"/>
                      </a:lnTo>
                      <a:lnTo>
                        <a:pt x="61877" y="231260"/>
                      </a:lnTo>
                      <a:lnTo>
                        <a:pt x="0" y="231260"/>
                      </a:lnTo>
                      <a:close/>
                    </a:path>
                  </a:pathLst>
                </a:custGeom>
                <a:solidFill>
                  <a:srgbClr val="381F7A"/>
                </a:solidFill>
                <a:ln cap="flat">
                  <a:prstDash val="solid"/>
                </a:ln>
              </p:spPr>
              <p:txBody>
                <a:bodyPr vert="horz" lIns="91440" tIns="45720" rIns="91440" bIns="45720" anchor="ctr">
                  <a:normAutofit fontScale="25000" lnSpcReduction="20000"/>
                </a:bodyPr>
                <a:lstStyle/>
                <a:p>
                  <a:pPr marL="0" algn="l"/>
                  <a:endParaRPr/>
                </a:p>
              </p:txBody>
            </p:sp>
            <p:sp>
              <p:nvSpPr>
                <p:cNvPr id="26" name="Freeform 132">
                  <a:extLst>
                    <a:ext uri="{FF2B5EF4-FFF2-40B4-BE49-F238E27FC236}">
                      <a16:creationId xmlns:a16="http://schemas.microsoft.com/office/drawing/2014/main" id="{C2D8A144-6282-44DB-0B32-249D3B71D5E3}"/>
                    </a:ext>
                  </a:extLst>
                </p:cNvPr>
                <p:cNvSpPr/>
                <p:nvPr/>
              </p:nvSpPr>
              <p:spPr>
                <a:xfrm>
                  <a:off x="9074175" y="3470430"/>
                  <a:ext cx="94914" cy="231260"/>
                </a:xfrm>
                <a:custGeom>
                  <a:avLst/>
                  <a:gdLst/>
                  <a:ahLst/>
                  <a:cxnLst/>
                  <a:rect l="l" t="t" r="r" b="b"/>
                  <a:pathLst>
                    <a:path w="94914" h="231260">
                      <a:moveTo>
                        <a:pt x="0" y="0"/>
                      </a:moveTo>
                      <a:lnTo>
                        <a:pt x="94915" y="0"/>
                      </a:lnTo>
                      <a:lnTo>
                        <a:pt x="94915" y="231260"/>
                      </a:lnTo>
                      <a:lnTo>
                        <a:pt x="0" y="231260"/>
                      </a:lnTo>
                      <a:close/>
                    </a:path>
                  </a:pathLst>
                </a:custGeom>
                <a:solidFill>
                  <a:srgbClr val="381F7A"/>
                </a:solidFill>
                <a:ln cap="flat">
                  <a:prstDash val="solid"/>
                </a:ln>
              </p:spPr>
              <p:txBody>
                <a:bodyPr vert="horz" lIns="91440" tIns="45720" rIns="91440" bIns="45720" anchor="ctr">
                  <a:normAutofit fontScale="25000" lnSpcReduction="20000"/>
                </a:bodyPr>
                <a:lstStyle/>
                <a:p>
                  <a:pPr marL="0" algn="l"/>
                  <a:endParaRPr/>
                </a:p>
              </p:txBody>
            </p:sp>
          </p:grpSp>
          <p:grpSp>
            <p:nvGrpSpPr>
              <p:cNvPr id="17" name="Group 133">
                <a:extLst>
                  <a:ext uri="{FF2B5EF4-FFF2-40B4-BE49-F238E27FC236}">
                    <a16:creationId xmlns:a16="http://schemas.microsoft.com/office/drawing/2014/main" id="{B755313F-F952-1C22-193F-D16BED697191}"/>
                  </a:ext>
                </a:extLst>
              </p:cNvPr>
              <p:cNvGrpSpPr/>
              <p:nvPr/>
            </p:nvGrpSpPr>
            <p:grpSpPr>
              <a:xfrm>
                <a:off x="7939879" y="3701691"/>
                <a:ext cx="1640077" cy="358596"/>
                <a:chOff x="7939879" y="3701691"/>
                <a:chExt cx="1640077" cy="358596"/>
              </a:xfrm>
            </p:grpSpPr>
            <p:sp>
              <p:nvSpPr>
                <p:cNvPr id="19" name="Freeform 134">
                  <a:extLst>
                    <a:ext uri="{FF2B5EF4-FFF2-40B4-BE49-F238E27FC236}">
                      <a16:creationId xmlns:a16="http://schemas.microsoft.com/office/drawing/2014/main" id="{7FE2A47C-0F36-EE6C-7CFF-944585127076}"/>
                    </a:ext>
                  </a:extLst>
                </p:cNvPr>
                <p:cNvSpPr/>
                <p:nvPr/>
              </p:nvSpPr>
              <p:spPr>
                <a:xfrm>
                  <a:off x="7939879" y="3701691"/>
                  <a:ext cx="1640077" cy="358596"/>
                </a:xfrm>
                <a:custGeom>
                  <a:avLst/>
                  <a:gdLst/>
                  <a:ahLst/>
                  <a:cxnLst/>
                  <a:rect l="l" t="t" r="r" b="b"/>
                  <a:pathLst>
                    <a:path w="1640077" h="358596">
                      <a:moveTo>
                        <a:pt x="0" y="0"/>
                      </a:moveTo>
                      <a:lnTo>
                        <a:pt x="1640078" y="0"/>
                      </a:lnTo>
                      <a:lnTo>
                        <a:pt x="1640078" y="358596"/>
                      </a:lnTo>
                      <a:lnTo>
                        <a:pt x="0" y="358596"/>
                      </a:lnTo>
                      <a:close/>
                    </a:path>
                  </a:pathLst>
                </a:custGeom>
                <a:solidFill>
                  <a:srgbClr val="FFC73C"/>
                </a:solidFill>
                <a:ln cap="flat">
                  <a:prstDash val="solid"/>
                </a:ln>
              </p:spPr>
              <p:txBody>
                <a:bodyPr vert="horz" lIns="91440" tIns="45720" rIns="91440" bIns="45720" anchor="ctr">
                  <a:normAutofit fontScale="47500" lnSpcReduction="20000"/>
                </a:bodyPr>
                <a:lstStyle/>
                <a:p>
                  <a:pPr marL="0" algn="l"/>
                  <a:endParaRPr/>
                </a:p>
              </p:txBody>
            </p:sp>
            <p:sp>
              <p:nvSpPr>
                <p:cNvPr id="20" name="Freeform 135">
                  <a:extLst>
                    <a:ext uri="{FF2B5EF4-FFF2-40B4-BE49-F238E27FC236}">
                      <a16:creationId xmlns:a16="http://schemas.microsoft.com/office/drawing/2014/main" id="{42C3A0DA-7970-B45E-3549-8BAA3B005821}"/>
                    </a:ext>
                  </a:extLst>
                </p:cNvPr>
                <p:cNvSpPr/>
                <p:nvPr/>
              </p:nvSpPr>
              <p:spPr>
                <a:xfrm>
                  <a:off x="8088012" y="3756936"/>
                  <a:ext cx="61876" cy="238418"/>
                </a:xfrm>
                <a:custGeom>
                  <a:avLst/>
                  <a:gdLst/>
                  <a:ahLst/>
                  <a:cxnLst/>
                  <a:rect l="l" t="t" r="r" b="b"/>
                  <a:pathLst>
                    <a:path w="61876" h="238418">
                      <a:moveTo>
                        <a:pt x="0" y="0"/>
                      </a:moveTo>
                      <a:lnTo>
                        <a:pt x="61877" y="0"/>
                      </a:lnTo>
                      <a:lnTo>
                        <a:pt x="61877" y="238418"/>
                      </a:lnTo>
                      <a:lnTo>
                        <a:pt x="0" y="238418"/>
                      </a:lnTo>
                      <a:close/>
                    </a:path>
                  </a:pathLst>
                </a:custGeom>
                <a:solidFill>
                  <a:srgbClr val="26A8D1"/>
                </a:solidFill>
                <a:ln cap="flat">
                  <a:prstDash val="solid"/>
                </a:ln>
              </p:spPr>
              <p:txBody>
                <a:bodyPr vert="horz" lIns="91440" tIns="45720" rIns="91440" bIns="45720" anchor="ctr">
                  <a:normAutofit fontScale="25000" lnSpcReduction="20000"/>
                </a:bodyPr>
                <a:lstStyle/>
                <a:p>
                  <a:pPr marL="0" algn="l"/>
                  <a:endParaRPr/>
                </a:p>
              </p:txBody>
            </p:sp>
            <p:sp>
              <p:nvSpPr>
                <p:cNvPr id="21" name="Freeform 136">
                  <a:extLst>
                    <a:ext uri="{FF2B5EF4-FFF2-40B4-BE49-F238E27FC236}">
                      <a16:creationId xmlns:a16="http://schemas.microsoft.com/office/drawing/2014/main" id="{B136387B-4A18-B23B-4E88-0C91D932E7D4}"/>
                    </a:ext>
                  </a:extLst>
                </p:cNvPr>
                <p:cNvSpPr/>
                <p:nvPr/>
              </p:nvSpPr>
              <p:spPr>
                <a:xfrm>
                  <a:off x="9410573" y="3756936"/>
                  <a:ext cx="61876" cy="238418"/>
                </a:xfrm>
                <a:custGeom>
                  <a:avLst/>
                  <a:gdLst/>
                  <a:ahLst/>
                  <a:cxnLst/>
                  <a:rect l="l" t="t" r="r" b="b"/>
                  <a:pathLst>
                    <a:path w="61876" h="238418">
                      <a:moveTo>
                        <a:pt x="-1" y="0"/>
                      </a:moveTo>
                      <a:lnTo>
                        <a:pt x="61876" y="0"/>
                      </a:lnTo>
                      <a:lnTo>
                        <a:pt x="61876" y="238418"/>
                      </a:lnTo>
                      <a:lnTo>
                        <a:pt x="-1" y="238418"/>
                      </a:lnTo>
                      <a:close/>
                    </a:path>
                  </a:pathLst>
                </a:custGeom>
                <a:solidFill>
                  <a:srgbClr val="26A8D1"/>
                </a:solidFill>
                <a:ln cap="flat">
                  <a:prstDash val="solid"/>
                </a:ln>
              </p:spPr>
              <p:txBody>
                <a:bodyPr vert="horz" lIns="91440" tIns="45720" rIns="91440" bIns="45720" anchor="ctr">
                  <a:normAutofit fontScale="25000" lnSpcReduction="20000"/>
                </a:bodyPr>
                <a:lstStyle/>
                <a:p>
                  <a:pPr marL="0" algn="l"/>
                  <a:endParaRPr/>
                </a:p>
              </p:txBody>
            </p:sp>
            <p:sp>
              <p:nvSpPr>
                <p:cNvPr id="22" name="Freeform 137">
                  <a:extLst>
                    <a:ext uri="{FF2B5EF4-FFF2-40B4-BE49-F238E27FC236}">
                      <a16:creationId xmlns:a16="http://schemas.microsoft.com/office/drawing/2014/main" id="{2F9F2446-A93A-B4E2-1F5E-80FF39963622}"/>
                    </a:ext>
                  </a:extLst>
                </p:cNvPr>
                <p:cNvSpPr/>
                <p:nvPr/>
              </p:nvSpPr>
              <p:spPr>
                <a:xfrm>
                  <a:off x="9299319" y="3756936"/>
                  <a:ext cx="61876" cy="238418"/>
                </a:xfrm>
                <a:custGeom>
                  <a:avLst/>
                  <a:gdLst/>
                  <a:ahLst/>
                  <a:cxnLst/>
                  <a:rect l="l" t="t" r="r" b="b"/>
                  <a:pathLst>
                    <a:path w="61876" h="238418">
                      <a:moveTo>
                        <a:pt x="0" y="0"/>
                      </a:moveTo>
                      <a:lnTo>
                        <a:pt x="61877" y="0"/>
                      </a:lnTo>
                      <a:lnTo>
                        <a:pt x="61877" y="238418"/>
                      </a:lnTo>
                      <a:lnTo>
                        <a:pt x="0" y="238418"/>
                      </a:lnTo>
                      <a:close/>
                    </a:path>
                  </a:pathLst>
                </a:custGeom>
                <a:solidFill>
                  <a:srgbClr val="26A8D1"/>
                </a:solidFill>
                <a:ln cap="flat">
                  <a:prstDash val="solid"/>
                </a:ln>
              </p:spPr>
              <p:txBody>
                <a:bodyPr vert="horz" lIns="91440" tIns="45720" rIns="91440" bIns="45720" anchor="ctr">
                  <a:normAutofit fontScale="25000" lnSpcReduction="20000"/>
                </a:bodyPr>
                <a:lstStyle/>
                <a:p>
                  <a:pPr marL="0" algn="l"/>
                  <a:endParaRPr/>
                </a:p>
              </p:txBody>
            </p:sp>
            <p:sp>
              <p:nvSpPr>
                <p:cNvPr id="23" name="Freeform 138">
                  <a:extLst>
                    <a:ext uri="{FF2B5EF4-FFF2-40B4-BE49-F238E27FC236}">
                      <a16:creationId xmlns:a16="http://schemas.microsoft.com/office/drawing/2014/main" id="{045250B7-B99F-B0CE-B4E0-9393ED61C9ED}"/>
                    </a:ext>
                  </a:extLst>
                </p:cNvPr>
                <p:cNvSpPr/>
                <p:nvPr/>
              </p:nvSpPr>
              <p:spPr>
                <a:xfrm rot="-2700000">
                  <a:off x="8207638" y="3756968"/>
                  <a:ext cx="238416" cy="238416"/>
                </a:xfrm>
                <a:custGeom>
                  <a:avLst/>
                  <a:gdLst/>
                  <a:ahLst/>
                  <a:cxnLst/>
                  <a:rect l="l" t="t" r="r" b="b"/>
                  <a:pathLst>
                    <a:path w="238416" h="238416">
                      <a:moveTo>
                        <a:pt x="238416" y="119208"/>
                      </a:moveTo>
                      <a:cubicBezTo>
                        <a:pt x="238416" y="185045"/>
                        <a:pt x="185045" y="238416"/>
                        <a:pt x="119208" y="238416"/>
                      </a:cubicBezTo>
                      <a:cubicBezTo>
                        <a:pt x="53372" y="238416"/>
                        <a:pt x="0" y="185045"/>
                        <a:pt x="0" y="119208"/>
                      </a:cubicBezTo>
                      <a:cubicBezTo>
                        <a:pt x="0" y="53371"/>
                        <a:pt x="53372" y="0"/>
                        <a:pt x="119208" y="0"/>
                      </a:cubicBezTo>
                      <a:cubicBezTo>
                        <a:pt x="185045" y="0"/>
                        <a:pt x="238416" y="53371"/>
                        <a:pt x="238416" y="119208"/>
                      </a:cubicBezTo>
                      <a:close/>
                    </a:path>
                  </a:pathLst>
                </a:custGeom>
                <a:solidFill>
                  <a:srgbClr val="26A8D1"/>
                </a:solidFill>
                <a:ln cap="flat">
                  <a:prstDash val="solid"/>
                </a:ln>
              </p:spPr>
              <p:txBody>
                <a:bodyPr vert="horz" lIns="91440" tIns="45720" rIns="91440" bIns="45720" anchor="ctr">
                  <a:normAutofit fontScale="25000" lnSpcReduction="20000"/>
                </a:bodyPr>
                <a:lstStyle/>
                <a:p>
                  <a:pPr marL="0" algn="l"/>
                  <a:endParaRPr/>
                </a:p>
              </p:txBody>
            </p:sp>
          </p:grpSp>
          <p:sp>
            <p:nvSpPr>
              <p:cNvPr id="18" name="Freeform 139">
                <a:extLst>
                  <a:ext uri="{FF2B5EF4-FFF2-40B4-BE49-F238E27FC236}">
                    <a16:creationId xmlns:a16="http://schemas.microsoft.com/office/drawing/2014/main" id="{F1A9DAE5-6CE1-E43C-A185-AFFE7FF9242C}"/>
                  </a:ext>
                </a:extLst>
              </p:cNvPr>
              <p:cNvSpPr/>
              <p:nvPr/>
            </p:nvSpPr>
            <p:spPr>
              <a:xfrm>
                <a:off x="9056975" y="4211219"/>
                <a:ext cx="84379" cy="248919"/>
              </a:xfrm>
              <a:custGeom>
                <a:avLst/>
                <a:gdLst/>
                <a:ahLst/>
                <a:cxnLst/>
                <a:rect l="l" t="t" r="r" b="b"/>
                <a:pathLst>
                  <a:path w="84379" h="248919">
                    <a:moveTo>
                      <a:pt x="0" y="0"/>
                    </a:moveTo>
                    <a:lnTo>
                      <a:pt x="84379" y="0"/>
                    </a:lnTo>
                    <a:lnTo>
                      <a:pt x="84379" y="248920"/>
                    </a:lnTo>
                    <a:lnTo>
                      <a:pt x="0" y="248920"/>
                    </a:lnTo>
                    <a:close/>
                  </a:path>
                </a:pathLst>
              </a:custGeom>
              <a:solidFill>
                <a:srgbClr val="00A3D5"/>
              </a:solidFill>
              <a:ln cap="flat">
                <a:prstDash val="solid"/>
              </a:ln>
            </p:spPr>
            <p:txBody>
              <a:bodyPr vert="horz" lIns="91440" tIns="45720" rIns="91440" bIns="45720" anchor="ctr">
                <a:normAutofit fontScale="25000" lnSpcReduction="20000"/>
              </a:bodyPr>
              <a:lstStyle/>
              <a:p>
                <a:pPr marL="0" algn="l"/>
                <a:endParaRPr/>
              </a:p>
            </p:txBody>
          </p:sp>
        </p:grpSp>
      </p:gr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flipH="1">
            <a:off x="408026" y="2837818"/>
            <a:ext cx="3497943" cy="2591432"/>
          </a:xfrm>
          <a:prstGeom prst="roundRect">
            <a:avLst/>
          </a:prstGeom>
          <a:solidFill>
            <a:schemeClr val="accent2">
              <a:alpha val="15000"/>
            </a:schemeClr>
          </a:solidFill>
          <a:ln cap="flat" cmpd="sng">
            <a:prstDash val="solid"/>
          </a:ln>
        </p:spPr>
        <p:txBody>
          <a:bodyPr rot="0" vert="horz" wrap="square" lIns="180000" tIns="46800" rIns="180000" bIns="46800" rtlCol="0" anchor="ctr">
            <a:prstTxWarp prst="textNoShape">
              <a:avLst/>
            </a:prstTxWarp>
            <a:noAutofit/>
          </a:bodyPr>
          <a:lstStyle/>
          <a:p>
            <a:pPr marL="0" algn="ctr">
              <a:lnSpc>
                <a:spcPct val="120000"/>
              </a:lnSpc>
              <a:defRPr/>
            </a:pPr>
            <a:r>
              <a:rPr lang="zh-CN" altLang="en-US" b="0" i="0" u="none" baseline="0" dirty="0">
                <a:solidFill>
                  <a:srgbClr val="000000"/>
                </a:solidFill>
                <a:latin typeface="微软雅黑"/>
                <a:ea typeface="微软雅黑"/>
              </a:rPr>
              <a:t>The AND operator returns true only if both operands are true. It is commonly used in scenarios where multiple conditions must be satisfied to execute a block of code.</a:t>
            </a:r>
            <a:endParaRPr lang="en-US" sz="1100" dirty="0"/>
          </a:p>
        </p:txBody>
      </p:sp>
      <p:sp>
        <p:nvSpPr>
          <p:cNvPr id="3" name="TextBox 3"/>
          <p:cNvSpPr txBox="1"/>
          <p:nvPr/>
        </p:nvSpPr>
        <p:spPr>
          <a:xfrm>
            <a:off x="1788497" y="1390182"/>
            <a:ext cx="755335" cy="707886"/>
          </a:xfrm>
          <a:prstGeom prst="rect">
            <a:avLst/>
          </a:prstGeom>
          <a:noFill/>
        </p:spPr>
        <p:txBody>
          <a:bodyPr vert="horz" wrap="none" lIns="91440" tIns="45720" rIns="91440" bIns="45720" rtlCol="0" anchor="b">
            <a:noAutofit/>
          </a:bodyPr>
          <a:lstStyle/>
          <a:p>
            <a:pPr marL="0" algn="ctr">
              <a:defRPr/>
            </a:pPr>
            <a:r>
              <a:rPr lang="en-US" sz="4000" b="1" i="0" u="none" baseline="0">
                <a:solidFill>
                  <a:srgbClr val="000000"/>
                </a:solidFill>
                <a:latin typeface="Arial"/>
                <a:ea typeface="Arial"/>
              </a:rPr>
              <a:t>01</a:t>
            </a:r>
            <a:endParaRPr lang="en-US" sz="1100"/>
          </a:p>
        </p:txBody>
      </p:sp>
      <p:sp>
        <p:nvSpPr>
          <p:cNvPr id="4" name="TextBox 4"/>
          <p:cNvSpPr txBox="1"/>
          <p:nvPr/>
        </p:nvSpPr>
        <p:spPr>
          <a:xfrm>
            <a:off x="737508" y="2306361"/>
            <a:ext cx="2857314" cy="338554"/>
          </a:xfrm>
          <a:prstGeom prst="rect">
            <a:avLst/>
          </a:prstGeom>
          <a:noFill/>
        </p:spPr>
        <p:txBody>
          <a:bodyPr vert="horz" wrap="square" lIns="91440" tIns="45720" rIns="91440" bIns="45720" rtlCol="0" anchor="b" anchorCtr="1">
            <a:spAutoFit/>
          </a:bodyPr>
          <a:lstStyle/>
          <a:p>
            <a:pPr marL="0" algn="ctr">
              <a:defRPr/>
            </a:pPr>
            <a:r>
              <a:rPr lang="zh-CN" altLang="en-US" sz="1600" b="1" i="0" u="none" baseline="0">
                <a:solidFill>
                  <a:srgbClr val="000000"/>
                </a:solidFill>
                <a:latin typeface="微软雅黑"/>
                <a:ea typeface="微软雅黑"/>
              </a:rPr>
              <a:t>AND Operator</a:t>
            </a:r>
            <a:endParaRPr lang="en-US" sz="1100"/>
          </a:p>
        </p:txBody>
      </p:sp>
      <p:sp>
        <p:nvSpPr>
          <p:cNvPr id="5" name="TextBox 5"/>
          <p:cNvSpPr txBox="1"/>
          <p:nvPr/>
        </p:nvSpPr>
        <p:spPr>
          <a:xfrm flipH="1">
            <a:off x="4331512" y="2837818"/>
            <a:ext cx="3497943" cy="2591432"/>
          </a:xfrm>
          <a:prstGeom prst="roundRect">
            <a:avLst/>
          </a:prstGeom>
          <a:solidFill>
            <a:schemeClr val="accent1"/>
          </a:solidFill>
          <a:ln cap="flat" cmpd="sng">
            <a:prstDash val="solid"/>
          </a:ln>
        </p:spPr>
        <p:txBody>
          <a:bodyPr rot="0" vert="horz" wrap="square" lIns="180000" tIns="46800" rIns="180000" bIns="46800" rtlCol="0" anchor="ctr">
            <a:prstTxWarp prst="textNoShape">
              <a:avLst/>
            </a:prstTxWarp>
            <a:noAutofit/>
          </a:bodyPr>
          <a:lstStyle/>
          <a:p>
            <a:pPr marL="0" algn="ctr">
              <a:lnSpc>
                <a:spcPct val="120000"/>
              </a:lnSpc>
              <a:defRPr/>
            </a:pPr>
            <a:r>
              <a:rPr lang="zh-CN" altLang="en-US" b="0" i="0" u="none" baseline="0">
                <a:solidFill>
                  <a:schemeClr val="lt1"/>
                </a:solidFill>
                <a:latin typeface="微软雅黑"/>
                <a:ea typeface="微软雅黑"/>
              </a:rPr>
              <a:t>The OR operator returns true if at least one of the operands is true. This operator is used to execute a block of code if any one of multiple conditions is satisfied.</a:t>
            </a:r>
            <a:endParaRPr lang="en-US" sz="1100"/>
          </a:p>
        </p:txBody>
      </p:sp>
      <p:sp>
        <p:nvSpPr>
          <p:cNvPr id="6" name="TextBox 6"/>
          <p:cNvSpPr txBox="1"/>
          <p:nvPr/>
        </p:nvSpPr>
        <p:spPr>
          <a:xfrm>
            <a:off x="5711982" y="1390182"/>
            <a:ext cx="755335" cy="707886"/>
          </a:xfrm>
          <a:prstGeom prst="rect">
            <a:avLst/>
          </a:prstGeom>
          <a:noFill/>
        </p:spPr>
        <p:txBody>
          <a:bodyPr vert="horz" wrap="none" lIns="91440" tIns="45720" rIns="91440" bIns="45720" rtlCol="0" anchor="b">
            <a:noAutofit/>
          </a:bodyPr>
          <a:lstStyle/>
          <a:p>
            <a:pPr marL="0" algn="ctr">
              <a:defRPr/>
            </a:pPr>
            <a:r>
              <a:rPr lang="en-US" sz="4000" b="1" i="0" u="none" baseline="0">
                <a:solidFill>
                  <a:schemeClr val="accent1"/>
                </a:solidFill>
                <a:latin typeface="Arial"/>
                <a:ea typeface="Arial"/>
              </a:rPr>
              <a:t>02</a:t>
            </a:r>
            <a:endParaRPr lang="en-US" sz="1100"/>
          </a:p>
        </p:txBody>
      </p:sp>
      <p:sp>
        <p:nvSpPr>
          <p:cNvPr id="7" name="TextBox 7"/>
          <p:cNvSpPr txBox="1"/>
          <p:nvPr/>
        </p:nvSpPr>
        <p:spPr>
          <a:xfrm>
            <a:off x="4660992" y="2306361"/>
            <a:ext cx="2857314" cy="338554"/>
          </a:xfrm>
          <a:prstGeom prst="rect">
            <a:avLst/>
          </a:prstGeom>
          <a:noFill/>
        </p:spPr>
        <p:txBody>
          <a:bodyPr vert="horz" wrap="square" lIns="91440" tIns="45720" rIns="91440" bIns="45720" rtlCol="0" anchor="b" anchorCtr="1">
            <a:spAutoFit/>
          </a:bodyPr>
          <a:lstStyle/>
          <a:p>
            <a:pPr marL="0" algn="ctr">
              <a:defRPr/>
            </a:pPr>
            <a:r>
              <a:rPr lang="zh-CN" altLang="en-US" sz="1600" b="1" i="0" u="none" baseline="0">
                <a:solidFill>
                  <a:srgbClr val="000000"/>
                </a:solidFill>
                <a:latin typeface="微软雅黑"/>
                <a:ea typeface="微软雅黑"/>
              </a:rPr>
              <a:t>OR Operator</a:t>
            </a:r>
            <a:endParaRPr lang="en-US" sz="1100"/>
          </a:p>
        </p:txBody>
      </p:sp>
      <p:sp>
        <p:nvSpPr>
          <p:cNvPr id="8" name="TextBox 8"/>
          <p:cNvSpPr txBox="1"/>
          <p:nvPr/>
        </p:nvSpPr>
        <p:spPr>
          <a:xfrm>
            <a:off x="8584479" y="2306361"/>
            <a:ext cx="2857314" cy="338554"/>
          </a:xfrm>
          <a:prstGeom prst="rect">
            <a:avLst/>
          </a:prstGeom>
          <a:noFill/>
        </p:spPr>
        <p:txBody>
          <a:bodyPr vert="horz" wrap="square" lIns="91440" tIns="45720" rIns="91440" bIns="45720" rtlCol="0" anchor="b" anchorCtr="1">
            <a:spAutoFit/>
          </a:bodyPr>
          <a:lstStyle/>
          <a:p>
            <a:pPr marL="0" algn="ctr">
              <a:defRPr/>
            </a:pPr>
            <a:r>
              <a:rPr lang="zh-CN" altLang="en-US" sz="1600" b="1" i="0" u="none" baseline="0">
                <a:solidFill>
                  <a:srgbClr val="000000"/>
                </a:solidFill>
                <a:latin typeface="微软雅黑"/>
                <a:ea typeface="微软雅黑"/>
              </a:rPr>
              <a:t>NOT Operator</a:t>
            </a:r>
            <a:endParaRPr lang="en-US" sz="1100"/>
          </a:p>
        </p:txBody>
      </p:sp>
      <p:sp>
        <p:nvSpPr>
          <p:cNvPr id="9" name="TextBox 9"/>
          <p:cNvSpPr txBox="1"/>
          <p:nvPr/>
        </p:nvSpPr>
        <p:spPr>
          <a:xfrm flipH="1">
            <a:off x="8254999" y="2837818"/>
            <a:ext cx="3497943" cy="2591432"/>
          </a:xfrm>
          <a:prstGeom prst="roundRect">
            <a:avLst/>
          </a:prstGeom>
          <a:solidFill>
            <a:schemeClr val="accent2">
              <a:alpha val="15000"/>
            </a:schemeClr>
          </a:solidFill>
          <a:ln cap="flat" cmpd="sng">
            <a:prstDash val="solid"/>
          </a:ln>
        </p:spPr>
        <p:txBody>
          <a:bodyPr rot="0" vert="horz" wrap="square" lIns="180000" tIns="46800" rIns="180000" bIns="46800" rtlCol="0" anchor="ctr">
            <a:prstTxWarp prst="textNoShape">
              <a:avLst/>
            </a:prstTxWarp>
            <a:noAutofit/>
          </a:bodyPr>
          <a:lstStyle/>
          <a:p>
            <a:pPr marL="0" algn="ctr">
              <a:lnSpc>
                <a:spcPct val="120000"/>
              </a:lnSpc>
              <a:defRPr/>
            </a:pPr>
            <a:r>
              <a:rPr lang="zh-CN" altLang="en-US" b="0" i="0" u="none" baseline="0" dirty="0">
                <a:solidFill>
                  <a:srgbClr val="000000"/>
                </a:solidFill>
                <a:latin typeface="微软雅黑"/>
                <a:ea typeface="微软雅黑"/>
              </a:rPr>
              <a:t>The NOT operator inverses the value of its operand. If the operand is true, it returns false; if its false, it returns true, making it useful for negating boolean expressions.</a:t>
            </a:r>
            <a:endParaRPr lang="en-US" sz="1100" dirty="0"/>
          </a:p>
        </p:txBody>
      </p:sp>
      <p:sp>
        <p:nvSpPr>
          <p:cNvPr id="10" name="TextBox 10"/>
          <p:cNvSpPr txBox="1"/>
          <p:nvPr/>
        </p:nvSpPr>
        <p:spPr>
          <a:xfrm>
            <a:off x="9635470" y="1390182"/>
            <a:ext cx="755335" cy="707886"/>
          </a:xfrm>
          <a:prstGeom prst="rect">
            <a:avLst/>
          </a:prstGeom>
          <a:noFill/>
        </p:spPr>
        <p:txBody>
          <a:bodyPr vert="horz" wrap="none" lIns="91440" tIns="45720" rIns="91440" bIns="45720" rtlCol="0" anchor="b">
            <a:noAutofit/>
          </a:bodyPr>
          <a:lstStyle/>
          <a:p>
            <a:pPr marL="0" algn="ctr">
              <a:defRPr/>
            </a:pPr>
            <a:r>
              <a:rPr lang="en-US" sz="4000" b="1" i="0" u="none" baseline="0">
                <a:solidFill>
                  <a:srgbClr val="000000"/>
                </a:solidFill>
                <a:latin typeface="Arial"/>
                <a:ea typeface="Arial"/>
              </a:rPr>
              <a:t>03</a:t>
            </a:r>
            <a:endParaRPr lang="en-US" sz="1100"/>
          </a:p>
        </p:txBody>
      </p:sp>
      <p:sp>
        <p:nvSpPr>
          <p:cNvPr id="11" name="AutoShape 11"/>
          <p:cNvSpPr>
            <a:spLocks noGrp="1"/>
          </p:cNvSpPr>
          <p:nvPr>
            <p:ph type="title"/>
          </p:nvPr>
        </p:nvSpPr>
        <p:spPr>
          <a:xfrm>
            <a:off x="1061884" y="585216"/>
            <a:ext cx="9682316" cy="612063"/>
          </a:xfrm>
        </p:spPr>
        <p:txBody>
          <a:bodyPr vert="horz" lIns="91440" tIns="45720" rIns="91440" bIns="45720" anchor="b">
            <a:normAutofit/>
          </a:bodyPr>
          <a:lstStyle/>
          <a:p>
            <a:pPr algn="l">
              <a:lnSpc>
                <a:spcPct val="100000"/>
              </a:lnSpc>
              <a:spcBef>
                <a:spcPct val="0"/>
              </a:spcBef>
            </a:pPr>
            <a:r>
              <a:rPr lang="zh-CN" altLang="en-US" sz="2800" b="1" i="0" u="none" baseline="0" dirty="0">
                <a:solidFill>
                  <a:srgbClr val="000000"/>
                </a:solidFill>
                <a:latin typeface="微软雅黑"/>
                <a:ea typeface="微软雅黑"/>
              </a:rPr>
              <a:t>Types of Logical Operators</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660402" y="2687736"/>
            <a:ext cx="10858498" cy="923330"/>
          </a:xfrm>
        </p:spPr>
        <p:txBody>
          <a:bodyPr vert="horz" lIns="91440" tIns="45720" rIns="91440" bIns="45720" anchor="t">
            <a:spAutoFit/>
          </a:bodyPr>
          <a:lstStyle/>
          <a:p>
            <a:pPr algn="ctr">
              <a:lnSpc>
                <a:spcPct val="100000"/>
              </a:lnSpc>
              <a:spcBef>
                <a:spcPct val="0"/>
              </a:spcBef>
            </a:pPr>
            <a:r>
              <a:rPr lang="zh-CN" altLang="en-US" sz="5400" b="1" i="0" u="none" baseline="0" dirty="0">
                <a:solidFill>
                  <a:srgbClr val="000000"/>
                </a:solidFill>
                <a:latin typeface="微软雅黑"/>
                <a:ea typeface="微软雅黑"/>
              </a:rPr>
              <a:t>AND Operator (&amp;&amp;)</a:t>
            </a:r>
          </a:p>
        </p:txBody>
      </p:sp>
      <p:sp>
        <p:nvSpPr>
          <p:cNvPr id="3" name="TextBox 3"/>
          <p:cNvSpPr txBox="1"/>
          <p:nvPr/>
        </p:nvSpPr>
        <p:spPr>
          <a:xfrm>
            <a:off x="5430672" y="1579740"/>
            <a:ext cx="1330656" cy="1107996"/>
          </a:xfrm>
          <a:prstGeom prst="rect">
            <a:avLst/>
          </a:prstGeom>
        </p:spPr>
        <p:txBody>
          <a:bodyPr vert="horz" wrap="square" lIns="91440" tIns="45720" rIns="91440" bIns="45720" rtlCol="0" anchor="b">
            <a:spAutoFit/>
          </a:bodyPr>
          <a:lstStyle/>
          <a:p>
            <a:pPr marL="0" algn="l">
              <a:defRPr/>
            </a:pPr>
            <a:r>
              <a:rPr lang="en-US" sz="6600" b="0" i="0" u="none" baseline="0" dirty="0">
                <a:solidFill>
                  <a:srgbClr val="000000"/>
                </a:solidFill>
                <a:latin typeface="Arial"/>
                <a:ea typeface="Arial"/>
              </a:rPr>
              <a:t>01</a:t>
            </a:r>
            <a:endParaRPr lang="en-US" sz="1100" dirty="0"/>
          </a:p>
        </p:txBody>
      </p:sp>
      <p:grpSp>
        <p:nvGrpSpPr>
          <p:cNvPr id="30" name="Group 11">
            <a:extLst>
              <a:ext uri="{FF2B5EF4-FFF2-40B4-BE49-F238E27FC236}">
                <a16:creationId xmlns:a16="http://schemas.microsoft.com/office/drawing/2014/main" id="{424E5D02-88AE-BEDD-9DDB-95490209E5A1}"/>
              </a:ext>
            </a:extLst>
          </p:cNvPr>
          <p:cNvGrpSpPr/>
          <p:nvPr/>
        </p:nvGrpSpPr>
        <p:grpSpPr>
          <a:xfrm>
            <a:off x="7056926" y="3850820"/>
            <a:ext cx="4967693" cy="2590456"/>
            <a:chOff x="4233874" y="2934424"/>
            <a:chExt cx="3886210" cy="2026506"/>
          </a:xfrm>
        </p:grpSpPr>
        <p:sp>
          <p:nvSpPr>
            <p:cNvPr id="31" name="Freeform 12">
              <a:extLst>
                <a:ext uri="{FF2B5EF4-FFF2-40B4-BE49-F238E27FC236}">
                  <a16:creationId xmlns:a16="http://schemas.microsoft.com/office/drawing/2014/main" id="{28ED1DB9-DCD5-0B87-6535-EA7A8E66989F}"/>
                </a:ext>
              </a:extLst>
            </p:cNvPr>
            <p:cNvSpPr/>
            <p:nvPr/>
          </p:nvSpPr>
          <p:spPr>
            <a:xfrm>
              <a:off x="5341674" y="3351310"/>
              <a:ext cx="2695672" cy="1588182"/>
            </a:xfrm>
            <a:custGeom>
              <a:avLst/>
              <a:gdLst/>
              <a:ahLst/>
              <a:cxnLst/>
              <a:rect l="l" t="t" r="r" b="b"/>
              <a:pathLst>
                <a:path w="4272351" h="2517097">
                  <a:moveTo>
                    <a:pt x="4272352" y="2517098"/>
                  </a:moveTo>
                  <a:lnTo>
                    <a:pt x="0" y="2517098"/>
                  </a:lnTo>
                  <a:lnTo>
                    <a:pt x="0" y="2136176"/>
                  </a:lnTo>
                  <a:cubicBezTo>
                    <a:pt x="0" y="956369"/>
                    <a:pt x="956436" y="0"/>
                    <a:pt x="2136176" y="0"/>
                  </a:cubicBezTo>
                  <a:lnTo>
                    <a:pt x="2136176" y="0"/>
                  </a:lnTo>
                  <a:cubicBezTo>
                    <a:pt x="3315982" y="0"/>
                    <a:pt x="4272352" y="956436"/>
                    <a:pt x="4272352" y="2136176"/>
                  </a:cubicBezTo>
                  <a:lnTo>
                    <a:pt x="4272352" y="2517098"/>
                  </a:lnTo>
                  <a:close/>
                </a:path>
              </a:pathLst>
            </a:custGeom>
            <a:solidFill>
              <a:schemeClr val="accent1">
                <a:alpha val="15000"/>
              </a:schemeClr>
            </a:solidFill>
            <a:ln cap="flat">
              <a:prstDash val="solid"/>
            </a:ln>
          </p:spPr>
          <p:txBody>
            <a:bodyPr vert="horz" lIns="91440" tIns="45720" rIns="91440" bIns="45720" anchor="ctr">
              <a:normAutofit/>
            </a:bodyPr>
            <a:lstStyle/>
            <a:p>
              <a:pPr marL="0" algn="l"/>
              <a:endParaRPr/>
            </a:p>
          </p:txBody>
        </p:sp>
        <p:sp>
          <p:nvSpPr>
            <p:cNvPr id="32" name="Freeform 13">
              <a:extLst>
                <a:ext uri="{FF2B5EF4-FFF2-40B4-BE49-F238E27FC236}">
                  <a16:creationId xmlns:a16="http://schemas.microsoft.com/office/drawing/2014/main" id="{465B82C1-017D-28E4-1207-A90458C149D5}"/>
                </a:ext>
              </a:extLst>
            </p:cNvPr>
            <p:cNvSpPr/>
            <p:nvPr/>
          </p:nvSpPr>
          <p:spPr>
            <a:xfrm>
              <a:off x="6623812" y="3978152"/>
              <a:ext cx="70106" cy="71288"/>
            </a:xfrm>
            <a:custGeom>
              <a:avLst/>
              <a:gdLst/>
              <a:ahLst/>
              <a:cxnLst/>
              <a:rect l="l" t="t" r="r" b="b"/>
              <a:pathLst>
                <a:path w="111110" h="112984">
                  <a:moveTo>
                    <a:pt x="107055" y="11392"/>
                  </a:moveTo>
                  <a:cubicBezTo>
                    <a:pt x="107055" y="11392"/>
                    <a:pt x="134369" y="88602"/>
                    <a:pt x="47232" y="112984"/>
                  </a:cubicBezTo>
                  <a:lnTo>
                    <a:pt x="0" y="0"/>
                  </a:lnTo>
                  <a:lnTo>
                    <a:pt x="107055" y="11392"/>
                  </a:lnTo>
                  <a:close/>
                </a:path>
              </a:pathLst>
            </a:custGeom>
            <a:solidFill>
              <a:srgbClr val="D13830"/>
            </a:solidFill>
            <a:ln cap="flat">
              <a:prstDash val="solid"/>
            </a:ln>
          </p:spPr>
          <p:txBody>
            <a:bodyPr vert="horz" lIns="91440" tIns="45720" rIns="91440" bIns="45720" anchor="ctr">
              <a:normAutofit fontScale="25000" lnSpcReduction="20000"/>
            </a:bodyPr>
            <a:lstStyle/>
            <a:p>
              <a:pPr marL="0" algn="l"/>
              <a:endParaRPr/>
            </a:p>
          </p:txBody>
        </p:sp>
        <p:sp>
          <p:nvSpPr>
            <p:cNvPr id="33" name="Freeform 14">
              <a:extLst>
                <a:ext uri="{FF2B5EF4-FFF2-40B4-BE49-F238E27FC236}">
                  <a16:creationId xmlns:a16="http://schemas.microsoft.com/office/drawing/2014/main" id="{8FC9566A-6DBF-CCAB-8FB7-7DECDC39BCD8}"/>
                </a:ext>
              </a:extLst>
            </p:cNvPr>
            <p:cNvSpPr/>
            <p:nvPr/>
          </p:nvSpPr>
          <p:spPr>
            <a:xfrm>
              <a:off x="5757886" y="3985340"/>
              <a:ext cx="92473" cy="71540"/>
            </a:xfrm>
            <a:custGeom>
              <a:avLst/>
              <a:gdLst/>
              <a:ahLst/>
              <a:cxnLst/>
              <a:rect l="l" t="t" r="r" b="b"/>
              <a:pathLst>
                <a:path w="146560" h="113383">
                  <a:moveTo>
                    <a:pt x="467" y="0"/>
                  </a:moveTo>
                  <a:cubicBezTo>
                    <a:pt x="467" y="0"/>
                    <a:pt x="-14455" y="89801"/>
                    <a:pt x="124377" y="113384"/>
                  </a:cubicBezTo>
                  <a:lnTo>
                    <a:pt x="146561" y="13723"/>
                  </a:lnTo>
                  <a:lnTo>
                    <a:pt x="467" y="0"/>
                  </a:lnTo>
                  <a:close/>
                </a:path>
              </a:pathLst>
            </a:custGeom>
            <a:solidFill>
              <a:srgbClr val="D13830"/>
            </a:solidFill>
            <a:ln cap="flat">
              <a:prstDash val="solid"/>
            </a:ln>
          </p:spPr>
          <p:txBody>
            <a:bodyPr vert="horz" lIns="91440" tIns="45720" rIns="91440" bIns="45720" anchor="ctr">
              <a:normAutofit fontScale="25000" lnSpcReduction="20000"/>
            </a:bodyPr>
            <a:lstStyle/>
            <a:p>
              <a:pPr marL="0" algn="l"/>
              <a:endParaRPr/>
            </a:p>
          </p:txBody>
        </p:sp>
        <p:sp>
          <p:nvSpPr>
            <p:cNvPr id="34" name="Freeform 15">
              <a:extLst>
                <a:ext uri="{FF2B5EF4-FFF2-40B4-BE49-F238E27FC236}">
                  <a16:creationId xmlns:a16="http://schemas.microsoft.com/office/drawing/2014/main" id="{2E876F72-C5EF-E459-5715-3AF57E2AB9EA}"/>
                </a:ext>
              </a:extLst>
            </p:cNvPr>
            <p:cNvSpPr/>
            <p:nvPr/>
          </p:nvSpPr>
          <p:spPr>
            <a:xfrm>
              <a:off x="5354789" y="3114790"/>
              <a:ext cx="299571" cy="478968"/>
            </a:xfrm>
            <a:custGeom>
              <a:avLst/>
              <a:gdLst/>
              <a:ahLst/>
              <a:cxnLst/>
              <a:rect l="l" t="t" r="r" b="b"/>
              <a:pathLst>
                <a:path w="474787" h="759113">
                  <a:moveTo>
                    <a:pt x="431819" y="759113"/>
                  </a:moveTo>
                  <a:lnTo>
                    <a:pt x="42969" y="759113"/>
                  </a:lnTo>
                  <a:cubicBezTo>
                    <a:pt x="19253" y="759113"/>
                    <a:pt x="0" y="739860"/>
                    <a:pt x="0" y="716144"/>
                  </a:cubicBezTo>
                  <a:lnTo>
                    <a:pt x="0" y="42969"/>
                  </a:lnTo>
                  <a:cubicBezTo>
                    <a:pt x="0" y="19253"/>
                    <a:pt x="19253" y="0"/>
                    <a:pt x="42969" y="0"/>
                  </a:cubicBezTo>
                  <a:lnTo>
                    <a:pt x="431819" y="0"/>
                  </a:lnTo>
                  <a:cubicBezTo>
                    <a:pt x="455535" y="0"/>
                    <a:pt x="474787" y="19253"/>
                    <a:pt x="474787" y="42969"/>
                  </a:cubicBezTo>
                  <a:lnTo>
                    <a:pt x="474787" y="716144"/>
                  </a:lnTo>
                  <a:cubicBezTo>
                    <a:pt x="474787" y="739860"/>
                    <a:pt x="455535" y="759113"/>
                    <a:pt x="431819" y="759113"/>
                  </a:cubicBezTo>
                  <a:close/>
                </a:path>
              </a:pathLst>
            </a:custGeom>
            <a:solidFill>
              <a:schemeClr val="accent1">
                <a:lumMod val="60000"/>
                <a:lumOff val="40000"/>
              </a:schemeClr>
            </a:solidFill>
            <a:ln cap="flat">
              <a:prstDash val="solid"/>
            </a:ln>
          </p:spPr>
          <p:txBody>
            <a:bodyPr vert="horz" lIns="91440" tIns="45720" rIns="91440" bIns="45720" anchor="ctr">
              <a:normAutofit/>
            </a:bodyPr>
            <a:lstStyle/>
            <a:p>
              <a:pPr marL="0" algn="l"/>
              <a:endParaRPr/>
            </a:p>
          </p:txBody>
        </p:sp>
        <p:sp>
          <p:nvSpPr>
            <p:cNvPr id="35" name="Freeform 16">
              <a:extLst>
                <a:ext uri="{FF2B5EF4-FFF2-40B4-BE49-F238E27FC236}">
                  <a16:creationId xmlns:a16="http://schemas.microsoft.com/office/drawing/2014/main" id="{1FEFE3C1-DC6C-80B5-AABE-21F6026B04E7}"/>
                </a:ext>
              </a:extLst>
            </p:cNvPr>
            <p:cNvSpPr/>
            <p:nvPr/>
          </p:nvSpPr>
          <p:spPr>
            <a:xfrm>
              <a:off x="5354746" y="3114748"/>
              <a:ext cx="281749" cy="116389"/>
            </a:xfrm>
            <a:custGeom>
              <a:avLst/>
              <a:gdLst/>
              <a:ahLst/>
              <a:cxnLst/>
              <a:rect l="l" t="t" r="r" b="b"/>
              <a:pathLst>
                <a:path w="446541" h="184465">
                  <a:moveTo>
                    <a:pt x="42969" y="67"/>
                  </a:moveTo>
                  <a:cubicBezTo>
                    <a:pt x="19253" y="67"/>
                    <a:pt x="0" y="19319"/>
                    <a:pt x="0" y="43035"/>
                  </a:cubicBezTo>
                  <a:lnTo>
                    <a:pt x="0" y="184466"/>
                  </a:lnTo>
                  <a:lnTo>
                    <a:pt x="381988" y="184466"/>
                  </a:lnTo>
                  <a:cubicBezTo>
                    <a:pt x="417629" y="184466"/>
                    <a:pt x="446541" y="155553"/>
                    <a:pt x="446541" y="119913"/>
                  </a:cubicBezTo>
                  <a:lnTo>
                    <a:pt x="446541" y="8127"/>
                  </a:lnTo>
                  <a:cubicBezTo>
                    <a:pt x="446541" y="6196"/>
                    <a:pt x="446341" y="4330"/>
                    <a:pt x="446075" y="2465"/>
                  </a:cubicBezTo>
                  <a:cubicBezTo>
                    <a:pt x="441611" y="933"/>
                    <a:pt x="436881" y="0"/>
                    <a:pt x="431885" y="0"/>
                  </a:cubicBezTo>
                  <a:lnTo>
                    <a:pt x="42969" y="0"/>
                  </a:lnTo>
                  <a:close/>
                </a:path>
              </a:pathLst>
            </a:custGeom>
            <a:solidFill>
              <a:srgbClr val="3C9140"/>
            </a:solidFill>
            <a:ln cap="flat">
              <a:prstDash val="solid"/>
            </a:ln>
          </p:spPr>
          <p:txBody>
            <a:bodyPr vert="horz" lIns="91440" tIns="45720" rIns="91440" bIns="45720" anchor="ctr">
              <a:normAutofit fontScale="25000" lnSpcReduction="20000"/>
            </a:bodyPr>
            <a:lstStyle/>
            <a:p>
              <a:pPr marL="0" algn="l"/>
              <a:endParaRPr/>
            </a:p>
          </p:txBody>
        </p:sp>
        <p:sp>
          <p:nvSpPr>
            <p:cNvPr id="36" name="Freeform 17">
              <a:extLst>
                <a:ext uri="{FF2B5EF4-FFF2-40B4-BE49-F238E27FC236}">
                  <a16:creationId xmlns:a16="http://schemas.microsoft.com/office/drawing/2014/main" id="{7E6A796D-7A70-0041-65A1-DA10F86F938F}"/>
                </a:ext>
              </a:extLst>
            </p:cNvPr>
            <p:cNvSpPr/>
            <p:nvPr/>
          </p:nvSpPr>
          <p:spPr>
            <a:xfrm>
              <a:off x="4762449" y="4112440"/>
              <a:ext cx="108544" cy="426946"/>
            </a:xfrm>
            <a:custGeom>
              <a:avLst/>
              <a:gdLst/>
              <a:ahLst/>
              <a:cxnLst/>
              <a:rect l="l" t="t" r="r" b="b"/>
              <a:pathLst>
                <a:path w="172031" h="676664">
                  <a:moveTo>
                    <a:pt x="159296" y="669191"/>
                  </a:moveTo>
                  <a:lnTo>
                    <a:pt x="107467" y="676519"/>
                  </a:lnTo>
                  <a:cubicBezTo>
                    <a:pt x="99407" y="677651"/>
                    <a:pt x="91879" y="672056"/>
                    <a:pt x="90746" y="663928"/>
                  </a:cubicBezTo>
                  <a:lnTo>
                    <a:pt x="146" y="24195"/>
                  </a:lnTo>
                  <a:cubicBezTo>
                    <a:pt x="-987" y="16134"/>
                    <a:pt x="4609" y="8606"/>
                    <a:pt x="12736" y="7473"/>
                  </a:cubicBezTo>
                  <a:lnTo>
                    <a:pt x="64565" y="146"/>
                  </a:lnTo>
                  <a:cubicBezTo>
                    <a:pt x="72626" y="-987"/>
                    <a:pt x="80154" y="4609"/>
                    <a:pt x="81286" y="12736"/>
                  </a:cubicBezTo>
                  <a:lnTo>
                    <a:pt x="171887" y="652470"/>
                  </a:lnTo>
                  <a:cubicBezTo>
                    <a:pt x="173020" y="660597"/>
                    <a:pt x="167357" y="668058"/>
                    <a:pt x="159296" y="669191"/>
                  </a:cubicBezTo>
                  <a:close/>
                </a:path>
              </a:pathLst>
            </a:custGeom>
            <a:solidFill>
              <a:srgbClr val="FFCE00"/>
            </a:solidFill>
            <a:ln cap="flat">
              <a:prstDash val="solid"/>
            </a:ln>
          </p:spPr>
          <p:txBody>
            <a:bodyPr vert="horz" lIns="91440" tIns="45720" rIns="91440" bIns="45720" anchor="ctr">
              <a:normAutofit/>
            </a:bodyPr>
            <a:lstStyle/>
            <a:p>
              <a:pPr marL="0" algn="l"/>
              <a:endParaRPr/>
            </a:p>
          </p:txBody>
        </p:sp>
        <p:sp>
          <p:nvSpPr>
            <p:cNvPr id="37" name="Freeform 18">
              <a:extLst>
                <a:ext uri="{FF2B5EF4-FFF2-40B4-BE49-F238E27FC236}">
                  <a16:creationId xmlns:a16="http://schemas.microsoft.com/office/drawing/2014/main" id="{14AFB26A-200C-8ED5-4369-F59AC130CA20}"/>
                </a:ext>
              </a:extLst>
            </p:cNvPr>
            <p:cNvSpPr/>
            <p:nvPr/>
          </p:nvSpPr>
          <p:spPr>
            <a:xfrm>
              <a:off x="4849236" y="4172830"/>
              <a:ext cx="156277" cy="361667"/>
            </a:xfrm>
            <a:custGeom>
              <a:avLst/>
              <a:gdLst/>
              <a:ahLst/>
              <a:cxnLst/>
              <a:rect l="l" t="t" r="r" b="b"/>
              <a:pathLst>
                <a:path w="247683" h="573204">
                  <a:moveTo>
                    <a:pt x="60188" y="572481"/>
                  </a:moveTo>
                  <a:lnTo>
                    <a:pt x="10291" y="556560"/>
                  </a:lnTo>
                  <a:cubicBezTo>
                    <a:pt x="2497" y="554095"/>
                    <a:pt x="-1767" y="545768"/>
                    <a:pt x="698" y="537973"/>
                  </a:cubicBezTo>
                  <a:lnTo>
                    <a:pt x="168909" y="10291"/>
                  </a:lnTo>
                  <a:cubicBezTo>
                    <a:pt x="171374" y="2497"/>
                    <a:pt x="179701" y="-1767"/>
                    <a:pt x="187495" y="698"/>
                  </a:cubicBezTo>
                  <a:lnTo>
                    <a:pt x="237392" y="16620"/>
                  </a:lnTo>
                  <a:cubicBezTo>
                    <a:pt x="245187" y="19085"/>
                    <a:pt x="249450" y="27412"/>
                    <a:pt x="246985" y="35206"/>
                  </a:cubicBezTo>
                  <a:lnTo>
                    <a:pt x="78775" y="562888"/>
                  </a:lnTo>
                  <a:cubicBezTo>
                    <a:pt x="76310" y="570683"/>
                    <a:pt x="67983" y="575013"/>
                    <a:pt x="60188" y="572481"/>
                  </a:cubicBezTo>
                  <a:close/>
                </a:path>
              </a:pathLst>
            </a:custGeom>
            <a:solidFill>
              <a:schemeClr val="accent3"/>
            </a:solidFill>
            <a:ln cap="flat">
              <a:prstDash val="solid"/>
            </a:ln>
          </p:spPr>
          <p:txBody>
            <a:bodyPr vert="horz" lIns="91440" tIns="45720" rIns="91440" bIns="45720" anchor="ctr">
              <a:normAutofit/>
            </a:bodyPr>
            <a:lstStyle/>
            <a:p>
              <a:pPr marL="0" algn="l"/>
              <a:endParaRPr/>
            </a:p>
          </p:txBody>
        </p:sp>
        <p:sp>
          <p:nvSpPr>
            <p:cNvPr id="38" name="Freeform 19">
              <a:extLst>
                <a:ext uri="{FF2B5EF4-FFF2-40B4-BE49-F238E27FC236}">
                  <a16:creationId xmlns:a16="http://schemas.microsoft.com/office/drawing/2014/main" id="{77CB63FF-7393-22FB-8E32-40587DDD3D8A}"/>
                </a:ext>
              </a:extLst>
            </p:cNvPr>
            <p:cNvSpPr/>
            <p:nvPr/>
          </p:nvSpPr>
          <p:spPr>
            <a:xfrm>
              <a:off x="6723306" y="3056532"/>
              <a:ext cx="1238423" cy="1126616"/>
            </a:xfrm>
            <a:custGeom>
              <a:avLst/>
              <a:gdLst/>
              <a:ahLst/>
              <a:cxnLst/>
              <a:rect l="l" t="t" r="r" b="b"/>
              <a:pathLst>
                <a:path w="1962768" h="1785564">
                  <a:moveTo>
                    <a:pt x="1916469" y="1785565"/>
                  </a:moveTo>
                  <a:lnTo>
                    <a:pt x="46300" y="1785565"/>
                  </a:lnTo>
                  <a:cubicBezTo>
                    <a:pt x="20718" y="1785565"/>
                    <a:pt x="0" y="1764846"/>
                    <a:pt x="0" y="1739265"/>
                  </a:cubicBezTo>
                  <a:lnTo>
                    <a:pt x="0" y="46300"/>
                  </a:lnTo>
                  <a:cubicBezTo>
                    <a:pt x="0" y="20718"/>
                    <a:pt x="20718" y="0"/>
                    <a:pt x="46300" y="0"/>
                  </a:cubicBezTo>
                  <a:lnTo>
                    <a:pt x="1916469" y="0"/>
                  </a:lnTo>
                  <a:cubicBezTo>
                    <a:pt x="1942051" y="0"/>
                    <a:pt x="1962769" y="20718"/>
                    <a:pt x="1962769" y="46300"/>
                  </a:cubicBezTo>
                  <a:lnTo>
                    <a:pt x="1962769" y="1739265"/>
                  </a:lnTo>
                  <a:cubicBezTo>
                    <a:pt x="1962769" y="1764846"/>
                    <a:pt x="1942051" y="1785565"/>
                    <a:pt x="1916469" y="1785565"/>
                  </a:cubicBezTo>
                  <a:close/>
                </a:path>
              </a:pathLst>
            </a:custGeom>
            <a:solidFill>
              <a:schemeClr val="accent1">
                <a:lumMod val="60000"/>
                <a:lumOff val="40000"/>
              </a:schemeClr>
            </a:solidFill>
            <a:ln cap="flat">
              <a:prstDash val="solid"/>
            </a:ln>
          </p:spPr>
          <p:txBody>
            <a:bodyPr vert="horz" lIns="91440" tIns="45720" rIns="91440" bIns="45720" anchor="ctr">
              <a:normAutofit/>
            </a:bodyPr>
            <a:lstStyle/>
            <a:p>
              <a:pPr marL="0" algn="l"/>
              <a:endParaRPr/>
            </a:p>
          </p:txBody>
        </p:sp>
        <p:sp>
          <p:nvSpPr>
            <p:cNvPr id="39" name="Freeform 20">
              <a:extLst>
                <a:ext uri="{FF2B5EF4-FFF2-40B4-BE49-F238E27FC236}">
                  <a16:creationId xmlns:a16="http://schemas.microsoft.com/office/drawing/2014/main" id="{2EBFB0E0-DB68-6FFC-DBBE-6C9B0447AF8F}"/>
                </a:ext>
              </a:extLst>
            </p:cNvPr>
            <p:cNvSpPr/>
            <p:nvPr/>
          </p:nvSpPr>
          <p:spPr>
            <a:xfrm>
              <a:off x="4330986" y="4756229"/>
              <a:ext cx="926789" cy="149553"/>
            </a:xfrm>
            <a:custGeom>
              <a:avLst/>
              <a:gdLst/>
              <a:ahLst/>
              <a:cxnLst/>
              <a:rect l="l" t="t" r="r" b="b"/>
              <a:pathLst>
                <a:path w="1468862" h="237026">
                  <a:moveTo>
                    <a:pt x="1468862" y="237027"/>
                  </a:moveTo>
                  <a:lnTo>
                    <a:pt x="118514" y="237027"/>
                  </a:lnTo>
                  <a:cubicBezTo>
                    <a:pt x="53028" y="237027"/>
                    <a:pt x="0" y="183932"/>
                    <a:pt x="0" y="118513"/>
                  </a:cubicBezTo>
                  <a:lnTo>
                    <a:pt x="0" y="118513"/>
                  </a:lnTo>
                  <a:cubicBezTo>
                    <a:pt x="0" y="53028"/>
                    <a:pt x="53095" y="0"/>
                    <a:pt x="118514" y="0"/>
                  </a:cubicBezTo>
                  <a:lnTo>
                    <a:pt x="1468862" y="0"/>
                  </a:lnTo>
                  <a:lnTo>
                    <a:pt x="1468862" y="237027"/>
                  </a:lnTo>
                  <a:close/>
                </a:path>
              </a:pathLst>
            </a:custGeom>
            <a:solidFill>
              <a:srgbClr val="30355C"/>
            </a:solidFill>
            <a:ln cap="flat">
              <a:prstDash val="solid"/>
            </a:ln>
          </p:spPr>
          <p:txBody>
            <a:bodyPr vert="horz" lIns="91440" tIns="45720" rIns="91440" bIns="45720" anchor="ctr">
              <a:normAutofit fontScale="40000" lnSpcReduction="20000"/>
            </a:bodyPr>
            <a:lstStyle/>
            <a:p>
              <a:pPr marL="0" algn="l"/>
              <a:endParaRPr/>
            </a:p>
          </p:txBody>
        </p:sp>
        <p:sp>
          <p:nvSpPr>
            <p:cNvPr id="40" name="Freeform 21">
              <a:extLst>
                <a:ext uri="{FF2B5EF4-FFF2-40B4-BE49-F238E27FC236}">
                  <a16:creationId xmlns:a16="http://schemas.microsoft.com/office/drawing/2014/main" id="{1BCC3EB4-2EE3-3DBD-FEA3-F607AEA0DA28}"/>
                </a:ext>
              </a:extLst>
            </p:cNvPr>
            <p:cNvSpPr/>
            <p:nvPr/>
          </p:nvSpPr>
          <p:spPr>
            <a:xfrm>
              <a:off x="4657458" y="4765098"/>
              <a:ext cx="593761" cy="131816"/>
            </a:xfrm>
            <a:custGeom>
              <a:avLst/>
              <a:gdLst/>
              <a:ahLst/>
              <a:cxnLst/>
              <a:rect l="l" t="t" r="r" b="b"/>
              <a:pathLst>
                <a:path w="941047" h="208914">
                  <a:moveTo>
                    <a:pt x="941047" y="208914"/>
                  </a:moveTo>
                  <a:lnTo>
                    <a:pt x="104457" y="208914"/>
                  </a:lnTo>
                  <a:cubicBezTo>
                    <a:pt x="46766" y="208914"/>
                    <a:pt x="0" y="162148"/>
                    <a:pt x="0" y="104457"/>
                  </a:cubicBezTo>
                  <a:lnTo>
                    <a:pt x="0" y="104457"/>
                  </a:lnTo>
                  <a:cubicBezTo>
                    <a:pt x="0" y="46766"/>
                    <a:pt x="46766" y="0"/>
                    <a:pt x="104457" y="0"/>
                  </a:cubicBezTo>
                  <a:lnTo>
                    <a:pt x="941047" y="0"/>
                  </a:lnTo>
                  <a:lnTo>
                    <a:pt x="941047" y="208914"/>
                  </a:lnTo>
                  <a:close/>
                </a:path>
              </a:pathLst>
            </a:custGeom>
            <a:solidFill>
              <a:srgbClr val="DEF0F4"/>
            </a:solidFill>
            <a:ln cap="flat">
              <a:prstDash val="solid"/>
            </a:ln>
          </p:spPr>
          <p:txBody>
            <a:bodyPr vert="horz" lIns="91440" tIns="45720" rIns="91440" bIns="45720" anchor="ctr">
              <a:normAutofit fontScale="32500" lnSpcReduction="20000"/>
            </a:bodyPr>
            <a:lstStyle/>
            <a:p>
              <a:pPr marL="0" algn="l"/>
              <a:endParaRPr/>
            </a:p>
          </p:txBody>
        </p:sp>
        <p:sp>
          <p:nvSpPr>
            <p:cNvPr id="41" name="Freeform 22">
              <a:extLst>
                <a:ext uri="{FF2B5EF4-FFF2-40B4-BE49-F238E27FC236}">
                  <a16:creationId xmlns:a16="http://schemas.microsoft.com/office/drawing/2014/main" id="{28485842-29EE-DF03-5FD1-352EC59559ED}"/>
                </a:ext>
              </a:extLst>
            </p:cNvPr>
            <p:cNvSpPr/>
            <p:nvPr/>
          </p:nvSpPr>
          <p:spPr>
            <a:xfrm>
              <a:off x="4553342" y="4606674"/>
              <a:ext cx="800689" cy="149555"/>
            </a:xfrm>
            <a:custGeom>
              <a:avLst/>
              <a:gdLst/>
              <a:ahLst/>
              <a:cxnLst/>
              <a:rect l="l" t="t" r="r" b="b"/>
              <a:pathLst>
                <a:path w="1269007" h="237027">
                  <a:moveTo>
                    <a:pt x="1269008" y="237027"/>
                  </a:moveTo>
                  <a:lnTo>
                    <a:pt x="118514" y="237027"/>
                  </a:lnTo>
                  <a:cubicBezTo>
                    <a:pt x="53028" y="237027"/>
                    <a:pt x="0" y="183932"/>
                    <a:pt x="0" y="118513"/>
                  </a:cubicBezTo>
                  <a:lnTo>
                    <a:pt x="0" y="118513"/>
                  </a:lnTo>
                  <a:cubicBezTo>
                    <a:pt x="0" y="53028"/>
                    <a:pt x="53095" y="0"/>
                    <a:pt x="118514" y="0"/>
                  </a:cubicBezTo>
                  <a:lnTo>
                    <a:pt x="1269008" y="0"/>
                  </a:lnTo>
                  <a:lnTo>
                    <a:pt x="1269008" y="237027"/>
                  </a:lnTo>
                  <a:close/>
                </a:path>
              </a:pathLst>
            </a:custGeom>
            <a:solidFill>
              <a:srgbClr val="000000"/>
            </a:solidFill>
            <a:ln cap="flat">
              <a:prstDash val="solid"/>
            </a:ln>
          </p:spPr>
          <p:txBody>
            <a:bodyPr vert="horz" lIns="91440" tIns="45720" rIns="91440" bIns="45720" anchor="ctr">
              <a:normAutofit fontScale="40000" lnSpcReduction="20000"/>
            </a:bodyPr>
            <a:lstStyle/>
            <a:p>
              <a:pPr marL="0" algn="l"/>
              <a:endParaRPr/>
            </a:p>
          </p:txBody>
        </p:sp>
        <p:sp>
          <p:nvSpPr>
            <p:cNvPr id="42" name="Freeform 23">
              <a:extLst>
                <a:ext uri="{FF2B5EF4-FFF2-40B4-BE49-F238E27FC236}">
                  <a16:creationId xmlns:a16="http://schemas.microsoft.com/office/drawing/2014/main" id="{19BA6606-AE16-DC37-D9B0-DE1482B305D6}"/>
                </a:ext>
              </a:extLst>
            </p:cNvPr>
            <p:cNvSpPr/>
            <p:nvPr/>
          </p:nvSpPr>
          <p:spPr>
            <a:xfrm>
              <a:off x="4879813" y="4615543"/>
              <a:ext cx="467660" cy="131816"/>
            </a:xfrm>
            <a:custGeom>
              <a:avLst/>
              <a:gdLst/>
              <a:ahLst/>
              <a:cxnLst/>
              <a:rect l="l" t="t" r="r" b="b"/>
              <a:pathLst>
                <a:path w="741192" h="208914">
                  <a:moveTo>
                    <a:pt x="741193" y="208914"/>
                  </a:moveTo>
                  <a:lnTo>
                    <a:pt x="104457" y="208914"/>
                  </a:lnTo>
                  <a:cubicBezTo>
                    <a:pt x="46766" y="208914"/>
                    <a:pt x="0" y="162149"/>
                    <a:pt x="0" y="104457"/>
                  </a:cubicBezTo>
                  <a:lnTo>
                    <a:pt x="0" y="104457"/>
                  </a:lnTo>
                  <a:cubicBezTo>
                    <a:pt x="0" y="46766"/>
                    <a:pt x="46766" y="0"/>
                    <a:pt x="104457" y="0"/>
                  </a:cubicBezTo>
                  <a:lnTo>
                    <a:pt x="741193" y="0"/>
                  </a:lnTo>
                  <a:lnTo>
                    <a:pt x="741193" y="208914"/>
                  </a:lnTo>
                  <a:close/>
                </a:path>
              </a:pathLst>
            </a:custGeom>
            <a:solidFill>
              <a:srgbClr val="DEF0F4"/>
            </a:solidFill>
            <a:ln cap="flat">
              <a:prstDash val="solid"/>
            </a:ln>
          </p:spPr>
          <p:txBody>
            <a:bodyPr vert="horz" lIns="91440" tIns="45720" rIns="91440" bIns="45720" anchor="ctr">
              <a:normAutofit fontScale="32500" lnSpcReduction="20000"/>
            </a:bodyPr>
            <a:lstStyle/>
            <a:p>
              <a:pPr marL="0" algn="l"/>
              <a:endParaRPr/>
            </a:p>
          </p:txBody>
        </p:sp>
        <p:sp>
          <p:nvSpPr>
            <p:cNvPr id="43" name="Freeform 24">
              <a:extLst>
                <a:ext uri="{FF2B5EF4-FFF2-40B4-BE49-F238E27FC236}">
                  <a16:creationId xmlns:a16="http://schemas.microsoft.com/office/drawing/2014/main" id="{34E21B8B-747E-266F-10A2-FC1C95547127}"/>
                </a:ext>
              </a:extLst>
            </p:cNvPr>
            <p:cNvSpPr/>
            <p:nvPr/>
          </p:nvSpPr>
          <p:spPr>
            <a:xfrm>
              <a:off x="5984818" y="3294398"/>
              <a:ext cx="469342" cy="483006"/>
            </a:xfrm>
            <a:custGeom>
              <a:avLst/>
              <a:gdLst/>
              <a:ahLst/>
              <a:cxnLst/>
              <a:rect l="l" t="t" r="r" b="b"/>
              <a:pathLst>
                <a:path w="743857" h="765511">
                  <a:moveTo>
                    <a:pt x="343291" y="0"/>
                  </a:moveTo>
                  <a:cubicBezTo>
                    <a:pt x="343291" y="0"/>
                    <a:pt x="26189" y="128040"/>
                    <a:pt x="147367" y="368798"/>
                  </a:cubicBezTo>
                  <a:cubicBezTo>
                    <a:pt x="147367" y="368798"/>
                    <a:pt x="-103183" y="491575"/>
                    <a:pt x="49106" y="676640"/>
                  </a:cubicBezTo>
                  <a:cubicBezTo>
                    <a:pt x="201394" y="861638"/>
                    <a:pt x="581784" y="721207"/>
                    <a:pt x="682777" y="586572"/>
                  </a:cubicBezTo>
                  <a:cubicBezTo>
                    <a:pt x="751527" y="494906"/>
                    <a:pt x="810484" y="226368"/>
                    <a:pt x="576321" y="154288"/>
                  </a:cubicBezTo>
                  <a:cubicBezTo>
                    <a:pt x="342225" y="82207"/>
                    <a:pt x="343291" y="0"/>
                    <a:pt x="343291" y="0"/>
                  </a:cubicBezTo>
                  <a:close/>
                </a:path>
              </a:pathLst>
            </a:custGeom>
            <a:solidFill>
              <a:srgbClr val="000000"/>
            </a:solidFill>
            <a:ln cap="flat">
              <a:prstDash val="solid"/>
            </a:ln>
          </p:spPr>
          <p:txBody>
            <a:bodyPr vert="horz" lIns="91440" tIns="45720" rIns="91440" bIns="45720" anchor="ctr">
              <a:normAutofit/>
            </a:bodyPr>
            <a:lstStyle/>
            <a:p>
              <a:pPr marL="0" algn="l"/>
              <a:endParaRPr/>
            </a:p>
          </p:txBody>
        </p:sp>
        <p:sp>
          <p:nvSpPr>
            <p:cNvPr id="44" name="Freeform 25">
              <a:extLst>
                <a:ext uri="{FF2B5EF4-FFF2-40B4-BE49-F238E27FC236}">
                  <a16:creationId xmlns:a16="http://schemas.microsoft.com/office/drawing/2014/main" id="{D7F815F3-4248-3812-FC5E-FF4B95C4F050}"/>
                </a:ext>
              </a:extLst>
            </p:cNvPr>
            <p:cNvSpPr/>
            <p:nvPr/>
          </p:nvSpPr>
          <p:spPr>
            <a:xfrm>
              <a:off x="4233874" y="4906077"/>
              <a:ext cx="3886210" cy="54853"/>
            </a:xfrm>
            <a:custGeom>
              <a:avLst/>
              <a:gdLst/>
              <a:ahLst/>
              <a:cxnLst/>
              <a:rect l="l" t="t" r="r" b="b"/>
              <a:pathLst>
                <a:path w="7120408" h="105922">
                  <a:moveTo>
                    <a:pt x="0" y="0"/>
                  </a:moveTo>
                  <a:lnTo>
                    <a:pt x="7120408" y="0"/>
                  </a:lnTo>
                  <a:lnTo>
                    <a:pt x="7120408" y="105923"/>
                  </a:lnTo>
                  <a:lnTo>
                    <a:pt x="0" y="105923"/>
                  </a:lnTo>
                  <a:close/>
                </a:path>
              </a:pathLst>
            </a:custGeom>
            <a:solidFill>
              <a:srgbClr val="30355C"/>
            </a:solidFill>
            <a:ln cap="flat">
              <a:prstDash val="solid"/>
            </a:ln>
          </p:spPr>
          <p:txBody>
            <a:bodyPr vert="horz" lIns="91440" tIns="45720" rIns="91440" bIns="45720" anchor="ctr">
              <a:normAutofit fontScale="25000" lnSpcReduction="20000"/>
            </a:bodyPr>
            <a:lstStyle/>
            <a:p>
              <a:pPr marL="0" algn="l"/>
              <a:endParaRPr/>
            </a:p>
          </p:txBody>
        </p:sp>
        <p:sp>
          <p:nvSpPr>
            <p:cNvPr id="45" name="Freeform 26">
              <a:extLst>
                <a:ext uri="{FF2B5EF4-FFF2-40B4-BE49-F238E27FC236}">
                  <a16:creationId xmlns:a16="http://schemas.microsoft.com/office/drawing/2014/main" id="{0DC75E39-878B-9B62-D27C-648CC63B140C}"/>
                </a:ext>
              </a:extLst>
            </p:cNvPr>
            <p:cNvSpPr/>
            <p:nvPr/>
          </p:nvSpPr>
          <p:spPr>
            <a:xfrm>
              <a:off x="5227834" y="4299538"/>
              <a:ext cx="1204182" cy="577351"/>
            </a:xfrm>
            <a:custGeom>
              <a:avLst/>
              <a:gdLst/>
              <a:ahLst/>
              <a:cxnLst/>
              <a:rect l="l" t="t" r="r" b="b"/>
              <a:pathLst>
                <a:path w="1908499" h="915038">
                  <a:moveTo>
                    <a:pt x="1113213" y="0"/>
                  </a:moveTo>
                  <a:cubicBezTo>
                    <a:pt x="1113213" y="0"/>
                    <a:pt x="321457" y="130038"/>
                    <a:pt x="75369" y="390182"/>
                  </a:cubicBezTo>
                  <a:cubicBezTo>
                    <a:pt x="-95839" y="572516"/>
                    <a:pt x="-149333" y="1017858"/>
                    <a:pt x="1908500" y="893415"/>
                  </a:cubicBezTo>
                  <a:cubicBezTo>
                    <a:pt x="1901371" y="537208"/>
                    <a:pt x="1901371" y="537208"/>
                    <a:pt x="1901371" y="537208"/>
                  </a:cubicBezTo>
                  <a:cubicBezTo>
                    <a:pt x="1229128" y="282727"/>
                    <a:pt x="1229128" y="282727"/>
                    <a:pt x="1229128" y="282727"/>
                  </a:cubicBezTo>
                  <a:cubicBezTo>
                    <a:pt x="1113213" y="0"/>
                    <a:pt x="1113213" y="0"/>
                    <a:pt x="1113213" y="0"/>
                  </a:cubicBezTo>
                </a:path>
              </a:pathLst>
            </a:custGeom>
            <a:solidFill>
              <a:schemeClr val="accent2">
                <a:lumMod val="75000"/>
              </a:schemeClr>
            </a:solidFill>
            <a:ln cap="flat">
              <a:prstDash val="solid"/>
            </a:ln>
          </p:spPr>
          <p:txBody>
            <a:bodyPr vert="horz" lIns="91440" tIns="45720" rIns="91440" bIns="45720" anchor="ctr">
              <a:normAutofit/>
            </a:bodyPr>
            <a:lstStyle/>
            <a:p>
              <a:pPr marL="0" algn="l"/>
              <a:endParaRPr/>
            </a:p>
          </p:txBody>
        </p:sp>
        <p:sp>
          <p:nvSpPr>
            <p:cNvPr id="46" name="Freeform 27">
              <a:extLst>
                <a:ext uri="{FF2B5EF4-FFF2-40B4-BE49-F238E27FC236}">
                  <a16:creationId xmlns:a16="http://schemas.microsoft.com/office/drawing/2014/main" id="{9FDF455D-5630-ADFE-183C-56B57221ED16}"/>
                </a:ext>
              </a:extLst>
            </p:cNvPr>
            <p:cNvSpPr/>
            <p:nvPr/>
          </p:nvSpPr>
          <p:spPr>
            <a:xfrm>
              <a:off x="5084977" y="4709193"/>
              <a:ext cx="432101" cy="196589"/>
            </a:xfrm>
            <a:custGeom>
              <a:avLst/>
              <a:gdLst/>
              <a:ahLst/>
              <a:cxnLst/>
              <a:rect l="l" t="t" r="r" b="b"/>
              <a:pathLst>
                <a:path w="684834" h="311572">
                  <a:moveTo>
                    <a:pt x="684834" y="311573"/>
                  </a:moveTo>
                  <a:cubicBezTo>
                    <a:pt x="156952" y="311573"/>
                    <a:pt x="156952" y="311573"/>
                    <a:pt x="156952" y="311573"/>
                  </a:cubicBezTo>
                  <a:cubicBezTo>
                    <a:pt x="71348" y="311573"/>
                    <a:pt x="0" y="242157"/>
                    <a:pt x="0" y="156685"/>
                  </a:cubicBezTo>
                  <a:cubicBezTo>
                    <a:pt x="0" y="69416"/>
                    <a:pt x="71348" y="0"/>
                    <a:pt x="156952" y="0"/>
                  </a:cubicBezTo>
                  <a:cubicBezTo>
                    <a:pt x="684834" y="0"/>
                    <a:pt x="684834" y="0"/>
                    <a:pt x="684834" y="0"/>
                  </a:cubicBezTo>
                  <a:cubicBezTo>
                    <a:pt x="684834" y="311573"/>
                    <a:pt x="684834" y="311573"/>
                    <a:pt x="684834" y="311573"/>
                  </a:cubicBezTo>
                </a:path>
              </a:pathLst>
            </a:custGeom>
            <a:solidFill>
              <a:srgbClr val="443789"/>
            </a:solidFill>
            <a:ln cap="flat">
              <a:prstDash val="solid"/>
            </a:ln>
          </p:spPr>
          <p:txBody>
            <a:bodyPr vert="horz" lIns="91440" tIns="45720" rIns="91440" bIns="45720" anchor="ctr">
              <a:normAutofit fontScale="70000" lnSpcReduction="20000"/>
            </a:bodyPr>
            <a:lstStyle/>
            <a:p>
              <a:pPr marL="0" algn="l"/>
              <a:endParaRPr/>
            </a:p>
          </p:txBody>
        </p:sp>
        <p:sp>
          <p:nvSpPr>
            <p:cNvPr id="47" name="Freeform 28">
              <a:extLst>
                <a:ext uri="{FF2B5EF4-FFF2-40B4-BE49-F238E27FC236}">
                  <a16:creationId xmlns:a16="http://schemas.microsoft.com/office/drawing/2014/main" id="{7D478202-BC78-A580-7A27-4F99321EE2E0}"/>
                </a:ext>
              </a:extLst>
            </p:cNvPr>
            <p:cNvSpPr/>
            <p:nvPr/>
          </p:nvSpPr>
          <p:spPr>
            <a:xfrm>
              <a:off x="5181149" y="4748074"/>
              <a:ext cx="335929" cy="119878"/>
            </a:xfrm>
            <a:custGeom>
              <a:avLst/>
              <a:gdLst/>
              <a:ahLst/>
              <a:cxnLst/>
              <a:rect l="l" t="t" r="r" b="b"/>
              <a:pathLst>
                <a:path w="532411" h="189994">
                  <a:moveTo>
                    <a:pt x="532412" y="189995"/>
                  </a:moveTo>
                  <a:cubicBezTo>
                    <a:pt x="94398" y="189995"/>
                    <a:pt x="94398" y="189995"/>
                    <a:pt x="94398" y="189995"/>
                  </a:cubicBezTo>
                  <a:cubicBezTo>
                    <a:pt x="42769" y="189995"/>
                    <a:pt x="0" y="146959"/>
                    <a:pt x="0" y="94997"/>
                  </a:cubicBezTo>
                  <a:cubicBezTo>
                    <a:pt x="0" y="41237"/>
                    <a:pt x="42769" y="0"/>
                    <a:pt x="94398" y="0"/>
                  </a:cubicBezTo>
                  <a:cubicBezTo>
                    <a:pt x="532412" y="0"/>
                    <a:pt x="532412" y="0"/>
                    <a:pt x="532412" y="0"/>
                  </a:cubicBezTo>
                  <a:cubicBezTo>
                    <a:pt x="532412" y="189995"/>
                    <a:pt x="532412" y="189995"/>
                    <a:pt x="532412" y="189995"/>
                  </a:cubicBezTo>
                </a:path>
              </a:pathLst>
            </a:custGeom>
            <a:solidFill>
              <a:srgbClr val="22211B"/>
            </a:solidFill>
            <a:ln cap="flat">
              <a:prstDash val="solid"/>
            </a:ln>
          </p:spPr>
          <p:txBody>
            <a:bodyPr vert="horz" lIns="91440" tIns="45720" rIns="91440" bIns="45720" anchor="ctr">
              <a:normAutofit fontScale="25000" lnSpcReduction="20000"/>
            </a:bodyPr>
            <a:lstStyle/>
            <a:p>
              <a:pPr marL="0" algn="l"/>
              <a:endParaRPr/>
            </a:p>
          </p:txBody>
        </p:sp>
        <p:sp>
          <p:nvSpPr>
            <p:cNvPr id="48" name="Freeform 29">
              <a:extLst>
                <a:ext uri="{FF2B5EF4-FFF2-40B4-BE49-F238E27FC236}">
                  <a16:creationId xmlns:a16="http://schemas.microsoft.com/office/drawing/2014/main" id="{687E6E2D-E820-9C7A-A838-F7CD111384DE}"/>
                </a:ext>
              </a:extLst>
            </p:cNvPr>
            <p:cNvSpPr/>
            <p:nvPr/>
          </p:nvSpPr>
          <p:spPr>
            <a:xfrm>
              <a:off x="5103388" y="4710245"/>
              <a:ext cx="413732" cy="195538"/>
            </a:xfrm>
            <a:custGeom>
              <a:avLst/>
              <a:gdLst/>
              <a:ahLst/>
              <a:cxnLst/>
              <a:rect l="l" t="t" r="r" b="b"/>
              <a:pathLst>
                <a:path w="655721" h="309907">
                  <a:moveTo>
                    <a:pt x="655655" y="0"/>
                  </a:moveTo>
                  <a:lnTo>
                    <a:pt x="655655" y="0"/>
                  </a:lnTo>
                  <a:cubicBezTo>
                    <a:pt x="493507" y="60556"/>
                    <a:pt x="493507" y="60556"/>
                    <a:pt x="493507" y="60556"/>
                  </a:cubicBezTo>
                  <a:cubicBezTo>
                    <a:pt x="655655" y="60556"/>
                    <a:pt x="655655" y="60556"/>
                    <a:pt x="655655" y="60556"/>
                  </a:cubicBezTo>
                  <a:cubicBezTo>
                    <a:pt x="655655" y="249351"/>
                    <a:pt x="655655" y="249351"/>
                    <a:pt x="655655" y="249351"/>
                  </a:cubicBezTo>
                  <a:cubicBezTo>
                    <a:pt x="217375" y="249351"/>
                    <a:pt x="217375" y="249351"/>
                    <a:pt x="217375" y="249351"/>
                  </a:cubicBezTo>
                  <a:cubicBezTo>
                    <a:pt x="179936" y="249351"/>
                    <a:pt x="146093" y="226235"/>
                    <a:pt x="131837" y="194125"/>
                  </a:cubicBezTo>
                  <a:cubicBezTo>
                    <a:pt x="0" y="242223"/>
                    <a:pt x="0" y="242223"/>
                    <a:pt x="0" y="242223"/>
                  </a:cubicBezTo>
                  <a:cubicBezTo>
                    <a:pt x="28513" y="283193"/>
                    <a:pt x="74812" y="309907"/>
                    <a:pt x="128307" y="309907"/>
                  </a:cubicBezTo>
                  <a:cubicBezTo>
                    <a:pt x="655722" y="309907"/>
                    <a:pt x="655722" y="309907"/>
                    <a:pt x="655722" y="309907"/>
                  </a:cubicBezTo>
                  <a:cubicBezTo>
                    <a:pt x="655655" y="0"/>
                    <a:pt x="655655" y="0"/>
                    <a:pt x="655655" y="0"/>
                  </a:cubicBezTo>
                </a:path>
              </a:pathLst>
            </a:custGeom>
            <a:solidFill>
              <a:srgbClr val="2B2254"/>
            </a:solidFill>
            <a:ln cap="flat">
              <a:prstDash val="solid"/>
            </a:ln>
          </p:spPr>
          <p:txBody>
            <a:bodyPr vert="horz" lIns="91440" tIns="45720" rIns="91440" bIns="45720" anchor="ctr">
              <a:normAutofit fontScale="70000" lnSpcReduction="20000"/>
            </a:bodyPr>
            <a:lstStyle/>
            <a:p>
              <a:pPr marL="0" algn="l"/>
              <a:endParaRPr/>
            </a:p>
          </p:txBody>
        </p:sp>
        <p:sp>
          <p:nvSpPr>
            <p:cNvPr id="49" name="Freeform 30">
              <a:extLst>
                <a:ext uri="{FF2B5EF4-FFF2-40B4-BE49-F238E27FC236}">
                  <a16:creationId xmlns:a16="http://schemas.microsoft.com/office/drawing/2014/main" id="{08DC2CA3-19F5-E7F2-9C9E-B8C72BA37451}"/>
                </a:ext>
              </a:extLst>
            </p:cNvPr>
            <p:cNvSpPr/>
            <p:nvPr/>
          </p:nvSpPr>
          <p:spPr>
            <a:xfrm>
              <a:off x="5186529" y="4748074"/>
              <a:ext cx="330549" cy="119878"/>
            </a:xfrm>
            <a:custGeom>
              <a:avLst/>
              <a:gdLst/>
              <a:ahLst/>
              <a:cxnLst/>
              <a:rect l="l" t="t" r="r" b="b"/>
              <a:pathLst>
                <a:path w="523884" h="189994">
                  <a:moveTo>
                    <a:pt x="523885" y="0"/>
                  </a:moveTo>
                  <a:cubicBezTo>
                    <a:pt x="361736" y="0"/>
                    <a:pt x="361736" y="0"/>
                    <a:pt x="361736" y="0"/>
                  </a:cubicBezTo>
                  <a:cubicBezTo>
                    <a:pt x="0" y="134435"/>
                    <a:pt x="0" y="134435"/>
                    <a:pt x="0" y="134435"/>
                  </a:cubicBezTo>
                  <a:cubicBezTo>
                    <a:pt x="14256" y="166678"/>
                    <a:pt x="48098" y="189995"/>
                    <a:pt x="85538" y="189995"/>
                  </a:cubicBezTo>
                  <a:cubicBezTo>
                    <a:pt x="523885" y="189995"/>
                    <a:pt x="523885" y="189995"/>
                    <a:pt x="523885" y="189995"/>
                  </a:cubicBezTo>
                  <a:cubicBezTo>
                    <a:pt x="523885" y="0"/>
                    <a:pt x="523885" y="0"/>
                    <a:pt x="523885" y="0"/>
                  </a:cubicBezTo>
                </a:path>
              </a:pathLst>
            </a:custGeom>
            <a:solidFill>
              <a:srgbClr val="151411"/>
            </a:solidFill>
            <a:ln cap="flat">
              <a:prstDash val="solid"/>
            </a:ln>
          </p:spPr>
          <p:txBody>
            <a:bodyPr vert="horz" lIns="91440" tIns="45720" rIns="91440" bIns="45720" anchor="ctr">
              <a:normAutofit fontScale="25000" lnSpcReduction="20000"/>
            </a:bodyPr>
            <a:lstStyle/>
            <a:p>
              <a:pPr marL="0" algn="l"/>
              <a:endParaRPr/>
            </a:p>
          </p:txBody>
        </p:sp>
        <p:sp>
          <p:nvSpPr>
            <p:cNvPr id="50" name="Freeform 31">
              <a:extLst>
                <a:ext uri="{FF2B5EF4-FFF2-40B4-BE49-F238E27FC236}">
                  <a16:creationId xmlns:a16="http://schemas.microsoft.com/office/drawing/2014/main" id="{D874BE96-A24C-126F-41FF-3AD9FAB95597}"/>
                </a:ext>
              </a:extLst>
            </p:cNvPr>
            <p:cNvSpPr/>
            <p:nvPr/>
          </p:nvSpPr>
          <p:spPr>
            <a:xfrm>
              <a:off x="5264334" y="4769679"/>
              <a:ext cx="8659" cy="75618"/>
            </a:xfrm>
            <a:custGeom>
              <a:avLst/>
              <a:gdLst/>
              <a:ahLst/>
              <a:cxnLst/>
              <a:rect l="l" t="t" r="r" b="b"/>
              <a:pathLst>
                <a:path w="13723" h="119845">
                  <a:moveTo>
                    <a:pt x="0" y="0"/>
                  </a:moveTo>
                  <a:lnTo>
                    <a:pt x="13723" y="0"/>
                  </a:lnTo>
                  <a:lnTo>
                    <a:pt x="13723" y="119846"/>
                  </a:lnTo>
                  <a:lnTo>
                    <a:pt x="0" y="119846"/>
                  </a:lnTo>
                  <a:lnTo>
                    <a:pt x="0" y="0"/>
                  </a:lnTo>
                  <a:close/>
                </a:path>
              </a:pathLst>
            </a:custGeom>
            <a:solidFill>
              <a:srgbClr val="D2BDBD"/>
            </a:solidFill>
            <a:ln cap="flat">
              <a:prstDash val="solid"/>
            </a:ln>
          </p:spPr>
          <p:txBody>
            <a:bodyPr vert="horz" lIns="91440" tIns="45720" rIns="91440" bIns="45720" anchor="ctr">
              <a:normAutofit fontScale="25000" lnSpcReduction="20000"/>
            </a:bodyPr>
            <a:lstStyle/>
            <a:p>
              <a:pPr marL="0" algn="l"/>
              <a:endParaRPr/>
            </a:p>
          </p:txBody>
        </p:sp>
        <p:sp>
          <p:nvSpPr>
            <p:cNvPr id="51" name="Freeform 32">
              <a:extLst>
                <a:ext uri="{FF2B5EF4-FFF2-40B4-BE49-F238E27FC236}">
                  <a16:creationId xmlns:a16="http://schemas.microsoft.com/office/drawing/2014/main" id="{EC1BC2A4-2A93-DC38-9CEB-1CC78DA5FA4D}"/>
                </a:ext>
              </a:extLst>
            </p:cNvPr>
            <p:cNvSpPr/>
            <p:nvPr/>
          </p:nvSpPr>
          <p:spPr>
            <a:xfrm>
              <a:off x="5320489" y="4769679"/>
              <a:ext cx="8659" cy="75618"/>
            </a:xfrm>
            <a:custGeom>
              <a:avLst/>
              <a:gdLst/>
              <a:ahLst/>
              <a:cxnLst/>
              <a:rect l="l" t="t" r="r" b="b"/>
              <a:pathLst>
                <a:path w="13723" h="119845">
                  <a:moveTo>
                    <a:pt x="0" y="0"/>
                  </a:moveTo>
                  <a:lnTo>
                    <a:pt x="13724" y="0"/>
                  </a:lnTo>
                  <a:lnTo>
                    <a:pt x="13724" y="119846"/>
                  </a:lnTo>
                  <a:lnTo>
                    <a:pt x="0" y="119846"/>
                  </a:lnTo>
                  <a:lnTo>
                    <a:pt x="0" y="0"/>
                  </a:lnTo>
                  <a:close/>
                </a:path>
              </a:pathLst>
            </a:custGeom>
            <a:solidFill>
              <a:srgbClr val="D2BDBD"/>
            </a:solidFill>
            <a:ln cap="flat">
              <a:prstDash val="solid"/>
            </a:ln>
          </p:spPr>
          <p:txBody>
            <a:bodyPr vert="horz" lIns="91440" tIns="45720" rIns="91440" bIns="45720" anchor="ctr">
              <a:normAutofit fontScale="25000" lnSpcReduction="20000"/>
            </a:bodyPr>
            <a:lstStyle/>
            <a:p>
              <a:pPr marL="0" algn="l"/>
              <a:endParaRPr/>
            </a:p>
          </p:txBody>
        </p:sp>
        <p:sp>
          <p:nvSpPr>
            <p:cNvPr id="52" name="Freeform 33">
              <a:extLst>
                <a:ext uri="{FF2B5EF4-FFF2-40B4-BE49-F238E27FC236}">
                  <a16:creationId xmlns:a16="http://schemas.microsoft.com/office/drawing/2014/main" id="{2EEB6E66-2E98-B256-4E91-D9A4C78A009E}"/>
                </a:ext>
              </a:extLst>
            </p:cNvPr>
            <p:cNvSpPr/>
            <p:nvPr/>
          </p:nvSpPr>
          <p:spPr>
            <a:xfrm>
              <a:off x="5376688" y="4769679"/>
              <a:ext cx="9709" cy="75618"/>
            </a:xfrm>
            <a:custGeom>
              <a:avLst/>
              <a:gdLst/>
              <a:ahLst/>
              <a:cxnLst/>
              <a:rect l="l" t="t" r="r" b="b"/>
              <a:pathLst>
                <a:path w="15388" h="119845">
                  <a:moveTo>
                    <a:pt x="0" y="0"/>
                  </a:moveTo>
                  <a:lnTo>
                    <a:pt x="15389" y="0"/>
                  </a:lnTo>
                  <a:lnTo>
                    <a:pt x="15389" y="119846"/>
                  </a:lnTo>
                  <a:lnTo>
                    <a:pt x="0" y="119846"/>
                  </a:lnTo>
                  <a:lnTo>
                    <a:pt x="0" y="0"/>
                  </a:lnTo>
                  <a:close/>
                </a:path>
              </a:pathLst>
            </a:custGeom>
            <a:solidFill>
              <a:srgbClr val="D2BDBD"/>
            </a:solidFill>
            <a:ln cap="flat">
              <a:prstDash val="solid"/>
            </a:ln>
          </p:spPr>
          <p:txBody>
            <a:bodyPr vert="horz" lIns="91440" tIns="45720" rIns="91440" bIns="45720" anchor="ctr">
              <a:normAutofit fontScale="25000" lnSpcReduction="20000"/>
            </a:bodyPr>
            <a:lstStyle/>
            <a:p>
              <a:pPr marL="0" algn="l"/>
              <a:endParaRPr/>
            </a:p>
          </p:txBody>
        </p:sp>
        <p:sp>
          <p:nvSpPr>
            <p:cNvPr id="53" name="Freeform 34">
              <a:extLst>
                <a:ext uri="{FF2B5EF4-FFF2-40B4-BE49-F238E27FC236}">
                  <a16:creationId xmlns:a16="http://schemas.microsoft.com/office/drawing/2014/main" id="{980CFD79-C248-59DD-0779-C6BAFA2460DD}"/>
                </a:ext>
              </a:extLst>
            </p:cNvPr>
            <p:cNvSpPr/>
            <p:nvPr/>
          </p:nvSpPr>
          <p:spPr>
            <a:xfrm>
              <a:off x="7009887" y="4688639"/>
              <a:ext cx="456900" cy="196589"/>
            </a:xfrm>
            <a:custGeom>
              <a:avLst/>
              <a:gdLst/>
              <a:ahLst/>
              <a:cxnLst/>
              <a:rect l="l" t="t" r="r" b="b"/>
              <a:pathLst>
                <a:path w="724138" h="311572">
                  <a:moveTo>
                    <a:pt x="0" y="0"/>
                  </a:moveTo>
                  <a:cubicBezTo>
                    <a:pt x="567586" y="0"/>
                    <a:pt x="567586" y="0"/>
                    <a:pt x="567586" y="0"/>
                  </a:cubicBezTo>
                  <a:cubicBezTo>
                    <a:pt x="652991" y="0"/>
                    <a:pt x="724139" y="69416"/>
                    <a:pt x="724139" y="156685"/>
                  </a:cubicBezTo>
                  <a:cubicBezTo>
                    <a:pt x="724139" y="242157"/>
                    <a:pt x="652991" y="311573"/>
                    <a:pt x="567586" y="311573"/>
                  </a:cubicBezTo>
                  <a:cubicBezTo>
                    <a:pt x="0" y="311573"/>
                    <a:pt x="0" y="311573"/>
                    <a:pt x="0" y="311573"/>
                  </a:cubicBezTo>
                  <a:cubicBezTo>
                    <a:pt x="0" y="0"/>
                    <a:pt x="0" y="0"/>
                    <a:pt x="0" y="0"/>
                  </a:cubicBezTo>
                </a:path>
              </a:pathLst>
            </a:custGeom>
            <a:solidFill>
              <a:srgbClr val="FFFFFF"/>
            </a:solidFill>
            <a:ln cap="flat">
              <a:prstDash val="solid"/>
            </a:ln>
          </p:spPr>
          <p:txBody>
            <a:bodyPr vert="horz" lIns="91440" tIns="45720" rIns="91440" bIns="45720" anchor="ctr">
              <a:normAutofit fontScale="70000" lnSpcReduction="20000"/>
            </a:bodyPr>
            <a:lstStyle/>
            <a:p>
              <a:pPr marL="0" algn="l"/>
              <a:endParaRPr/>
            </a:p>
          </p:txBody>
        </p:sp>
        <p:sp>
          <p:nvSpPr>
            <p:cNvPr id="54" name="Freeform 35">
              <a:extLst>
                <a:ext uri="{FF2B5EF4-FFF2-40B4-BE49-F238E27FC236}">
                  <a16:creationId xmlns:a16="http://schemas.microsoft.com/office/drawing/2014/main" id="{CCAC6F56-B32B-634A-3858-1946A11313F6}"/>
                </a:ext>
              </a:extLst>
            </p:cNvPr>
            <p:cNvSpPr/>
            <p:nvPr/>
          </p:nvSpPr>
          <p:spPr>
            <a:xfrm>
              <a:off x="7009887" y="4688639"/>
              <a:ext cx="431008" cy="196589"/>
            </a:xfrm>
            <a:custGeom>
              <a:avLst/>
              <a:gdLst/>
              <a:ahLst/>
              <a:cxnLst/>
              <a:rect l="l" t="t" r="r" b="b"/>
              <a:pathLst>
                <a:path w="683101" h="311572">
                  <a:moveTo>
                    <a:pt x="0" y="0"/>
                  </a:moveTo>
                  <a:cubicBezTo>
                    <a:pt x="526549" y="0"/>
                    <a:pt x="526549" y="0"/>
                    <a:pt x="526549" y="0"/>
                  </a:cubicBezTo>
                  <a:cubicBezTo>
                    <a:pt x="613686" y="0"/>
                    <a:pt x="683102" y="69416"/>
                    <a:pt x="683102" y="156685"/>
                  </a:cubicBezTo>
                  <a:cubicBezTo>
                    <a:pt x="683102" y="242157"/>
                    <a:pt x="613753" y="311573"/>
                    <a:pt x="526549" y="311573"/>
                  </a:cubicBezTo>
                  <a:cubicBezTo>
                    <a:pt x="0" y="311573"/>
                    <a:pt x="0" y="311573"/>
                    <a:pt x="0" y="311573"/>
                  </a:cubicBezTo>
                  <a:cubicBezTo>
                    <a:pt x="0" y="0"/>
                    <a:pt x="0" y="0"/>
                    <a:pt x="0" y="0"/>
                  </a:cubicBezTo>
                </a:path>
              </a:pathLst>
            </a:custGeom>
            <a:solidFill>
              <a:srgbClr val="443789"/>
            </a:solidFill>
            <a:ln cap="flat">
              <a:prstDash val="solid"/>
            </a:ln>
          </p:spPr>
          <p:txBody>
            <a:bodyPr vert="horz" lIns="91440" tIns="45720" rIns="91440" bIns="45720" anchor="ctr">
              <a:normAutofit fontScale="70000" lnSpcReduction="20000"/>
            </a:bodyPr>
            <a:lstStyle/>
            <a:p>
              <a:pPr marL="0" algn="l"/>
              <a:endParaRPr/>
            </a:p>
          </p:txBody>
        </p:sp>
        <p:sp>
          <p:nvSpPr>
            <p:cNvPr id="55" name="Freeform 36">
              <a:extLst>
                <a:ext uri="{FF2B5EF4-FFF2-40B4-BE49-F238E27FC236}">
                  <a16:creationId xmlns:a16="http://schemas.microsoft.com/office/drawing/2014/main" id="{4EB14C0F-808C-0558-1001-AA26B0DDB9D1}"/>
                </a:ext>
              </a:extLst>
            </p:cNvPr>
            <p:cNvSpPr/>
            <p:nvPr/>
          </p:nvSpPr>
          <p:spPr>
            <a:xfrm>
              <a:off x="7008836" y="4844204"/>
              <a:ext cx="434202" cy="42117"/>
            </a:xfrm>
            <a:custGeom>
              <a:avLst/>
              <a:gdLst/>
              <a:ahLst/>
              <a:cxnLst/>
              <a:rect l="l" t="t" r="r" b="b"/>
              <a:pathLst>
                <a:path w="688164" h="66751">
                  <a:moveTo>
                    <a:pt x="688165" y="10525"/>
                  </a:moveTo>
                  <a:cubicBezTo>
                    <a:pt x="677506" y="24582"/>
                    <a:pt x="663250" y="35107"/>
                    <a:pt x="649060" y="43901"/>
                  </a:cubicBezTo>
                  <a:lnTo>
                    <a:pt x="649060" y="43901"/>
                  </a:lnTo>
                  <a:cubicBezTo>
                    <a:pt x="665049" y="35107"/>
                    <a:pt x="677506" y="24582"/>
                    <a:pt x="688165" y="10525"/>
                  </a:cubicBezTo>
                  <a:lnTo>
                    <a:pt x="688165" y="10525"/>
                  </a:lnTo>
                  <a:moveTo>
                    <a:pt x="1732" y="0"/>
                  </a:moveTo>
                  <a:lnTo>
                    <a:pt x="0" y="0"/>
                  </a:lnTo>
                  <a:cubicBezTo>
                    <a:pt x="0" y="66751"/>
                    <a:pt x="0" y="66751"/>
                    <a:pt x="0" y="66751"/>
                  </a:cubicBezTo>
                  <a:cubicBezTo>
                    <a:pt x="380589" y="66751"/>
                    <a:pt x="380589" y="66751"/>
                    <a:pt x="380589" y="66751"/>
                  </a:cubicBezTo>
                  <a:cubicBezTo>
                    <a:pt x="380589" y="66751"/>
                    <a:pt x="380589" y="66751"/>
                    <a:pt x="382388" y="65019"/>
                  </a:cubicBezTo>
                  <a:cubicBezTo>
                    <a:pt x="1799" y="65019"/>
                    <a:pt x="1799" y="65019"/>
                    <a:pt x="1799" y="65019"/>
                  </a:cubicBezTo>
                  <a:cubicBezTo>
                    <a:pt x="1732" y="0"/>
                    <a:pt x="1732" y="0"/>
                    <a:pt x="1732" y="0"/>
                  </a:cubicBezTo>
                </a:path>
              </a:pathLst>
            </a:custGeom>
            <a:solidFill>
              <a:srgbClr val="923A2B"/>
            </a:solidFill>
            <a:ln cap="flat">
              <a:prstDash val="solid"/>
            </a:ln>
          </p:spPr>
          <p:txBody>
            <a:bodyPr vert="horz" lIns="91440" tIns="45720" rIns="91440" bIns="45720" anchor="ctr">
              <a:normAutofit fontScale="25000" lnSpcReduction="20000"/>
            </a:bodyPr>
            <a:lstStyle/>
            <a:p>
              <a:pPr marL="0" algn="l"/>
              <a:endParaRPr/>
            </a:p>
          </p:txBody>
        </p:sp>
        <p:pic>
          <p:nvPicPr>
            <p:cNvPr id="56" name="image4.png">
              <a:extLst>
                <a:ext uri="{FF2B5EF4-FFF2-40B4-BE49-F238E27FC236}">
                  <a16:creationId xmlns:a16="http://schemas.microsoft.com/office/drawing/2014/main" id="{F0ABEC64-E8B2-0115-1ED6-C3D7B3AB914E}"/>
                </a:ext>
              </a:extLst>
            </p:cNvPr>
            <p:cNvPicPr>
              <a:picLocks noChangeAspect="1"/>
            </p:cNvPicPr>
            <p:nvPr/>
          </p:nvPicPr>
          <p:blipFill>
            <a:blip r:embed="rId2"/>
            <a:stretch>
              <a:fillRect/>
            </a:stretch>
          </p:blipFill>
          <p:spPr>
            <a:xfrm>
              <a:off x="7004507" y="4826920"/>
              <a:ext cx="6481" cy="21605"/>
            </a:xfrm>
            <a:custGeom>
              <a:avLst/>
              <a:gdLst/>
              <a:ahLst/>
              <a:cxnLst/>
              <a:rect l="0" t="0" r="0" b="0"/>
              <a:pathLst>
                <a:path w="10272" h="34241">
                  <a:moveTo>
                    <a:pt x="754" y="552"/>
                  </a:moveTo>
                  <a:lnTo>
                    <a:pt x="11027" y="552"/>
                  </a:lnTo>
                  <a:lnTo>
                    <a:pt x="11027" y="34794"/>
                  </a:lnTo>
                  <a:lnTo>
                    <a:pt x="754" y="34794"/>
                  </a:lnTo>
                  <a:close/>
                </a:path>
              </a:pathLst>
            </a:custGeom>
          </p:spPr>
        </p:pic>
        <p:sp>
          <p:nvSpPr>
            <p:cNvPr id="57" name="Freeform 38">
              <a:extLst>
                <a:ext uri="{FF2B5EF4-FFF2-40B4-BE49-F238E27FC236}">
                  <a16:creationId xmlns:a16="http://schemas.microsoft.com/office/drawing/2014/main" id="{1731A9B0-F173-3E20-9865-2932D3EFE953}"/>
                </a:ext>
              </a:extLst>
            </p:cNvPr>
            <p:cNvSpPr/>
            <p:nvPr/>
          </p:nvSpPr>
          <p:spPr>
            <a:xfrm>
              <a:off x="6973908" y="4736179"/>
              <a:ext cx="413690" cy="149092"/>
            </a:xfrm>
            <a:custGeom>
              <a:avLst/>
              <a:gdLst/>
              <a:ahLst/>
              <a:cxnLst/>
              <a:rect l="l" t="t" r="r" b="b"/>
              <a:pathLst>
                <a:path w="655655" h="236294">
                  <a:moveTo>
                    <a:pt x="197256" y="0"/>
                  </a:moveTo>
                  <a:cubicBezTo>
                    <a:pt x="138632" y="60423"/>
                    <a:pt x="67551" y="110119"/>
                    <a:pt x="0" y="149224"/>
                  </a:cubicBezTo>
                  <a:cubicBezTo>
                    <a:pt x="0" y="236294"/>
                    <a:pt x="0" y="236294"/>
                    <a:pt x="0" y="236294"/>
                  </a:cubicBezTo>
                  <a:cubicBezTo>
                    <a:pt x="525950" y="236294"/>
                    <a:pt x="525950" y="236294"/>
                    <a:pt x="525950" y="236294"/>
                  </a:cubicBezTo>
                  <a:cubicBezTo>
                    <a:pt x="579244" y="236294"/>
                    <a:pt x="627210" y="209647"/>
                    <a:pt x="655655" y="168810"/>
                  </a:cubicBezTo>
                  <a:cubicBezTo>
                    <a:pt x="197256" y="0"/>
                    <a:pt x="197256" y="0"/>
                    <a:pt x="197256" y="0"/>
                  </a:cubicBezTo>
                </a:path>
              </a:pathLst>
            </a:custGeom>
            <a:solidFill>
              <a:srgbClr val="2B2254"/>
            </a:solidFill>
            <a:ln cap="flat">
              <a:prstDash val="solid"/>
            </a:ln>
          </p:spPr>
          <p:txBody>
            <a:bodyPr vert="horz" lIns="91440" tIns="45720" rIns="91440" bIns="45720" anchor="ctr">
              <a:normAutofit fontScale="40000" lnSpcReduction="20000"/>
            </a:bodyPr>
            <a:lstStyle/>
            <a:p>
              <a:pPr marL="0" algn="l"/>
              <a:endParaRPr/>
            </a:p>
          </p:txBody>
        </p:sp>
        <p:sp>
          <p:nvSpPr>
            <p:cNvPr id="58" name="Freeform 39">
              <a:extLst>
                <a:ext uri="{FF2B5EF4-FFF2-40B4-BE49-F238E27FC236}">
                  <a16:creationId xmlns:a16="http://schemas.microsoft.com/office/drawing/2014/main" id="{F06FC3BE-4C43-796F-2B5E-9AF324E8F83D}"/>
                </a:ext>
              </a:extLst>
            </p:cNvPr>
            <p:cNvSpPr/>
            <p:nvPr/>
          </p:nvSpPr>
          <p:spPr>
            <a:xfrm>
              <a:off x="6976050" y="4727562"/>
              <a:ext cx="335929" cy="119878"/>
            </a:xfrm>
            <a:custGeom>
              <a:avLst/>
              <a:gdLst/>
              <a:ahLst/>
              <a:cxnLst/>
              <a:rect l="l" t="t" r="r" b="b"/>
              <a:pathLst>
                <a:path w="532411" h="189994">
                  <a:moveTo>
                    <a:pt x="0" y="0"/>
                  </a:moveTo>
                  <a:cubicBezTo>
                    <a:pt x="438347" y="0"/>
                    <a:pt x="438347" y="0"/>
                    <a:pt x="438347" y="0"/>
                  </a:cubicBezTo>
                  <a:cubicBezTo>
                    <a:pt x="489843" y="0"/>
                    <a:pt x="532412" y="41237"/>
                    <a:pt x="532412" y="94997"/>
                  </a:cubicBezTo>
                  <a:cubicBezTo>
                    <a:pt x="532412" y="146959"/>
                    <a:pt x="489843" y="189995"/>
                    <a:pt x="438347" y="189995"/>
                  </a:cubicBezTo>
                  <a:cubicBezTo>
                    <a:pt x="0" y="189995"/>
                    <a:pt x="0" y="189995"/>
                    <a:pt x="0" y="189995"/>
                  </a:cubicBezTo>
                  <a:lnTo>
                    <a:pt x="0" y="0"/>
                  </a:lnTo>
                  <a:lnTo>
                    <a:pt x="0" y="0"/>
                  </a:lnTo>
                  <a:lnTo>
                    <a:pt x="0" y="0"/>
                  </a:lnTo>
                  <a:close/>
                </a:path>
              </a:pathLst>
            </a:custGeom>
            <a:solidFill>
              <a:srgbClr val="22211B"/>
            </a:solidFill>
            <a:ln cap="flat">
              <a:prstDash val="solid"/>
            </a:ln>
          </p:spPr>
          <p:txBody>
            <a:bodyPr vert="horz" lIns="91440" tIns="45720" rIns="91440" bIns="45720" anchor="ctr">
              <a:normAutofit fontScale="25000" lnSpcReduction="20000"/>
            </a:bodyPr>
            <a:lstStyle/>
            <a:p>
              <a:pPr marL="0" algn="l"/>
              <a:endParaRPr/>
            </a:p>
          </p:txBody>
        </p:sp>
        <p:sp>
          <p:nvSpPr>
            <p:cNvPr id="59" name="Freeform 40">
              <a:extLst>
                <a:ext uri="{FF2B5EF4-FFF2-40B4-BE49-F238E27FC236}">
                  <a16:creationId xmlns:a16="http://schemas.microsoft.com/office/drawing/2014/main" id="{2B7CF508-D2CB-D745-2AA1-B6E4891A5F84}"/>
                </a:ext>
              </a:extLst>
            </p:cNvPr>
            <p:cNvSpPr/>
            <p:nvPr/>
          </p:nvSpPr>
          <p:spPr>
            <a:xfrm>
              <a:off x="6870211" y="4699441"/>
              <a:ext cx="116642" cy="184736"/>
            </a:xfrm>
            <a:custGeom>
              <a:avLst/>
              <a:gdLst/>
              <a:ahLst/>
              <a:cxnLst/>
              <a:rect l="l" t="t" r="r" b="b"/>
              <a:pathLst>
                <a:path w="184865" h="292786">
                  <a:moveTo>
                    <a:pt x="0" y="0"/>
                  </a:moveTo>
                  <a:lnTo>
                    <a:pt x="184865" y="0"/>
                  </a:lnTo>
                  <a:lnTo>
                    <a:pt x="184865" y="292786"/>
                  </a:lnTo>
                  <a:lnTo>
                    <a:pt x="0" y="292786"/>
                  </a:lnTo>
                  <a:lnTo>
                    <a:pt x="0" y="0"/>
                  </a:lnTo>
                  <a:close/>
                </a:path>
              </a:pathLst>
            </a:custGeom>
            <a:solidFill>
              <a:srgbClr val="F9B3B3"/>
            </a:solidFill>
            <a:ln cap="flat">
              <a:prstDash val="solid"/>
            </a:ln>
          </p:spPr>
          <p:txBody>
            <a:bodyPr vert="horz" lIns="91440" tIns="45720" rIns="91440" bIns="45720" anchor="ctr">
              <a:normAutofit fontScale="62500" lnSpcReduction="20000"/>
            </a:bodyPr>
            <a:lstStyle/>
            <a:p>
              <a:pPr marL="0" algn="l"/>
              <a:endParaRPr/>
            </a:p>
          </p:txBody>
        </p:sp>
        <p:sp>
          <p:nvSpPr>
            <p:cNvPr id="60" name="Freeform 41">
              <a:extLst>
                <a:ext uri="{FF2B5EF4-FFF2-40B4-BE49-F238E27FC236}">
                  <a16:creationId xmlns:a16="http://schemas.microsoft.com/office/drawing/2014/main" id="{566A5860-AFED-DDCE-7CA7-0F58DFDAA3AB}"/>
                </a:ext>
              </a:extLst>
            </p:cNvPr>
            <p:cNvSpPr/>
            <p:nvPr/>
          </p:nvSpPr>
          <p:spPr>
            <a:xfrm>
              <a:off x="5802290" y="3626376"/>
              <a:ext cx="839622" cy="1010267"/>
            </a:xfrm>
            <a:custGeom>
              <a:avLst/>
              <a:gdLst/>
              <a:ahLst/>
              <a:cxnLst/>
              <a:rect l="l" t="t" r="r" b="b"/>
              <a:pathLst>
                <a:path w="1330711" h="1601165">
                  <a:moveTo>
                    <a:pt x="665356" y="1601166"/>
                  </a:moveTo>
                  <a:lnTo>
                    <a:pt x="665356" y="1601166"/>
                  </a:lnTo>
                  <a:cubicBezTo>
                    <a:pt x="222878" y="1601166"/>
                    <a:pt x="-96489" y="1205854"/>
                    <a:pt x="26622" y="810542"/>
                  </a:cubicBezTo>
                  <a:cubicBezTo>
                    <a:pt x="172915" y="343816"/>
                    <a:pt x="172915" y="343816"/>
                    <a:pt x="172915" y="343816"/>
                  </a:cubicBezTo>
                  <a:cubicBezTo>
                    <a:pt x="237135" y="141164"/>
                    <a:pt x="436989" y="0"/>
                    <a:pt x="665356" y="0"/>
                  </a:cubicBezTo>
                  <a:cubicBezTo>
                    <a:pt x="893723" y="0"/>
                    <a:pt x="1095309" y="141164"/>
                    <a:pt x="1157797" y="343816"/>
                  </a:cubicBezTo>
                  <a:cubicBezTo>
                    <a:pt x="1304090" y="810542"/>
                    <a:pt x="1304090" y="810542"/>
                    <a:pt x="1304090" y="810542"/>
                  </a:cubicBezTo>
                  <a:cubicBezTo>
                    <a:pt x="1427200" y="1205854"/>
                    <a:pt x="1107833" y="1601166"/>
                    <a:pt x="665356" y="1601166"/>
                  </a:cubicBezTo>
                </a:path>
              </a:pathLst>
            </a:custGeom>
            <a:solidFill>
              <a:schemeClr val="accent3"/>
            </a:solidFill>
            <a:ln cap="flat">
              <a:prstDash val="solid"/>
            </a:ln>
          </p:spPr>
          <p:txBody>
            <a:bodyPr vert="horz" lIns="91440" tIns="45720" rIns="91440" bIns="45720" anchor="ctr">
              <a:normAutofit/>
            </a:bodyPr>
            <a:lstStyle/>
            <a:p>
              <a:pPr marL="0" algn="l"/>
              <a:endParaRPr/>
            </a:p>
          </p:txBody>
        </p:sp>
        <p:sp>
          <p:nvSpPr>
            <p:cNvPr id="61" name="Freeform 42">
              <a:extLst>
                <a:ext uri="{FF2B5EF4-FFF2-40B4-BE49-F238E27FC236}">
                  <a16:creationId xmlns:a16="http://schemas.microsoft.com/office/drawing/2014/main" id="{DE66B01F-B0B2-C8F1-B4EB-0819D076D45E}"/>
                </a:ext>
              </a:extLst>
            </p:cNvPr>
            <p:cNvSpPr/>
            <p:nvPr/>
          </p:nvSpPr>
          <p:spPr>
            <a:xfrm>
              <a:off x="5438981" y="4716760"/>
              <a:ext cx="117734" cy="184693"/>
            </a:xfrm>
            <a:custGeom>
              <a:avLst/>
              <a:gdLst/>
              <a:ahLst/>
              <a:cxnLst/>
              <a:rect l="l" t="t" r="r" b="b"/>
              <a:pathLst>
                <a:path w="186597" h="292719">
                  <a:moveTo>
                    <a:pt x="0" y="0"/>
                  </a:moveTo>
                  <a:lnTo>
                    <a:pt x="186597" y="0"/>
                  </a:lnTo>
                  <a:lnTo>
                    <a:pt x="186597" y="292720"/>
                  </a:lnTo>
                  <a:lnTo>
                    <a:pt x="0" y="292720"/>
                  </a:lnTo>
                  <a:lnTo>
                    <a:pt x="0" y="0"/>
                  </a:lnTo>
                  <a:close/>
                </a:path>
              </a:pathLst>
            </a:custGeom>
            <a:solidFill>
              <a:srgbClr val="F9B3B3"/>
            </a:solidFill>
            <a:ln cap="flat">
              <a:prstDash val="solid"/>
            </a:ln>
          </p:spPr>
          <p:txBody>
            <a:bodyPr vert="horz" lIns="91440" tIns="45720" rIns="91440" bIns="45720" anchor="ctr">
              <a:normAutofit fontScale="62500" lnSpcReduction="20000"/>
            </a:bodyPr>
            <a:lstStyle/>
            <a:p>
              <a:pPr marL="0" algn="l"/>
              <a:endParaRPr/>
            </a:p>
          </p:txBody>
        </p:sp>
        <p:sp>
          <p:nvSpPr>
            <p:cNvPr id="62" name="Freeform 43">
              <a:extLst>
                <a:ext uri="{FF2B5EF4-FFF2-40B4-BE49-F238E27FC236}">
                  <a16:creationId xmlns:a16="http://schemas.microsoft.com/office/drawing/2014/main" id="{02379CA1-E20C-EC57-88FC-3DA9FEE8B88D}"/>
                </a:ext>
              </a:extLst>
            </p:cNvPr>
            <p:cNvSpPr/>
            <p:nvPr/>
          </p:nvSpPr>
          <p:spPr>
            <a:xfrm>
              <a:off x="6162504" y="3514357"/>
              <a:ext cx="98772" cy="158752"/>
            </a:xfrm>
            <a:custGeom>
              <a:avLst/>
              <a:gdLst/>
              <a:ahLst/>
              <a:cxnLst/>
              <a:rect l="l" t="t" r="r" b="b"/>
              <a:pathLst>
                <a:path w="156543" h="251605">
                  <a:moveTo>
                    <a:pt x="48755" y="250351"/>
                  </a:moveTo>
                  <a:cubicBezTo>
                    <a:pt x="15446" y="243622"/>
                    <a:pt x="-5471" y="212045"/>
                    <a:pt x="1257" y="178736"/>
                  </a:cubicBezTo>
                  <a:cubicBezTo>
                    <a:pt x="37431" y="0"/>
                    <a:pt x="37431" y="0"/>
                    <a:pt x="37431" y="0"/>
                  </a:cubicBezTo>
                  <a:cubicBezTo>
                    <a:pt x="156544" y="24116"/>
                    <a:pt x="156544" y="24116"/>
                    <a:pt x="156544" y="24116"/>
                  </a:cubicBezTo>
                  <a:cubicBezTo>
                    <a:pt x="120370" y="202852"/>
                    <a:pt x="120370" y="202852"/>
                    <a:pt x="120370" y="202852"/>
                  </a:cubicBezTo>
                  <a:cubicBezTo>
                    <a:pt x="113642" y="236094"/>
                    <a:pt x="82065" y="257079"/>
                    <a:pt x="48755" y="250351"/>
                  </a:cubicBezTo>
                </a:path>
              </a:pathLst>
            </a:custGeom>
            <a:solidFill>
              <a:srgbClr val="F9B3B3"/>
            </a:solidFill>
            <a:ln cap="flat">
              <a:prstDash val="solid"/>
            </a:ln>
          </p:spPr>
          <p:txBody>
            <a:bodyPr vert="horz" lIns="91440" tIns="45720" rIns="91440" bIns="45720" anchor="ctr">
              <a:normAutofit fontScale="47500" lnSpcReduction="20000"/>
            </a:bodyPr>
            <a:lstStyle/>
            <a:p>
              <a:pPr marL="0" algn="l"/>
              <a:endParaRPr/>
            </a:p>
          </p:txBody>
        </p:sp>
        <p:sp>
          <p:nvSpPr>
            <p:cNvPr id="63" name="Freeform 44">
              <a:extLst>
                <a:ext uri="{FF2B5EF4-FFF2-40B4-BE49-F238E27FC236}">
                  <a16:creationId xmlns:a16="http://schemas.microsoft.com/office/drawing/2014/main" id="{87F56006-CF5F-A06C-A24C-F0EFDB519A34}"/>
                </a:ext>
              </a:extLst>
            </p:cNvPr>
            <p:cNvSpPr/>
            <p:nvPr/>
          </p:nvSpPr>
          <p:spPr>
            <a:xfrm>
              <a:off x="5685624" y="3708675"/>
              <a:ext cx="594610" cy="871686"/>
            </a:xfrm>
            <a:custGeom>
              <a:avLst/>
              <a:gdLst/>
              <a:ahLst/>
              <a:cxnLst/>
              <a:rect l="l" t="t" r="r" b="b"/>
              <a:pathLst>
                <a:path w="942392" h="1381527">
                  <a:moveTo>
                    <a:pt x="505311" y="2"/>
                  </a:moveTo>
                  <a:cubicBezTo>
                    <a:pt x="505311" y="2"/>
                    <a:pt x="500381" y="-3396"/>
                    <a:pt x="364880" y="274668"/>
                  </a:cubicBezTo>
                  <a:cubicBezTo>
                    <a:pt x="364880" y="274668"/>
                    <a:pt x="199134" y="638270"/>
                    <a:pt x="286471" y="843254"/>
                  </a:cubicBezTo>
                  <a:cubicBezTo>
                    <a:pt x="350624" y="994743"/>
                    <a:pt x="942392" y="1044640"/>
                    <a:pt x="942392" y="1044640"/>
                  </a:cubicBezTo>
                  <a:cubicBezTo>
                    <a:pt x="942392" y="1044640"/>
                    <a:pt x="942392" y="1044640"/>
                    <a:pt x="892495" y="1381528"/>
                  </a:cubicBezTo>
                  <a:cubicBezTo>
                    <a:pt x="892495" y="1381528"/>
                    <a:pt x="421905" y="1313777"/>
                    <a:pt x="172420" y="1187270"/>
                  </a:cubicBezTo>
                  <a:cubicBezTo>
                    <a:pt x="-356927" y="921663"/>
                    <a:pt x="501514" y="535"/>
                    <a:pt x="501514" y="535"/>
                  </a:cubicBezTo>
                  <a:lnTo>
                    <a:pt x="505311" y="2"/>
                  </a:ln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64" name="Freeform 45">
              <a:extLst>
                <a:ext uri="{FF2B5EF4-FFF2-40B4-BE49-F238E27FC236}">
                  <a16:creationId xmlns:a16="http://schemas.microsoft.com/office/drawing/2014/main" id="{E5DBC573-43BF-9A5B-28AD-83245A3645FB}"/>
                </a:ext>
              </a:extLst>
            </p:cNvPr>
            <p:cNvSpPr/>
            <p:nvPr/>
          </p:nvSpPr>
          <p:spPr>
            <a:xfrm>
              <a:off x="5502703" y="4472505"/>
              <a:ext cx="1220601" cy="251737"/>
            </a:xfrm>
            <a:custGeom>
              <a:avLst/>
              <a:gdLst/>
              <a:ahLst/>
              <a:cxnLst/>
              <a:rect l="l" t="t" r="r" b="b"/>
              <a:pathLst>
                <a:path w="1934522" h="398975">
                  <a:moveTo>
                    <a:pt x="1547605" y="0"/>
                  </a:moveTo>
                  <a:lnTo>
                    <a:pt x="0" y="398976"/>
                  </a:lnTo>
                  <a:lnTo>
                    <a:pt x="1934523" y="70748"/>
                  </a:lnTo>
                  <a:lnTo>
                    <a:pt x="1547605" y="0"/>
                  </a:lnTo>
                  <a:lnTo>
                    <a:pt x="1547605" y="0"/>
                  </a:lnTo>
                  <a:close/>
                </a:path>
              </a:pathLst>
            </a:custGeom>
            <a:solidFill>
              <a:srgbClr val="0169EE"/>
            </a:solidFill>
            <a:ln cap="flat">
              <a:prstDash val="solid"/>
            </a:ln>
          </p:spPr>
          <p:txBody>
            <a:bodyPr vert="horz" lIns="91440" tIns="45720" rIns="91440" bIns="45720" anchor="ctr">
              <a:normAutofit fontScale="92500" lnSpcReduction="20000"/>
            </a:bodyPr>
            <a:lstStyle/>
            <a:p>
              <a:pPr marL="0" algn="l"/>
              <a:endParaRPr/>
            </a:p>
          </p:txBody>
        </p:sp>
        <p:sp>
          <p:nvSpPr>
            <p:cNvPr id="65" name="Freeform 46">
              <a:extLst>
                <a:ext uri="{FF2B5EF4-FFF2-40B4-BE49-F238E27FC236}">
                  <a16:creationId xmlns:a16="http://schemas.microsoft.com/office/drawing/2014/main" id="{EED1C7F6-A32A-5192-1861-09BE8F6264D8}"/>
                </a:ext>
              </a:extLst>
            </p:cNvPr>
            <p:cNvSpPr/>
            <p:nvPr/>
          </p:nvSpPr>
          <p:spPr>
            <a:xfrm>
              <a:off x="5702529" y="4460525"/>
              <a:ext cx="575728" cy="186669"/>
            </a:xfrm>
            <a:custGeom>
              <a:avLst/>
              <a:gdLst/>
              <a:ahLst/>
              <a:cxnLst/>
              <a:rect l="l" t="t" r="r" b="b"/>
              <a:pathLst>
                <a:path w="912468" h="295851">
                  <a:moveTo>
                    <a:pt x="912468" y="295851"/>
                  </a:moveTo>
                  <a:lnTo>
                    <a:pt x="0" y="162748"/>
                  </a:lnTo>
                  <a:lnTo>
                    <a:pt x="297650" y="0"/>
                  </a:lnTo>
                  <a:lnTo>
                    <a:pt x="912468" y="295851"/>
                  </a:lnTo>
                  <a:lnTo>
                    <a:pt x="912468" y="295851"/>
                  </a:lnTo>
                  <a:close/>
                </a:path>
              </a:pathLst>
            </a:custGeom>
            <a:solidFill>
              <a:srgbClr val="0169EE"/>
            </a:solidFill>
            <a:ln cap="flat">
              <a:prstDash val="solid"/>
            </a:ln>
          </p:spPr>
          <p:txBody>
            <a:bodyPr vert="horz" lIns="91440" tIns="45720" rIns="91440" bIns="45720" anchor="ctr">
              <a:normAutofit fontScale="62500" lnSpcReduction="20000"/>
            </a:bodyPr>
            <a:lstStyle/>
            <a:p>
              <a:pPr marL="0" algn="l"/>
              <a:endParaRPr/>
            </a:p>
          </p:txBody>
        </p:sp>
        <p:sp>
          <p:nvSpPr>
            <p:cNvPr id="66" name="Freeform 47">
              <a:extLst>
                <a:ext uri="{FF2B5EF4-FFF2-40B4-BE49-F238E27FC236}">
                  <a16:creationId xmlns:a16="http://schemas.microsoft.com/office/drawing/2014/main" id="{2A71E76B-A96F-3398-547E-8DAEC371F80E}"/>
                </a:ext>
              </a:extLst>
            </p:cNvPr>
            <p:cNvSpPr/>
            <p:nvPr/>
          </p:nvSpPr>
          <p:spPr>
            <a:xfrm>
              <a:off x="5502703" y="4281548"/>
              <a:ext cx="1679437" cy="624235"/>
            </a:xfrm>
            <a:custGeom>
              <a:avLst/>
              <a:gdLst/>
              <a:ahLst/>
              <a:cxnLst/>
              <a:rect l="l" t="t" r="r" b="b"/>
              <a:pathLst>
                <a:path w="2661729" h="989345">
                  <a:moveTo>
                    <a:pt x="1654061" y="0"/>
                  </a:moveTo>
                  <a:cubicBezTo>
                    <a:pt x="1654061" y="0"/>
                    <a:pt x="2518497" y="50896"/>
                    <a:pt x="2646870" y="440945"/>
                  </a:cubicBezTo>
                  <a:cubicBezTo>
                    <a:pt x="2773445" y="830994"/>
                    <a:pt x="2049772" y="989345"/>
                    <a:pt x="2049772" y="989345"/>
                  </a:cubicBezTo>
                  <a:cubicBezTo>
                    <a:pt x="0" y="989345"/>
                    <a:pt x="0" y="989345"/>
                    <a:pt x="0" y="989345"/>
                  </a:cubicBezTo>
                  <a:cubicBezTo>
                    <a:pt x="0" y="689697"/>
                    <a:pt x="0" y="689697"/>
                    <a:pt x="0" y="689697"/>
                  </a:cubicBezTo>
                  <a:cubicBezTo>
                    <a:pt x="1830532" y="361803"/>
                    <a:pt x="1830532" y="361803"/>
                    <a:pt x="1830532" y="361803"/>
                  </a:cubicBezTo>
                  <a:cubicBezTo>
                    <a:pt x="1379594" y="305244"/>
                    <a:pt x="1379594" y="305244"/>
                    <a:pt x="1379594" y="305244"/>
                  </a:cubicBezTo>
                  <a:cubicBezTo>
                    <a:pt x="1654061" y="0"/>
                    <a:pt x="1654061" y="0"/>
                    <a:pt x="1654061" y="0"/>
                  </a:cubicBezTo>
                </a:path>
              </a:pathLst>
            </a:custGeom>
            <a:solidFill>
              <a:schemeClr val="accent2">
                <a:lumMod val="75000"/>
              </a:schemeClr>
            </a:solidFill>
            <a:ln cap="flat">
              <a:prstDash val="solid"/>
            </a:ln>
          </p:spPr>
          <p:txBody>
            <a:bodyPr vert="horz" lIns="91440" tIns="45720" rIns="91440" bIns="45720" anchor="ctr">
              <a:normAutofit/>
            </a:bodyPr>
            <a:lstStyle/>
            <a:p>
              <a:pPr marL="0" algn="l"/>
              <a:endParaRPr/>
            </a:p>
          </p:txBody>
        </p:sp>
        <p:sp>
          <p:nvSpPr>
            <p:cNvPr id="67" name="Freeform 48">
              <a:extLst>
                <a:ext uri="{FF2B5EF4-FFF2-40B4-BE49-F238E27FC236}">
                  <a16:creationId xmlns:a16="http://schemas.microsoft.com/office/drawing/2014/main" id="{FE376626-7D1F-96D4-28A8-AB819CBEF4F5}"/>
                </a:ext>
              </a:extLst>
            </p:cNvPr>
            <p:cNvSpPr/>
            <p:nvPr/>
          </p:nvSpPr>
          <p:spPr>
            <a:xfrm>
              <a:off x="6166912" y="3711745"/>
              <a:ext cx="595839" cy="869457"/>
            </a:xfrm>
            <a:custGeom>
              <a:avLst/>
              <a:gdLst/>
              <a:ahLst/>
              <a:cxnLst/>
              <a:rect l="l" t="t" r="r" b="b"/>
              <a:pathLst>
                <a:path w="944342" h="1377995">
                  <a:moveTo>
                    <a:pt x="445875" y="0"/>
                  </a:moveTo>
                  <a:cubicBezTo>
                    <a:pt x="445875" y="0"/>
                    <a:pt x="481849" y="46433"/>
                    <a:pt x="588904" y="283926"/>
                  </a:cubicBezTo>
                  <a:cubicBezTo>
                    <a:pt x="588904" y="283926"/>
                    <a:pt x="697758" y="584374"/>
                    <a:pt x="656788" y="839721"/>
                  </a:cubicBezTo>
                  <a:cubicBezTo>
                    <a:pt x="630740" y="1002203"/>
                    <a:pt x="0" y="1041107"/>
                    <a:pt x="0" y="1041107"/>
                  </a:cubicBezTo>
                  <a:cubicBezTo>
                    <a:pt x="0" y="1041107"/>
                    <a:pt x="0" y="1041107"/>
                    <a:pt x="49964" y="1377995"/>
                  </a:cubicBezTo>
                  <a:cubicBezTo>
                    <a:pt x="49964" y="1377995"/>
                    <a:pt x="521153" y="1310245"/>
                    <a:pt x="771038" y="1183737"/>
                  </a:cubicBezTo>
                  <a:cubicBezTo>
                    <a:pt x="1301185" y="918197"/>
                    <a:pt x="445875" y="0"/>
                    <a:pt x="445875" y="0"/>
                  </a:cubicBez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68" name="Freeform 49">
              <a:extLst>
                <a:ext uri="{FF2B5EF4-FFF2-40B4-BE49-F238E27FC236}">
                  <a16:creationId xmlns:a16="http://schemas.microsoft.com/office/drawing/2014/main" id="{C9462CE3-627B-BD1E-4D0E-B006384DB809}"/>
                </a:ext>
              </a:extLst>
            </p:cNvPr>
            <p:cNvSpPr/>
            <p:nvPr/>
          </p:nvSpPr>
          <p:spPr>
            <a:xfrm>
              <a:off x="5758223" y="3704137"/>
              <a:ext cx="271997" cy="342612"/>
            </a:xfrm>
            <a:custGeom>
              <a:avLst/>
              <a:gdLst/>
              <a:ahLst/>
              <a:cxnLst/>
              <a:rect l="l" t="t" r="r" b="b"/>
              <a:pathLst>
                <a:path w="431085" h="543003">
                  <a:moveTo>
                    <a:pt x="431086" y="13923"/>
                  </a:moveTo>
                  <a:cubicBezTo>
                    <a:pt x="431086" y="13923"/>
                    <a:pt x="390116" y="1732"/>
                    <a:pt x="391847" y="0"/>
                  </a:cubicBezTo>
                  <a:cubicBezTo>
                    <a:pt x="391847" y="0"/>
                    <a:pt x="114716" y="244089"/>
                    <a:pt x="0" y="445675"/>
                  </a:cubicBezTo>
                  <a:cubicBezTo>
                    <a:pt x="0" y="445675"/>
                    <a:pt x="76478" y="442211"/>
                    <a:pt x="218974" y="543004"/>
                  </a:cubicBezTo>
                  <a:lnTo>
                    <a:pt x="431086" y="13923"/>
                  </a:lnTo>
                  <a:close/>
                </a:path>
              </a:pathLst>
            </a:custGeom>
            <a:solidFill>
              <a:schemeClr val="accent3"/>
            </a:solidFill>
            <a:ln cap="flat">
              <a:prstDash val="solid"/>
            </a:ln>
          </p:spPr>
          <p:txBody>
            <a:bodyPr vert="horz" lIns="91440" tIns="45720" rIns="91440" bIns="45720" anchor="ctr">
              <a:normAutofit/>
            </a:bodyPr>
            <a:lstStyle/>
            <a:p>
              <a:pPr marL="0" algn="l"/>
              <a:endParaRPr/>
            </a:p>
          </p:txBody>
        </p:sp>
        <p:sp>
          <p:nvSpPr>
            <p:cNvPr id="69" name="Freeform 50">
              <a:extLst>
                <a:ext uri="{FF2B5EF4-FFF2-40B4-BE49-F238E27FC236}">
                  <a16:creationId xmlns:a16="http://schemas.microsoft.com/office/drawing/2014/main" id="{DE62D0A0-B0CE-E087-5766-CC6D36F69289}"/>
                </a:ext>
              </a:extLst>
            </p:cNvPr>
            <p:cNvSpPr/>
            <p:nvPr/>
          </p:nvSpPr>
          <p:spPr>
            <a:xfrm>
              <a:off x="6442439" y="3707374"/>
              <a:ext cx="248962" cy="339376"/>
            </a:xfrm>
            <a:custGeom>
              <a:avLst/>
              <a:gdLst/>
              <a:ahLst/>
              <a:cxnLst/>
              <a:rect l="l" t="t" r="r" b="b"/>
              <a:pathLst>
                <a:path w="394578" h="537874">
                  <a:moveTo>
                    <a:pt x="0" y="0"/>
                  </a:moveTo>
                  <a:cubicBezTo>
                    <a:pt x="0" y="0"/>
                    <a:pt x="0" y="0"/>
                    <a:pt x="0" y="1732"/>
                  </a:cubicBezTo>
                  <a:cubicBezTo>
                    <a:pt x="0" y="1732"/>
                    <a:pt x="0" y="1732"/>
                    <a:pt x="1732" y="1732"/>
                  </a:cubicBezTo>
                  <a:cubicBezTo>
                    <a:pt x="1665" y="1732"/>
                    <a:pt x="1665" y="1732"/>
                    <a:pt x="0" y="0"/>
                  </a:cubicBezTo>
                  <a:cubicBezTo>
                    <a:pt x="0" y="0"/>
                    <a:pt x="279863" y="238959"/>
                    <a:pt x="394579" y="440545"/>
                  </a:cubicBezTo>
                  <a:cubicBezTo>
                    <a:pt x="394579" y="440545"/>
                    <a:pt x="318101" y="437081"/>
                    <a:pt x="175605" y="537874"/>
                  </a:cubicBezTo>
                  <a:lnTo>
                    <a:pt x="0" y="0"/>
                  </a:lnTo>
                  <a:close/>
                </a:path>
              </a:pathLst>
            </a:custGeom>
            <a:solidFill>
              <a:schemeClr val="accent3"/>
            </a:solidFill>
            <a:ln cap="flat">
              <a:prstDash val="solid"/>
            </a:ln>
          </p:spPr>
          <p:txBody>
            <a:bodyPr vert="horz" lIns="91440" tIns="45720" rIns="91440" bIns="45720" anchor="ctr">
              <a:normAutofit/>
            </a:bodyPr>
            <a:lstStyle/>
            <a:p>
              <a:pPr marL="0" algn="l"/>
              <a:endParaRPr/>
            </a:p>
          </p:txBody>
        </p:sp>
        <p:sp>
          <p:nvSpPr>
            <p:cNvPr id="70" name="Freeform 51">
              <a:extLst>
                <a:ext uri="{FF2B5EF4-FFF2-40B4-BE49-F238E27FC236}">
                  <a16:creationId xmlns:a16="http://schemas.microsoft.com/office/drawing/2014/main" id="{419CFDD6-BCF0-3EE9-493C-8D2122E3A226}"/>
                </a:ext>
              </a:extLst>
            </p:cNvPr>
            <p:cNvSpPr/>
            <p:nvPr/>
          </p:nvSpPr>
          <p:spPr>
            <a:xfrm>
              <a:off x="6171386" y="3262354"/>
              <a:ext cx="275859" cy="357490"/>
            </a:xfrm>
            <a:custGeom>
              <a:avLst/>
              <a:gdLst/>
              <a:ahLst/>
              <a:cxnLst/>
              <a:rect l="l" t="t" r="r" b="b"/>
              <a:pathLst>
                <a:path w="437206" h="566584">
                  <a:moveTo>
                    <a:pt x="431055" y="262698"/>
                  </a:moveTo>
                  <a:cubicBezTo>
                    <a:pt x="401144" y="417052"/>
                    <a:pt x="269840" y="587195"/>
                    <a:pt x="152991" y="564545"/>
                  </a:cubicBezTo>
                  <a:cubicBezTo>
                    <a:pt x="36077" y="541895"/>
                    <a:pt x="-22148" y="335045"/>
                    <a:pt x="7764" y="180691"/>
                  </a:cubicBezTo>
                  <a:cubicBezTo>
                    <a:pt x="37675" y="26337"/>
                    <a:pt x="144398" y="-17031"/>
                    <a:pt x="261312" y="5619"/>
                  </a:cubicBezTo>
                  <a:cubicBezTo>
                    <a:pt x="378161" y="28203"/>
                    <a:pt x="460967" y="108278"/>
                    <a:pt x="431055" y="262698"/>
                  </a:cubicBezTo>
                  <a:close/>
                </a:path>
              </a:pathLst>
            </a:custGeom>
            <a:solidFill>
              <a:srgbClr val="F9B3B3"/>
            </a:solidFill>
            <a:ln cap="flat">
              <a:prstDash val="solid"/>
            </a:ln>
          </p:spPr>
          <p:txBody>
            <a:bodyPr vert="horz" lIns="91440" tIns="45720" rIns="91440" bIns="45720" anchor="ctr">
              <a:normAutofit/>
            </a:bodyPr>
            <a:lstStyle/>
            <a:p>
              <a:pPr marL="0" algn="l"/>
              <a:endParaRPr/>
            </a:p>
          </p:txBody>
        </p:sp>
        <p:sp>
          <p:nvSpPr>
            <p:cNvPr id="71" name="Freeform 52">
              <a:extLst>
                <a:ext uri="{FF2B5EF4-FFF2-40B4-BE49-F238E27FC236}">
                  <a16:creationId xmlns:a16="http://schemas.microsoft.com/office/drawing/2014/main" id="{95236ADB-C9E6-6326-456F-4805029D9577}"/>
                </a:ext>
              </a:extLst>
            </p:cNvPr>
            <p:cNvSpPr/>
            <p:nvPr/>
          </p:nvSpPr>
          <p:spPr>
            <a:xfrm>
              <a:off x="6153167" y="3253566"/>
              <a:ext cx="311676" cy="195489"/>
            </a:xfrm>
            <a:custGeom>
              <a:avLst/>
              <a:gdLst/>
              <a:ahLst/>
              <a:cxnLst/>
              <a:rect l="l" t="t" r="r" b="b"/>
              <a:pathLst>
                <a:path w="493973" h="309828">
                  <a:moveTo>
                    <a:pt x="493973" y="220135"/>
                  </a:moveTo>
                  <a:cubicBezTo>
                    <a:pt x="493973" y="220135"/>
                    <a:pt x="466060" y="297145"/>
                    <a:pt x="258478" y="308737"/>
                  </a:cubicBezTo>
                  <a:cubicBezTo>
                    <a:pt x="16655" y="322194"/>
                    <a:pt x="0" y="206811"/>
                    <a:pt x="0" y="206811"/>
                  </a:cubicBezTo>
                  <a:cubicBezTo>
                    <a:pt x="0" y="206811"/>
                    <a:pt x="36906" y="3027"/>
                    <a:pt x="237760" y="29"/>
                  </a:cubicBezTo>
                  <a:cubicBezTo>
                    <a:pt x="438680" y="-2902"/>
                    <a:pt x="493973" y="220135"/>
                    <a:pt x="493973" y="220135"/>
                  </a:cubicBezTo>
                  <a:close/>
                </a:path>
              </a:pathLst>
            </a:custGeom>
            <a:solidFill>
              <a:srgbClr val="000000"/>
            </a:solidFill>
            <a:ln cap="flat">
              <a:prstDash val="solid"/>
            </a:ln>
          </p:spPr>
          <p:txBody>
            <a:bodyPr vert="horz" lIns="91440" tIns="45720" rIns="91440" bIns="45720" anchor="ctr">
              <a:normAutofit fontScale="62500" lnSpcReduction="20000"/>
            </a:bodyPr>
            <a:lstStyle/>
            <a:p>
              <a:pPr marL="0" algn="l"/>
              <a:endParaRPr/>
            </a:p>
          </p:txBody>
        </p:sp>
        <p:sp>
          <p:nvSpPr>
            <p:cNvPr id="72" name="Freeform 53">
              <a:extLst>
                <a:ext uri="{FF2B5EF4-FFF2-40B4-BE49-F238E27FC236}">
                  <a16:creationId xmlns:a16="http://schemas.microsoft.com/office/drawing/2014/main" id="{088D4E03-D82D-75D3-00AB-9C177EABDCC9}"/>
                </a:ext>
              </a:extLst>
            </p:cNvPr>
            <p:cNvSpPr/>
            <p:nvPr/>
          </p:nvSpPr>
          <p:spPr>
            <a:xfrm>
              <a:off x="6354515" y="3358918"/>
              <a:ext cx="132523" cy="116495"/>
            </a:xfrm>
            <a:custGeom>
              <a:avLst/>
              <a:gdLst/>
              <a:ahLst/>
              <a:cxnLst/>
              <a:rect l="l" t="t" r="r" b="b"/>
              <a:pathLst>
                <a:path w="210034" h="184632">
                  <a:moveTo>
                    <a:pt x="158671" y="0"/>
                  </a:moveTo>
                  <a:cubicBezTo>
                    <a:pt x="158671" y="0"/>
                    <a:pt x="260729" y="73346"/>
                    <a:pt x="177123" y="146693"/>
                  </a:cubicBezTo>
                  <a:cubicBezTo>
                    <a:pt x="93451" y="220040"/>
                    <a:pt x="25634" y="175738"/>
                    <a:pt x="2118" y="109320"/>
                  </a:cubicBezTo>
                  <a:cubicBezTo>
                    <a:pt x="-21398" y="42902"/>
                    <a:pt x="158671" y="0"/>
                    <a:pt x="158671" y="0"/>
                  </a:cubicBezTo>
                  <a:close/>
                </a:path>
              </a:pathLst>
            </a:custGeom>
            <a:solidFill>
              <a:srgbClr val="000000"/>
            </a:solidFill>
            <a:ln cap="flat">
              <a:prstDash val="solid"/>
            </a:ln>
          </p:spPr>
          <p:txBody>
            <a:bodyPr vert="horz" lIns="91440" tIns="45720" rIns="91440" bIns="45720" anchor="ctr">
              <a:normAutofit fontScale="25000" lnSpcReduction="20000"/>
            </a:bodyPr>
            <a:lstStyle/>
            <a:p>
              <a:pPr marL="0" algn="l"/>
              <a:endParaRPr/>
            </a:p>
          </p:txBody>
        </p:sp>
        <p:sp>
          <p:nvSpPr>
            <p:cNvPr id="73" name="Freeform 54">
              <a:extLst>
                <a:ext uri="{FF2B5EF4-FFF2-40B4-BE49-F238E27FC236}">
                  <a16:creationId xmlns:a16="http://schemas.microsoft.com/office/drawing/2014/main" id="{689513A7-5A22-ECE3-2536-515DDBD36562}"/>
                </a:ext>
              </a:extLst>
            </p:cNvPr>
            <p:cNvSpPr/>
            <p:nvPr/>
          </p:nvSpPr>
          <p:spPr>
            <a:xfrm>
              <a:off x="6126686" y="3396328"/>
              <a:ext cx="89446" cy="89446"/>
            </a:xfrm>
            <a:custGeom>
              <a:avLst/>
              <a:gdLst/>
              <a:ahLst/>
              <a:cxnLst/>
              <a:rect l="l" t="t" r="r" b="b"/>
              <a:pathLst>
                <a:path w="141763" h="141763">
                  <a:moveTo>
                    <a:pt x="141763" y="70882"/>
                  </a:moveTo>
                  <a:cubicBezTo>
                    <a:pt x="141763" y="110029"/>
                    <a:pt x="110028" y="141763"/>
                    <a:pt x="70881" y="141763"/>
                  </a:cubicBezTo>
                  <a:cubicBezTo>
                    <a:pt x="31735" y="141763"/>
                    <a:pt x="0" y="110029"/>
                    <a:pt x="0" y="70882"/>
                  </a:cubicBezTo>
                  <a:cubicBezTo>
                    <a:pt x="0" y="31735"/>
                    <a:pt x="31734" y="0"/>
                    <a:pt x="70881" y="0"/>
                  </a:cubicBezTo>
                  <a:cubicBezTo>
                    <a:pt x="110028" y="0"/>
                    <a:pt x="141763" y="31735"/>
                    <a:pt x="141763" y="70882"/>
                  </a:cubicBezTo>
                  <a:close/>
                </a:path>
              </a:pathLst>
            </a:custGeom>
            <a:solidFill>
              <a:srgbClr val="F9B3B3"/>
            </a:solidFill>
            <a:ln cap="flat">
              <a:prstDash val="solid"/>
            </a:ln>
          </p:spPr>
          <p:txBody>
            <a:bodyPr vert="horz" lIns="91440" tIns="45720" rIns="91440" bIns="45720" anchor="ctr">
              <a:normAutofit fontScale="25000" lnSpcReduction="20000"/>
            </a:bodyPr>
            <a:lstStyle/>
            <a:p>
              <a:pPr marL="0" algn="l"/>
              <a:endParaRPr/>
            </a:p>
          </p:txBody>
        </p:sp>
        <p:sp>
          <p:nvSpPr>
            <p:cNvPr id="74" name="Freeform 55">
              <a:extLst>
                <a:ext uri="{FF2B5EF4-FFF2-40B4-BE49-F238E27FC236}">
                  <a16:creationId xmlns:a16="http://schemas.microsoft.com/office/drawing/2014/main" id="{DB8DB5B0-2272-E284-6231-B3624C4BC029}"/>
                </a:ext>
              </a:extLst>
            </p:cNvPr>
            <p:cNvSpPr/>
            <p:nvPr/>
          </p:nvSpPr>
          <p:spPr>
            <a:xfrm>
              <a:off x="6152985" y="3384054"/>
              <a:ext cx="211744" cy="101722"/>
            </a:xfrm>
            <a:custGeom>
              <a:avLst/>
              <a:gdLst/>
              <a:ahLst/>
              <a:cxnLst/>
              <a:rect l="l" t="t" r="r" b="b"/>
              <a:pathLst>
                <a:path w="335593" h="161219">
                  <a:moveTo>
                    <a:pt x="421" y="0"/>
                  </a:moveTo>
                  <a:cubicBezTo>
                    <a:pt x="421" y="0"/>
                    <a:pt x="-8106" y="81807"/>
                    <a:pt x="51584" y="127840"/>
                  </a:cubicBezTo>
                  <a:cubicBezTo>
                    <a:pt x="111274" y="173873"/>
                    <a:pt x="240846" y="177870"/>
                    <a:pt x="324318" y="104257"/>
                  </a:cubicBezTo>
                  <a:cubicBezTo>
                    <a:pt x="407791" y="30644"/>
                    <a:pt x="421" y="0"/>
                    <a:pt x="421" y="0"/>
                  </a:cubicBezTo>
                  <a:close/>
                </a:path>
              </a:pathLst>
            </a:custGeom>
            <a:solidFill>
              <a:srgbClr val="000000"/>
            </a:solidFill>
            <a:ln cap="flat">
              <a:prstDash val="solid"/>
            </a:ln>
          </p:spPr>
          <p:txBody>
            <a:bodyPr vert="horz" lIns="91440" tIns="45720" rIns="91440" bIns="45720" anchor="ctr">
              <a:normAutofit fontScale="25000" lnSpcReduction="20000"/>
            </a:bodyPr>
            <a:lstStyle/>
            <a:p>
              <a:pPr marL="0" algn="l"/>
              <a:endParaRPr/>
            </a:p>
          </p:txBody>
        </p:sp>
        <p:sp>
          <p:nvSpPr>
            <p:cNvPr id="75" name="Freeform 56">
              <a:extLst>
                <a:ext uri="{FF2B5EF4-FFF2-40B4-BE49-F238E27FC236}">
                  <a16:creationId xmlns:a16="http://schemas.microsoft.com/office/drawing/2014/main" id="{697AB26B-164C-FCE7-9327-C7D4294E5C19}"/>
                </a:ext>
              </a:extLst>
            </p:cNvPr>
            <p:cNvSpPr/>
            <p:nvPr/>
          </p:nvSpPr>
          <p:spPr>
            <a:xfrm>
              <a:off x="6798040" y="2986168"/>
              <a:ext cx="1241618" cy="1126616"/>
            </a:xfrm>
            <a:custGeom>
              <a:avLst/>
              <a:gdLst/>
              <a:ahLst/>
              <a:cxnLst/>
              <a:rect l="l" t="t" r="r" b="b"/>
              <a:pathLst>
                <a:path w="1967831" h="1785564">
                  <a:moveTo>
                    <a:pt x="1921532" y="1785565"/>
                  </a:moveTo>
                  <a:lnTo>
                    <a:pt x="46300" y="1785565"/>
                  </a:lnTo>
                  <a:cubicBezTo>
                    <a:pt x="20719" y="1785565"/>
                    <a:pt x="0" y="1764846"/>
                    <a:pt x="0" y="1739265"/>
                  </a:cubicBezTo>
                  <a:lnTo>
                    <a:pt x="0" y="46300"/>
                  </a:lnTo>
                  <a:cubicBezTo>
                    <a:pt x="0" y="20718"/>
                    <a:pt x="20719" y="0"/>
                    <a:pt x="46300" y="0"/>
                  </a:cubicBezTo>
                  <a:lnTo>
                    <a:pt x="1921532" y="0"/>
                  </a:lnTo>
                  <a:cubicBezTo>
                    <a:pt x="1947114" y="0"/>
                    <a:pt x="1967832" y="20718"/>
                    <a:pt x="1967832" y="46300"/>
                  </a:cubicBezTo>
                  <a:lnTo>
                    <a:pt x="1967832" y="1739265"/>
                  </a:lnTo>
                  <a:cubicBezTo>
                    <a:pt x="1967832" y="1764846"/>
                    <a:pt x="1947114" y="1785565"/>
                    <a:pt x="1921532" y="1785565"/>
                  </a:cubicBezTo>
                  <a:close/>
                </a:path>
              </a:pathLst>
            </a:custGeom>
            <a:solidFill>
              <a:schemeClr val="accent2">
                <a:lumMod val="75000"/>
              </a:schemeClr>
            </a:solidFill>
            <a:ln cap="flat">
              <a:prstDash val="solid"/>
            </a:ln>
          </p:spPr>
          <p:txBody>
            <a:bodyPr vert="horz" lIns="91440" tIns="45720" rIns="91440" bIns="45720" anchor="ctr">
              <a:normAutofit/>
            </a:bodyPr>
            <a:lstStyle/>
            <a:p>
              <a:pPr marL="0" algn="l"/>
              <a:endParaRPr/>
            </a:p>
          </p:txBody>
        </p:sp>
        <p:sp>
          <p:nvSpPr>
            <p:cNvPr id="76" name="Freeform 57">
              <a:extLst>
                <a:ext uri="{FF2B5EF4-FFF2-40B4-BE49-F238E27FC236}">
                  <a16:creationId xmlns:a16="http://schemas.microsoft.com/office/drawing/2014/main" id="{756C7B2D-7E32-A6D1-BB1C-5CDF8FB6D95C}"/>
                </a:ext>
              </a:extLst>
            </p:cNvPr>
            <p:cNvSpPr/>
            <p:nvPr/>
          </p:nvSpPr>
          <p:spPr>
            <a:xfrm>
              <a:off x="6846463" y="3221050"/>
              <a:ext cx="1193195" cy="891818"/>
            </a:xfrm>
            <a:custGeom>
              <a:avLst/>
              <a:gdLst/>
              <a:ahLst/>
              <a:cxnLst/>
              <a:rect l="l" t="t" r="r" b="b"/>
              <a:pathLst>
                <a:path w="1891087" h="1413435">
                  <a:moveTo>
                    <a:pt x="1891088" y="1367003"/>
                  </a:moveTo>
                  <a:lnTo>
                    <a:pt x="1891088" y="96996"/>
                  </a:lnTo>
                  <a:lnTo>
                    <a:pt x="1818075" y="23982"/>
                  </a:lnTo>
                  <a:cubicBezTo>
                    <a:pt x="1802685" y="8594"/>
                    <a:pt x="1781834" y="0"/>
                    <a:pt x="1760117" y="0"/>
                  </a:cubicBezTo>
                  <a:lnTo>
                    <a:pt x="35175" y="0"/>
                  </a:lnTo>
                  <a:cubicBezTo>
                    <a:pt x="16121" y="0"/>
                    <a:pt x="666" y="15455"/>
                    <a:pt x="666" y="34508"/>
                  </a:cubicBezTo>
                  <a:lnTo>
                    <a:pt x="0" y="901343"/>
                  </a:lnTo>
                  <a:cubicBezTo>
                    <a:pt x="0" y="919396"/>
                    <a:pt x="7195" y="936784"/>
                    <a:pt x="19919" y="949574"/>
                  </a:cubicBezTo>
                  <a:lnTo>
                    <a:pt x="483781" y="1413436"/>
                  </a:lnTo>
                  <a:lnTo>
                    <a:pt x="1844788" y="1413436"/>
                  </a:lnTo>
                  <a:cubicBezTo>
                    <a:pt x="1870370" y="1413303"/>
                    <a:pt x="1891088" y="1392584"/>
                    <a:pt x="1891088" y="1367003"/>
                  </a:cubicBezTo>
                  <a:close/>
                </a:path>
              </a:pathLst>
            </a:custGeom>
            <a:solidFill>
              <a:srgbClr val="0169EE"/>
            </a:solidFill>
            <a:ln cap="flat">
              <a:prstDash val="solid"/>
            </a:ln>
          </p:spPr>
          <p:txBody>
            <a:bodyPr vert="horz" lIns="91440" tIns="45720" rIns="91440" bIns="45720" anchor="ctr">
              <a:normAutofit/>
            </a:bodyPr>
            <a:lstStyle/>
            <a:p>
              <a:pPr marL="0" algn="l"/>
              <a:endParaRPr/>
            </a:p>
          </p:txBody>
        </p:sp>
        <p:grpSp>
          <p:nvGrpSpPr>
            <p:cNvPr id="77" name="Group 58">
              <a:extLst>
                <a:ext uri="{FF2B5EF4-FFF2-40B4-BE49-F238E27FC236}">
                  <a16:creationId xmlns:a16="http://schemas.microsoft.com/office/drawing/2014/main" id="{F8CDAFF2-BCB6-F6E8-38F8-7E0832332EF8}"/>
                </a:ext>
              </a:extLst>
            </p:cNvPr>
            <p:cNvGrpSpPr/>
            <p:nvPr/>
          </p:nvGrpSpPr>
          <p:grpSpPr>
            <a:xfrm>
              <a:off x="6843690" y="3221012"/>
              <a:ext cx="1131575" cy="594520"/>
              <a:chOff x="7309848" y="2614859"/>
              <a:chExt cx="1793424" cy="942246"/>
            </a:xfrm>
          </p:grpSpPr>
          <p:sp>
            <p:nvSpPr>
              <p:cNvPr id="94" name="Freeform 59">
                <a:extLst>
                  <a:ext uri="{FF2B5EF4-FFF2-40B4-BE49-F238E27FC236}">
                    <a16:creationId xmlns:a16="http://schemas.microsoft.com/office/drawing/2014/main" id="{616EDAE4-7FF5-F8C9-BB4D-26F5863A74ED}"/>
                  </a:ext>
                </a:extLst>
              </p:cNvPr>
              <p:cNvSpPr/>
              <p:nvPr/>
            </p:nvSpPr>
            <p:spPr>
              <a:xfrm>
                <a:off x="7309848" y="2614859"/>
                <a:ext cx="1054497" cy="750585"/>
              </a:xfrm>
              <a:custGeom>
                <a:avLst/>
                <a:gdLst/>
                <a:ahLst/>
                <a:cxnLst/>
                <a:rect l="l" t="t" r="r" b="b"/>
                <a:pathLst>
                  <a:path w="1054497" h="750585">
                    <a:moveTo>
                      <a:pt x="1024386" y="750586"/>
                    </a:moveTo>
                    <a:lnTo>
                      <a:pt x="30178" y="750586"/>
                    </a:lnTo>
                    <a:cubicBezTo>
                      <a:pt x="13523" y="750586"/>
                      <a:pt x="0" y="737063"/>
                      <a:pt x="0" y="720408"/>
                    </a:cubicBezTo>
                    <a:lnTo>
                      <a:pt x="0" y="30178"/>
                    </a:lnTo>
                    <a:cubicBezTo>
                      <a:pt x="0" y="13524"/>
                      <a:pt x="13523" y="0"/>
                      <a:pt x="30178" y="0"/>
                    </a:cubicBezTo>
                    <a:lnTo>
                      <a:pt x="1024319" y="0"/>
                    </a:lnTo>
                    <a:cubicBezTo>
                      <a:pt x="1040974" y="0"/>
                      <a:pt x="1054498" y="13524"/>
                      <a:pt x="1054498" y="30178"/>
                    </a:cubicBezTo>
                    <a:lnTo>
                      <a:pt x="1054498" y="720475"/>
                    </a:lnTo>
                    <a:cubicBezTo>
                      <a:pt x="1054498" y="737129"/>
                      <a:pt x="1041041" y="750586"/>
                      <a:pt x="1024386" y="750586"/>
                    </a:cubicBez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95" name="Freeform 60">
                <a:extLst>
                  <a:ext uri="{FF2B5EF4-FFF2-40B4-BE49-F238E27FC236}">
                    <a16:creationId xmlns:a16="http://schemas.microsoft.com/office/drawing/2014/main" id="{AB499C71-E306-0539-8A63-C74051567FE2}"/>
                  </a:ext>
                </a:extLst>
              </p:cNvPr>
              <p:cNvSpPr/>
              <p:nvPr/>
            </p:nvSpPr>
            <p:spPr>
              <a:xfrm>
                <a:off x="8398920" y="2614859"/>
                <a:ext cx="704352" cy="354474"/>
              </a:xfrm>
              <a:custGeom>
                <a:avLst/>
                <a:gdLst/>
                <a:ahLst/>
                <a:cxnLst/>
                <a:rect l="l" t="t" r="r" b="b"/>
                <a:pathLst>
                  <a:path w="704352" h="354474">
                    <a:moveTo>
                      <a:pt x="674175" y="354475"/>
                    </a:moveTo>
                    <a:lnTo>
                      <a:pt x="30178" y="354475"/>
                    </a:lnTo>
                    <a:cubicBezTo>
                      <a:pt x="13523" y="354475"/>
                      <a:pt x="0" y="340951"/>
                      <a:pt x="0" y="324297"/>
                    </a:cubicBezTo>
                    <a:lnTo>
                      <a:pt x="0" y="30178"/>
                    </a:lnTo>
                    <a:cubicBezTo>
                      <a:pt x="0" y="13524"/>
                      <a:pt x="13523" y="0"/>
                      <a:pt x="30178" y="0"/>
                    </a:cubicBezTo>
                    <a:lnTo>
                      <a:pt x="674175" y="0"/>
                    </a:lnTo>
                    <a:cubicBezTo>
                      <a:pt x="690830" y="0"/>
                      <a:pt x="704353" y="13524"/>
                      <a:pt x="704353" y="30178"/>
                    </a:cubicBezTo>
                    <a:lnTo>
                      <a:pt x="704353" y="324297"/>
                    </a:lnTo>
                    <a:cubicBezTo>
                      <a:pt x="704353" y="340951"/>
                      <a:pt x="690830" y="354475"/>
                      <a:pt x="674175" y="354475"/>
                    </a:cubicBezTo>
                    <a:close/>
                  </a:path>
                </a:pathLst>
              </a:custGeom>
              <a:solidFill>
                <a:srgbClr val="FFFFFF"/>
              </a:solidFill>
              <a:ln cap="flat">
                <a:prstDash val="solid"/>
              </a:ln>
            </p:spPr>
            <p:txBody>
              <a:bodyPr vert="horz" lIns="91440" tIns="45720" rIns="91440" bIns="45720" anchor="ctr">
                <a:normAutofit fontScale="85000" lnSpcReduction="20000"/>
              </a:bodyPr>
              <a:lstStyle/>
              <a:p>
                <a:pPr marL="0" algn="l"/>
                <a:endParaRPr/>
              </a:p>
            </p:txBody>
          </p:sp>
          <p:sp>
            <p:nvSpPr>
              <p:cNvPr id="96" name="Freeform 61">
                <a:extLst>
                  <a:ext uri="{FF2B5EF4-FFF2-40B4-BE49-F238E27FC236}">
                    <a16:creationId xmlns:a16="http://schemas.microsoft.com/office/drawing/2014/main" id="{13CB7A19-907A-457F-A96A-E9BD5547E072}"/>
                  </a:ext>
                </a:extLst>
              </p:cNvPr>
              <p:cNvSpPr/>
              <p:nvPr/>
            </p:nvSpPr>
            <p:spPr>
              <a:xfrm>
                <a:off x="8398920" y="3010971"/>
                <a:ext cx="704352" cy="354474"/>
              </a:xfrm>
              <a:custGeom>
                <a:avLst/>
                <a:gdLst/>
                <a:ahLst/>
                <a:cxnLst/>
                <a:rect l="l" t="t" r="r" b="b"/>
                <a:pathLst>
                  <a:path w="704352" h="354474">
                    <a:moveTo>
                      <a:pt x="674175" y="354475"/>
                    </a:moveTo>
                    <a:lnTo>
                      <a:pt x="30178" y="354475"/>
                    </a:lnTo>
                    <a:cubicBezTo>
                      <a:pt x="13523" y="354475"/>
                      <a:pt x="0" y="340951"/>
                      <a:pt x="0" y="324297"/>
                    </a:cubicBezTo>
                    <a:lnTo>
                      <a:pt x="0" y="30178"/>
                    </a:lnTo>
                    <a:cubicBezTo>
                      <a:pt x="0" y="13523"/>
                      <a:pt x="13523" y="0"/>
                      <a:pt x="30178" y="0"/>
                    </a:cubicBezTo>
                    <a:lnTo>
                      <a:pt x="674175" y="0"/>
                    </a:lnTo>
                    <a:cubicBezTo>
                      <a:pt x="690830" y="0"/>
                      <a:pt x="704353" y="13523"/>
                      <a:pt x="704353" y="30178"/>
                    </a:cubicBezTo>
                    <a:lnTo>
                      <a:pt x="704353" y="324297"/>
                    </a:lnTo>
                    <a:cubicBezTo>
                      <a:pt x="704353" y="341018"/>
                      <a:pt x="690830" y="354475"/>
                      <a:pt x="674175" y="354475"/>
                    </a:cubicBezTo>
                    <a:close/>
                  </a:path>
                </a:pathLst>
              </a:custGeom>
              <a:solidFill>
                <a:srgbClr val="FFFFFF"/>
              </a:solidFill>
              <a:ln cap="flat">
                <a:prstDash val="solid"/>
              </a:ln>
            </p:spPr>
            <p:txBody>
              <a:bodyPr vert="horz" lIns="91440" tIns="45720" rIns="91440" bIns="45720" anchor="ctr">
                <a:normAutofit fontScale="85000" lnSpcReduction="20000"/>
              </a:bodyPr>
              <a:lstStyle/>
              <a:p>
                <a:pPr marL="0" algn="l"/>
                <a:endParaRPr/>
              </a:p>
            </p:txBody>
          </p:sp>
          <p:sp>
            <p:nvSpPr>
              <p:cNvPr id="97" name="Freeform 62">
                <a:extLst>
                  <a:ext uri="{FF2B5EF4-FFF2-40B4-BE49-F238E27FC236}">
                    <a16:creationId xmlns:a16="http://schemas.microsoft.com/office/drawing/2014/main" id="{DBA714F3-8B11-66DC-6356-C56C8A67EDC0}"/>
                  </a:ext>
                </a:extLst>
              </p:cNvPr>
              <p:cNvSpPr/>
              <p:nvPr/>
            </p:nvSpPr>
            <p:spPr>
              <a:xfrm>
                <a:off x="7780238" y="2919249"/>
                <a:ext cx="164962" cy="183377"/>
              </a:xfrm>
              <a:custGeom>
                <a:avLst/>
                <a:gdLst/>
                <a:ahLst/>
                <a:cxnLst/>
                <a:rect l="l" t="t" r="r" b="b"/>
                <a:pathLst>
                  <a:path w="164962" h="183377">
                    <a:moveTo>
                      <a:pt x="153421" y="71737"/>
                    </a:moveTo>
                    <a:lnTo>
                      <a:pt x="34641" y="3120"/>
                    </a:lnTo>
                    <a:cubicBezTo>
                      <a:pt x="19253" y="-5740"/>
                      <a:pt x="0" y="5318"/>
                      <a:pt x="0" y="23105"/>
                    </a:cubicBezTo>
                    <a:lnTo>
                      <a:pt x="0" y="160272"/>
                    </a:lnTo>
                    <a:cubicBezTo>
                      <a:pt x="0" y="178059"/>
                      <a:pt x="19253" y="189118"/>
                      <a:pt x="34641" y="180257"/>
                    </a:cubicBezTo>
                    <a:lnTo>
                      <a:pt x="153421" y="111641"/>
                    </a:lnTo>
                    <a:cubicBezTo>
                      <a:pt x="168810" y="102847"/>
                      <a:pt x="168810" y="80663"/>
                      <a:pt x="153421" y="71737"/>
                    </a:cubicBezTo>
                    <a:close/>
                  </a:path>
                </a:pathLst>
              </a:custGeom>
              <a:solidFill>
                <a:srgbClr val="FFCE00"/>
              </a:solidFill>
              <a:ln cap="flat">
                <a:prstDash val="solid"/>
              </a:ln>
            </p:spPr>
            <p:txBody>
              <a:bodyPr vert="horz" lIns="91440" tIns="45720" rIns="91440" bIns="45720" anchor="ctr">
                <a:normAutofit fontScale="25000" lnSpcReduction="20000"/>
              </a:bodyPr>
              <a:lstStyle/>
              <a:p>
                <a:pPr marL="0" algn="l"/>
                <a:endParaRPr/>
              </a:p>
            </p:txBody>
          </p:sp>
          <p:sp>
            <p:nvSpPr>
              <p:cNvPr id="98" name="Freeform 63">
                <a:extLst>
                  <a:ext uri="{FF2B5EF4-FFF2-40B4-BE49-F238E27FC236}">
                    <a16:creationId xmlns:a16="http://schemas.microsoft.com/office/drawing/2014/main" id="{DC174A69-3C56-50D8-6E18-518FD3B7E9BB}"/>
                  </a:ext>
                </a:extLst>
              </p:cNvPr>
              <p:cNvSpPr/>
              <p:nvPr/>
            </p:nvSpPr>
            <p:spPr>
              <a:xfrm>
                <a:off x="7315977" y="3407215"/>
                <a:ext cx="1787230" cy="149890"/>
              </a:xfrm>
              <a:custGeom>
                <a:avLst/>
                <a:gdLst/>
                <a:ahLst/>
                <a:cxnLst/>
                <a:rect l="l" t="t" r="r" b="b"/>
                <a:pathLst>
                  <a:path w="1787230" h="149890">
                    <a:moveTo>
                      <a:pt x="1758584" y="149891"/>
                    </a:moveTo>
                    <a:lnTo>
                      <a:pt x="28646" y="149891"/>
                    </a:lnTo>
                    <a:cubicBezTo>
                      <a:pt x="12791" y="149891"/>
                      <a:pt x="0" y="137033"/>
                      <a:pt x="0" y="121245"/>
                    </a:cubicBezTo>
                    <a:lnTo>
                      <a:pt x="0" y="28646"/>
                    </a:lnTo>
                    <a:cubicBezTo>
                      <a:pt x="0" y="12791"/>
                      <a:pt x="12857" y="0"/>
                      <a:pt x="28646" y="0"/>
                    </a:cubicBezTo>
                    <a:lnTo>
                      <a:pt x="1758584" y="0"/>
                    </a:lnTo>
                    <a:cubicBezTo>
                      <a:pt x="1774439" y="0"/>
                      <a:pt x="1787230" y="12857"/>
                      <a:pt x="1787230" y="28646"/>
                    </a:cubicBezTo>
                    <a:lnTo>
                      <a:pt x="1787230" y="121245"/>
                    </a:lnTo>
                    <a:cubicBezTo>
                      <a:pt x="1787297" y="137033"/>
                      <a:pt x="1774439" y="149891"/>
                      <a:pt x="1758584" y="149891"/>
                    </a:cubicBezTo>
                    <a:close/>
                  </a:path>
                </a:pathLst>
              </a:custGeom>
              <a:solidFill>
                <a:srgbClr val="FFCE00"/>
              </a:solidFill>
              <a:ln cap="flat">
                <a:prstDash val="solid"/>
              </a:ln>
            </p:spPr>
            <p:txBody>
              <a:bodyPr vert="horz" lIns="91440" tIns="45720" rIns="91440" bIns="45720" anchor="ctr">
                <a:normAutofit fontScale="25000" lnSpcReduction="20000"/>
              </a:bodyPr>
              <a:lstStyle/>
              <a:p>
                <a:pPr marL="0" algn="l"/>
                <a:endParaRPr/>
              </a:p>
            </p:txBody>
          </p:sp>
        </p:grpSp>
        <p:sp>
          <p:nvSpPr>
            <p:cNvPr id="78" name="Freeform 64">
              <a:extLst>
                <a:ext uri="{FF2B5EF4-FFF2-40B4-BE49-F238E27FC236}">
                  <a16:creationId xmlns:a16="http://schemas.microsoft.com/office/drawing/2014/main" id="{5C424F1F-8189-E777-1249-BE319D484A20}"/>
                </a:ext>
              </a:extLst>
            </p:cNvPr>
            <p:cNvSpPr/>
            <p:nvPr/>
          </p:nvSpPr>
          <p:spPr>
            <a:xfrm>
              <a:off x="5288419" y="3072841"/>
              <a:ext cx="332693" cy="135010"/>
            </a:xfrm>
            <a:custGeom>
              <a:avLst/>
              <a:gdLst/>
              <a:ahLst/>
              <a:cxnLst/>
              <a:rect l="l" t="t" r="r" b="b"/>
              <a:pathLst>
                <a:path w="527282" h="213977">
                  <a:moveTo>
                    <a:pt x="489643" y="213977"/>
                  </a:moveTo>
                  <a:lnTo>
                    <a:pt x="37639" y="213977"/>
                  </a:lnTo>
                  <a:cubicBezTo>
                    <a:pt x="16854" y="213977"/>
                    <a:pt x="0" y="197123"/>
                    <a:pt x="0" y="176338"/>
                  </a:cubicBezTo>
                  <a:lnTo>
                    <a:pt x="0" y="37639"/>
                  </a:lnTo>
                  <a:cubicBezTo>
                    <a:pt x="0" y="16854"/>
                    <a:pt x="16854" y="0"/>
                    <a:pt x="37639" y="0"/>
                  </a:cubicBezTo>
                  <a:lnTo>
                    <a:pt x="489643" y="0"/>
                  </a:lnTo>
                  <a:cubicBezTo>
                    <a:pt x="510428" y="0"/>
                    <a:pt x="527282" y="16854"/>
                    <a:pt x="527282" y="37639"/>
                  </a:cubicBezTo>
                  <a:lnTo>
                    <a:pt x="527282" y="176338"/>
                  </a:lnTo>
                  <a:cubicBezTo>
                    <a:pt x="527282" y="197123"/>
                    <a:pt x="510428" y="213977"/>
                    <a:pt x="489643" y="213977"/>
                  </a:cubicBezTo>
                  <a:close/>
                </a:path>
              </a:pathLst>
            </a:custGeom>
            <a:solidFill>
              <a:srgbClr val="DEF0F4"/>
            </a:solidFill>
            <a:ln cap="flat">
              <a:prstDash val="solid"/>
            </a:ln>
          </p:spPr>
          <p:txBody>
            <a:bodyPr vert="horz" lIns="91440" tIns="45720" rIns="91440" bIns="45720" anchor="ctr">
              <a:normAutofit fontScale="32500" lnSpcReduction="20000"/>
            </a:bodyPr>
            <a:lstStyle/>
            <a:p>
              <a:pPr marL="0" algn="l"/>
              <a:endParaRPr/>
            </a:p>
          </p:txBody>
        </p:sp>
        <p:sp>
          <p:nvSpPr>
            <p:cNvPr id="79" name="Freeform 65">
              <a:extLst>
                <a:ext uri="{FF2B5EF4-FFF2-40B4-BE49-F238E27FC236}">
                  <a16:creationId xmlns:a16="http://schemas.microsoft.com/office/drawing/2014/main" id="{B12C6403-E007-2DF0-9CC8-DB550CB9DFA4}"/>
                </a:ext>
              </a:extLst>
            </p:cNvPr>
            <p:cNvSpPr/>
            <p:nvPr/>
          </p:nvSpPr>
          <p:spPr>
            <a:xfrm>
              <a:off x="4757288" y="4235732"/>
              <a:ext cx="271198" cy="370900"/>
            </a:xfrm>
            <a:custGeom>
              <a:avLst/>
              <a:gdLst/>
              <a:ahLst/>
              <a:cxnLst/>
              <a:rect l="l" t="t" r="r" b="b"/>
              <a:pathLst>
                <a:path w="429819" h="587837">
                  <a:moveTo>
                    <a:pt x="399975" y="587838"/>
                  </a:moveTo>
                  <a:lnTo>
                    <a:pt x="29845" y="587838"/>
                  </a:lnTo>
                  <a:cubicBezTo>
                    <a:pt x="13390" y="587838"/>
                    <a:pt x="0" y="574514"/>
                    <a:pt x="0" y="557993"/>
                  </a:cubicBezTo>
                  <a:lnTo>
                    <a:pt x="0" y="29845"/>
                  </a:lnTo>
                  <a:cubicBezTo>
                    <a:pt x="0" y="13390"/>
                    <a:pt x="13324" y="0"/>
                    <a:pt x="29845" y="0"/>
                  </a:cubicBezTo>
                  <a:lnTo>
                    <a:pt x="399975" y="0"/>
                  </a:lnTo>
                  <a:cubicBezTo>
                    <a:pt x="416430" y="0"/>
                    <a:pt x="429820" y="13324"/>
                    <a:pt x="429820" y="29845"/>
                  </a:cubicBezTo>
                  <a:lnTo>
                    <a:pt x="429820" y="557993"/>
                  </a:lnTo>
                  <a:cubicBezTo>
                    <a:pt x="429753" y="574514"/>
                    <a:pt x="416430" y="587838"/>
                    <a:pt x="399975" y="587838"/>
                  </a:cubicBezTo>
                  <a:close/>
                </a:path>
              </a:pathLst>
            </a:custGeom>
            <a:solidFill>
              <a:schemeClr val="accent1">
                <a:lumMod val="60000"/>
                <a:lumOff val="40000"/>
              </a:schemeClr>
            </a:solidFill>
            <a:ln cap="flat">
              <a:prstDash val="solid"/>
            </a:ln>
          </p:spPr>
          <p:txBody>
            <a:bodyPr vert="horz" lIns="91440" tIns="45720" rIns="91440" bIns="45720" anchor="ctr">
              <a:normAutofit/>
            </a:bodyPr>
            <a:lstStyle/>
            <a:p>
              <a:pPr marL="0" algn="l"/>
              <a:endParaRPr/>
            </a:p>
          </p:txBody>
        </p:sp>
        <p:sp>
          <p:nvSpPr>
            <p:cNvPr id="80" name="Freeform 66">
              <a:extLst>
                <a:ext uri="{FF2B5EF4-FFF2-40B4-BE49-F238E27FC236}">
                  <a16:creationId xmlns:a16="http://schemas.microsoft.com/office/drawing/2014/main" id="{CAD3D2EF-A4EA-8FEF-2167-1895D7517BB2}"/>
                </a:ext>
              </a:extLst>
            </p:cNvPr>
            <p:cNvSpPr/>
            <p:nvPr/>
          </p:nvSpPr>
          <p:spPr>
            <a:xfrm>
              <a:off x="4757287" y="4235772"/>
              <a:ext cx="271198" cy="370859"/>
            </a:xfrm>
            <a:custGeom>
              <a:avLst/>
              <a:gdLst/>
              <a:ahLst/>
              <a:cxnLst/>
              <a:rect l="l" t="t" r="r" b="b"/>
              <a:pathLst>
                <a:path w="429819" h="587771">
                  <a:moveTo>
                    <a:pt x="399975" y="0"/>
                  </a:moveTo>
                  <a:lnTo>
                    <a:pt x="370730" y="0"/>
                  </a:lnTo>
                  <a:lnTo>
                    <a:pt x="370730" y="152755"/>
                  </a:lnTo>
                  <a:cubicBezTo>
                    <a:pt x="370730" y="353875"/>
                    <a:pt x="207715" y="516890"/>
                    <a:pt x="6595" y="516890"/>
                  </a:cubicBezTo>
                  <a:lnTo>
                    <a:pt x="0" y="516890"/>
                  </a:lnTo>
                  <a:lnTo>
                    <a:pt x="0" y="557926"/>
                  </a:lnTo>
                  <a:cubicBezTo>
                    <a:pt x="0" y="574381"/>
                    <a:pt x="13324" y="587771"/>
                    <a:pt x="29845" y="587771"/>
                  </a:cubicBezTo>
                  <a:lnTo>
                    <a:pt x="399975" y="587771"/>
                  </a:lnTo>
                  <a:cubicBezTo>
                    <a:pt x="416430" y="587771"/>
                    <a:pt x="429820" y="574448"/>
                    <a:pt x="429820" y="557926"/>
                  </a:cubicBezTo>
                  <a:lnTo>
                    <a:pt x="429820" y="29778"/>
                  </a:lnTo>
                  <a:cubicBezTo>
                    <a:pt x="429753" y="13390"/>
                    <a:pt x="416430" y="0"/>
                    <a:pt x="399975" y="0"/>
                  </a:cubicBezTo>
                  <a:close/>
                </a:path>
              </a:pathLst>
            </a:custGeom>
            <a:solidFill>
              <a:schemeClr val="accent1"/>
            </a:solidFill>
            <a:ln cap="flat">
              <a:prstDash val="solid"/>
            </a:ln>
          </p:spPr>
          <p:txBody>
            <a:bodyPr vert="horz" lIns="91440" tIns="45720" rIns="91440" bIns="45720" anchor="ctr">
              <a:normAutofit/>
            </a:bodyPr>
            <a:lstStyle/>
            <a:p>
              <a:pPr marL="0" algn="l"/>
              <a:endParaRPr/>
            </a:p>
          </p:txBody>
        </p:sp>
        <p:sp>
          <p:nvSpPr>
            <p:cNvPr id="81" name="Freeform 67">
              <a:extLst>
                <a:ext uri="{FF2B5EF4-FFF2-40B4-BE49-F238E27FC236}">
                  <a16:creationId xmlns:a16="http://schemas.microsoft.com/office/drawing/2014/main" id="{7DF60CFB-B105-77AC-BDA4-3647CDFB364B}"/>
                </a:ext>
              </a:extLst>
            </p:cNvPr>
            <p:cNvSpPr/>
            <p:nvPr/>
          </p:nvSpPr>
          <p:spPr>
            <a:xfrm>
              <a:off x="5260297" y="3096084"/>
              <a:ext cx="309238" cy="29380"/>
            </a:xfrm>
            <a:custGeom>
              <a:avLst/>
              <a:gdLst/>
              <a:ahLst/>
              <a:cxnLst/>
              <a:rect l="l" t="t" r="r" b="b"/>
              <a:pathLst>
                <a:path w="490109" h="46565">
                  <a:moveTo>
                    <a:pt x="482715" y="46566"/>
                  </a:moveTo>
                  <a:lnTo>
                    <a:pt x="7395" y="46566"/>
                  </a:lnTo>
                  <a:cubicBezTo>
                    <a:pt x="3331" y="46566"/>
                    <a:pt x="0" y="43235"/>
                    <a:pt x="0" y="39171"/>
                  </a:cubicBezTo>
                  <a:lnTo>
                    <a:pt x="0" y="7395"/>
                  </a:lnTo>
                  <a:cubicBezTo>
                    <a:pt x="0" y="3331"/>
                    <a:pt x="3331" y="0"/>
                    <a:pt x="7395" y="0"/>
                  </a:cubicBezTo>
                  <a:lnTo>
                    <a:pt x="482715" y="0"/>
                  </a:lnTo>
                  <a:cubicBezTo>
                    <a:pt x="486778" y="0"/>
                    <a:pt x="490109" y="3331"/>
                    <a:pt x="490109" y="7395"/>
                  </a:cubicBezTo>
                  <a:lnTo>
                    <a:pt x="490109" y="39171"/>
                  </a:lnTo>
                  <a:cubicBezTo>
                    <a:pt x="490109" y="43302"/>
                    <a:pt x="486778" y="46566"/>
                    <a:pt x="482715" y="46566"/>
                  </a:cubicBezTo>
                  <a:close/>
                </a:path>
              </a:pathLst>
            </a:custGeom>
            <a:solidFill>
              <a:srgbClr val="ADD3DB"/>
            </a:solidFill>
            <a:ln cap="flat">
              <a:prstDash val="solid"/>
            </a:ln>
          </p:spPr>
          <p:txBody>
            <a:bodyPr vert="horz" lIns="91440" tIns="45720" rIns="91440" bIns="45720" anchor="ctr">
              <a:normAutofit fontScale="25000" lnSpcReduction="20000"/>
            </a:bodyPr>
            <a:lstStyle/>
            <a:p>
              <a:pPr marL="0" algn="l"/>
              <a:endParaRPr/>
            </a:p>
          </p:txBody>
        </p:sp>
        <p:sp>
          <p:nvSpPr>
            <p:cNvPr id="82" name="Freeform 68">
              <a:extLst>
                <a:ext uri="{FF2B5EF4-FFF2-40B4-BE49-F238E27FC236}">
                  <a16:creationId xmlns:a16="http://schemas.microsoft.com/office/drawing/2014/main" id="{0D87E01D-DEB4-C382-0B58-6C8520947A4E}"/>
                </a:ext>
              </a:extLst>
            </p:cNvPr>
            <p:cNvSpPr/>
            <p:nvPr/>
          </p:nvSpPr>
          <p:spPr>
            <a:xfrm>
              <a:off x="5260297" y="3142700"/>
              <a:ext cx="188896" cy="29380"/>
            </a:xfrm>
            <a:custGeom>
              <a:avLst/>
              <a:gdLst/>
              <a:ahLst/>
              <a:cxnLst/>
              <a:rect l="l" t="t" r="r" b="b"/>
              <a:pathLst>
                <a:path w="299381" h="46565">
                  <a:moveTo>
                    <a:pt x="291987" y="46566"/>
                  </a:moveTo>
                  <a:lnTo>
                    <a:pt x="7395" y="46566"/>
                  </a:lnTo>
                  <a:cubicBezTo>
                    <a:pt x="3331" y="46566"/>
                    <a:pt x="0" y="43235"/>
                    <a:pt x="0" y="39171"/>
                  </a:cubicBezTo>
                  <a:lnTo>
                    <a:pt x="0" y="7395"/>
                  </a:lnTo>
                  <a:cubicBezTo>
                    <a:pt x="0" y="3331"/>
                    <a:pt x="3331" y="0"/>
                    <a:pt x="7395" y="0"/>
                  </a:cubicBezTo>
                  <a:lnTo>
                    <a:pt x="291987" y="0"/>
                  </a:lnTo>
                  <a:cubicBezTo>
                    <a:pt x="296051" y="0"/>
                    <a:pt x="299382" y="3331"/>
                    <a:pt x="299382" y="7395"/>
                  </a:cubicBezTo>
                  <a:lnTo>
                    <a:pt x="299382" y="39171"/>
                  </a:lnTo>
                  <a:cubicBezTo>
                    <a:pt x="299382" y="43235"/>
                    <a:pt x="296051" y="46566"/>
                    <a:pt x="291987" y="46566"/>
                  </a:cubicBezTo>
                  <a:close/>
                </a:path>
              </a:pathLst>
            </a:custGeom>
            <a:solidFill>
              <a:srgbClr val="ADD3DB"/>
            </a:solidFill>
            <a:ln cap="flat">
              <a:prstDash val="solid"/>
            </a:ln>
          </p:spPr>
          <p:txBody>
            <a:bodyPr vert="horz" lIns="91440" tIns="45720" rIns="91440" bIns="45720" anchor="ctr">
              <a:normAutofit fontScale="25000" lnSpcReduction="20000"/>
            </a:bodyPr>
            <a:lstStyle/>
            <a:p>
              <a:pPr marL="0" algn="l"/>
              <a:endParaRPr/>
            </a:p>
          </p:txBody>
        </p:sp>
        <p:sp>
          <p:nvSpPr>
            <p:cNvPr id="83" name="Freeform 69">
              <a:extLst>
                <a:ext uri="{FF2B5EF4-FFF2-40B4-BE49-F238E27FC236}">
                  <a16:creationId xmlns:a16="http://schemas.microsoft.com/office/drawing/2014/main" id="{AEE91E6D-D910-BC13-04FA-0808442891D3}"/>
                </a:ext>
              </a:extLst>
            </p:cNvPr>
            <p:cNvSpPr/>
            <p:nvPr/>
          </p:nvSpPr>
          <p:spPr>
            <a:xfrm>
              <a:off x="5513169" y="3429450"/>
              <a:ext cx="112732" cy="112732"/>
            </a:xfrm>
            <a:custGeom>
              <a:avLst/>
              <a:gdLst/>
              <a:ahLst/>
              <a:cxnLst/>
              <a:rect l="l" t="t" r="r" b="b"/>
              <a:pathLst>
                <a:path w="178669" h="178669">
                  <a:moveTo>
                    <a:pt x="178670" y="89335"/>
                  </a:moveTo>
                  <a:cubicBezTo>
                    <a:pt x="178670" y="138673"/>
                    <a:pt x="138673" y="178670"/>
                    <a:pt x="89335" y="178670"/>
                  </a:cubicBezTo>
                  <a:cubicBezTo>
                    <a:pt x="39997" y="178670"/>
                    <a:pt x="0" y="138673"/>
                    <a:pt x="0" y="89335"/>
                  </a:cubicBezTo>
                  <a:cubicBezTo>
                    <a:pt x="0" y="39997"/>
                    <a:pt x="39997" y="0"/>
                    <a:pt x="89335" y="0"/>
                  </a:cubicBezTo>
                  <a:cubicBezTo>
                    <a:pt x="138673" y="0"/>
                    <a:pt x="178670" y="39997"/>
                    <a:pt x="178670" y="89335"/>
                  </a:cubicBezTo>
                  <a:close/>
                </a:path>
              </a:pathLst>
            </a:custGeom>
            <a:solidFill>
              <a:srgbClr val="3C9140"/>
            </a:solidFill>
            <a:ln cap="flat">
              <a:prstDash val="solid"/>
            </a:ln>
          </p:spPr>
          <p:txBody>
            <a:bodyPr vert="horz" lIns="91440" tIns="45720" rIns="91440" bIns="45720" anchor="ctr">
              <a:normAutofit fontScale="25000" lnSpcReduction="20000"/>
            </a:bodyPr>
            <a:lstStyle/>
            <a:p>
              <a:pPr marL="0" algn="l"/>
              <a:endParaRPr/>
            </a:p>
          </p:txBody>
        </p:sp>
        <p:sp>
          <p:nvSpPr>
            <p:cNvPr id="84" name="Freeform 70">
              <a:extLst>
                <a:ext uri="{FF2B5EF4-FFF2-40B4-BE49-F238E27FC236}">
                  <a16:creationId xmlns:a16="http://schemas.microsoft.com/office/drawing/2014/main" id="{931E5CCD-0370-3B94-960E-F5325955D3B2}"/>
                </a:ext>
              </a:extLst>
            </p:cNvPr>
            <p:cNvSpPr/>
            <p:nvPr/>
          </p:nvSpPr>
          <p:spPr>
            <a:xfrm>
              <a:off x="5504552" y="3417176"/>
              <a:ext cx="112732" cy="112732"/>
            </a:xfrm>
            <a:custGeom>
              <a:avLst/>
              <a:gdLst/>
              <a:ahLst/>
              <a:cxnLst/>
              <a:rect l="l" t="t" r="r" b="b"/>
              <a:pathLst>
                <a:path w="178669" h="178669">
                  <a:moveTo>
                    <a:pt x="178670" y="89335"/>
                  </a:moveTo>
                  <a:cubicBezTo>
                    <a:pt x="178670" y="138673"/>
                    <a:pt x="138673" y="178670"/>
                    <a:pt x="89335" y="178670"/>
                  </a:cubicBezTo>
                  <a:cubicBezTo>
                    <a:pt x="39997" y="178670"/>
                    <a:pt x="0" y="138673"/>
                    <a:pt x="0" y="89335"/>
                  </a:cubicBezTo>
                  <a:cubicBezTo>
                    <a:pt x="0" y="39997"/>
                    <a:pt x="39997" y="0"/>
                    <a:pt x="89335" y="0"/>
                  </a:cubicBezTo>
                  <a:cubicBezTo>
                    <a:pt x="138673" y="0"/>
                    <a:pt x="178670" y="39997"/>
                    <a:pt x="178670" y="89335"/>
                  </a:cubicBezTo>
                  <a:close/>
                </a:path>
              </a:pathLst>
            </a:custGeom>
            <a:solidFill>
              <a:srgbClr val="DEF0F4"/>
            </a:solidFill>
            <a:ln cap="flat">
              <a:prstDash val="solid"/>
            </a:ln>
          </p:spPr>
          <p:txBody>
            <a:bodyPr vert="horz" lIns="91440" tIns="45720" rIns="91440" bIns="45720" anchor="ctr">
              <a:normAutofit fontScale="25000" lnSpcReduction="20000"/>
            </a:bodyPr>
            <a:lstStyle/>
            <a:p>
              <a:pPr marL="0" algn="l"/>
              <a:endParaRPr/>
            </a:p>
          </p:txBody>
        </p:sp>
        <p:sp>
          <p:nvSpPr>
            <p:cNvPr id="85" name="Freeform 71">
              <a:extLst>
                <a:ext uri="{FF2B5EF4-FFF2-40B4-BE49-F238E27FC236}">
                  <a16:creationId xmlns:a16="http://schemas.microsoft.com/office/drawing/2014/main" id="{0F65A851-E970-25C2-A2AA-199C791CE486}"/>
                </a:ext>
              </a:extLst>
            </p:cNvPr>
            <p:cNvSpPr/>
            <p:nvPr/>
          </p:nvSpPr>
          <p:spPr>
            <a:xfrm>
              <a:off x="6798040" y="2977761"/>
              <a:ext cx="1241618" cy="109958"/>
            </a:xfrm>
            <a:custGeom>
              <a:avLst/>
              <a:gdLst/>
              <a:ahLst/>
              <a:cxnLst/>
              <a:rect l="l" t="t" r="r" b="b"/>
              <a:pathLst>
                <a:path w="1967831" h="174272">
                  <a:moveTo>
                    <a:pt x="1967832" y="174273"/>
                  </a:moveTo>
                  <a:lnTo>
                    <a:pt x="0" y="174273"/>
                  </a:lnTo>
                  <a:lnTo>
                    <a:pt x="0" y="45500"/>
                  </a:lnTo>
                  <a:cubicBezTo>
                    <a:pt x="0" y="20385"/>
                    <a:pt x="20385" y="0"/>
                    <a:pt x="45500" y="0"/>
                  </a:cubicBezTo>
                  <a:lnTo>
                    <a:pt x="1922332" y="0"/>
                  </a:lnTo>
                  <a:cubicBezTo>
                    <a:pt x="1947447" y="0"/>
                    <a:pt x="1967832" y="20385"/>
                    <a:pt x="1967832" y="45500"/>
                  </a:cubicBezTo>
                  <a:lnTo>
                    <a:pt x="1967832" y="174273"/>
                  </a:lnTo>
                  <a:close/>
                </a:path>
              </a:pathLst>
            </a:custGeom>
            <a:solidFill>
              <a:srgbClr val="DEF0F4"/>
            </a:solidFill>
            <a:ln cap="flat">
              <a:prstDash val="solid"/>
            </a:ln>
          </p:spPr>
          <p:txBody>
            <a:bodyPr vert="horz" lIns="91440" tIns="45720" rIns="91440" bIns="45720" anchor="ctr">
              <a:normAutofit fontScale="25000" lnSpcReduction="20000"/>
            </a:bodyPr>
            <a:lstStyle/>
            <a:p>
              <a:pPr marL="0" algn="l"/>
              <a:endParaRPr/>
            </a:p>
          </p:txBody>
        </p:sp>
        <p:sp>
          <p:nvSpPr>
            <p:cNvPr id="86" name="Freeform 72">
              <a:extLst>
                <a:ext uri="{FF2B5EF4-FFF2-40B4-BE49-F238E27FC236}">
                  <a16:creationId xmlns:a16="http://schemas.microsoft.com/office/drawing/2014/main" id="{88E609BC-1830-0123-27D0-84972BB5EF1E}"/>
                </a:ext>
              </a:extLst>
            </p:cNvPr>
            <p:cNvSpPr/>
            <p:nvPr/>
          </p:nvSpPr>
          <p:spPr>
            <a:xfrm>
              <a:off x="7598268" y="2934424"/>
              <a:ext cx="88101" cy="88102"/>
            </a:xfrm>
            <a:custGeom>
              <a:avLst/>
              <a:gdLst/>
              <a:ahLst/>
              <a:cxnLst/>
              <a:rect l="l" t="t" r="r" b="b"/>
              <a:pathLst>
                <a:path w="139631" h="139631">
                  <a:moveTo>
                    <a:pt x="139632" y="69816"/>
                  </a:moveTo>
                  <a:cubicBezTo>
                    <a:pt x="139632" y="108374"/>
                    <a:pt x="108374" y="139632"/>
                    <a:pt x="69816" y="139632"/>
                  </a:cubicBezTo>
                  <a:cubicBezTo>
                    <a:pt x="31258" y="139632"/>
                    <a:pt x="0" y="108374"/>
                    <a:pt x="0" y="69816"/>
                  </a:cubicBezTo>
                  <a:cubicBezTo>
                    <a:pt x="0" y="31258"/>
                    <a:pt x="31258" y="0"/>
                    <a:pt x="69816" y="0"/>
                  </a:cubicBezTo>
                  <a:cubicBezTo>
                    <a:pt x="108374" y="0"/>
                    <a:pt x="139632" y="31258"/>
                    <a:pt x="139632" y="69816"/>
                  </a:cubicBezTo>
                  <a:close/>
                </a:path>
              </a:pathLst>
            </a:custGeom>
            <a:solidFill>
              <a:srgbClr val="FFCE00"/>
            </a:solidFill>
            <a:ln cap="flat">
              <a:prstDash val="solid"/>
            </a:ln>
          </p:spPr>
          <p:txBody>
            <a:bodyPr vert="horz" lIns="91440" tIns="45720" rIns="91440" bIns="45720" anchor="ctr">
              <a:normAutofit fontScale="25000" lnSpcReduction="20000"/>
            </a:bodyPr>
            <a:lstStyle/>
            <a:p>
              <a:pPr marL="0" algn="l"/>
              <a:endParaRPr/>
            </a:p>
          </p:txBody>
        </p:sp>
        <p:sp>
          <p:nvSpPr>
            <p:cNvPr id="87" name="Freeform 73">
              <a:extLst>
                <a:ext uri="{FF2B5EF4-FFF2-40B4-BE49-F238E27FC236}">
                  <a16:creationId xmlns:a16="http://schemas.microsoft.com/office/drawing/2014/main" id="{7C158181-4E6B-F56B-2FE4-954D6D5A9584}"/>
                </a:ext>
              </a:extLst>
            </p:cNvPr>
            <p:cNvSpPr/>
            <p:nvPr/>
          </p:nvSpPr>
          <p:spPr>
            <a:xfrm>
              <a:off x="7728235" y="2934424"/>
              <a:ext cx="88101" cy="88102"/>
            </a:xfrm>
            <a:custGeom>
              <a:avLst/>
              <a:gdLst/>
              <a:ahLst/>
              <a:cxnLst/>
              <a:rect l="l" t="t" r="r" b="b"/>
              <a:pathLst>
                <a:path w="139631" h="139631">
                  <a:moveTo>
                    <a:pt x="139631" y="69816"/>
                  </a:moveTo>
                  <a:cubicBezTo>
                    <a:pt x="139631" y="108374"/>
                    <a:pt x="108374" y="139632"/>
                    <a:pt x="69816" y="139632"/>
                  </a:cubicBezTo>
                  <a:cubicBezTo>
                    <a:pt x="31257" y="139632"/>
                    <a:pt x="0" y="108374"/>
                    <a:pt x="0" y="69816"/>
                  </a:cubicBezTo>
                  <a:cubicBezTo>
                    <a:pt x="0" y="31258"/>
                    <a:pt x="31258" y="0"/>
                    <a:pt x="69816" y="0"/>
                  </a:cubicBezTo>
                  <a:cubicBezTo>
                    <a:pt x="108374" y="0"/>
                    <a:pt x="139631" y="31258"/>
                    <a:pt x="139631" y="69816"/>
                  </a:cubicBezTo>
                  <a:close/>
                </a:path>
              </a:pathLst>
            </a:custGeom>
            <a:solidFill>
              <a:schemeClr val="accent1">
                <a:lumMod val="60000"/>
                <a:lumOff val="40000"/>
              </a:schemeClr>
            </a:solidFill>
            <a:ln cap="flat">
              <a:prstDash val="solid"/>
            </a:ln>
          </p:spPr>
          <p:txBody>
            <a:bodyPr vert="horz" lIns="91440" tIns="45720" rIns="91440" bIns="45720" anchor="ctr">
              <a:normAutofit fontScale="25000" lnSpcReduction="20000"/>
            </a:bodyPr>
            <a:lstStyle/>
            <a:p>
              <a:pPr marL="0" algn="l"/>
              <a:endParaRPr/>
            </a:p>
          </p:txBody>
        </p:sp>
        <p:sp>
          <p:nvSpPr>
            <p:cNvPr id="88" name="Freeform 74">
              <a:extLst>
                <a:ext uri="{FF2B5EF4-FFF2-40B4-BE49-F238E27FC236}">
                  <a16:creationId xmlns:a16="http://schemas.microsoft.com/office/drawing/2014/main" id="{4CE652B4-0B55-0DF4-61AD-125D2EE4F9C8}"/>
                </a:ext>
              </a:extLst>
            </p:cNvPr>
            <p:cNvSpPr/>
            <p:nvPr/>
          </p:nvSpPr>
          <p:spPr>
            <a:xfrm>
              <a:off x="7858245" y="2934424"/>
              <a:ext cx="88101" cy="88101"/>
            </a:xfrm>
            <a:custGeom>
              <a:avLst/>
              <a:gdLst/>
              <a:ahLst/>
              <a:cxnLst/>
              <a:rect l="l" t="t" r="r" b="b"/>
              <a:pathLst>
                <a:path w="139631" h="139631">
                  <a:moveTo>
                    <a:pt x="139631" y="69816"/>
                  </a:moveTo>
                  <a:cubicBezTo>
                    <a:pt x="139631" y="108374"/>
                    <a:pt x="108374" y="139632"/>
                    <a:pt x="69816" y="139632"/>
                  </a:cubicBezTo>
                  <a:cubicBezTo>
                    <a:pt x="31257" y="139632"/>
                    <a:pt x="0" y="108374"/>
                    <a:pt x="0" y="69816"/>
                  </a:cubicBezTo>
                  <a:cubicBezTo>
                    <a:pt x="0" y="31258"/>
                    <a:pt x="31258" y="0"/>
                    <a:pt x="69816" y="0"/>
                  </a:cubicBezTo>
                  <a:cubicBezTo>
                    <a:pt x="108374" y="0"/>
                    <a:pt x="139631" y="31258"/>
                    <a:pt x="139631" y="69816"/>
                  </a:cubicBezTo>
                  <a:close/>
                </a:path>
              </a:pathLst>
            </a:custGeom>
            <a:solidFill>
              <a:schemeClr val="accent2">
                <a:lumMod val="75000"/>
              </a:schemeClr>
            </a:solidFill>
            <a:ln cap="flat">
              <a:prstDash val="solid"/>
            </a:ln>
          </p:spPr>
          <p:txBody>
            <a:bodyPr vert="horz" lIns="91440" tIns="45720" rIns="91440" bIns="45720" anchor="ctr">
              <a:normAutofit fontScale="25000" lnSpcReduction="20000"/>
            </a:bodyPr>
            <a:lstStyle/>
            <a:p>
              <a:pPr marL="0" algn="l"/>
              <a:endParaRPr/>
            </a:p>
          </p:txBody>
        </p:sp>
        <p:sp>
          <p:nvSpPr>
            <p:cNvPr id="89" name="Freeform 75">
              <a:extLst>
                <a:ext uri="{FF2B5EF4-FFF2-40B4-BE49-F238E27FC236}">
                  <a16:creationId xmlns:a16="http://schemas.microsoft.com/office/drawing/2014/main" id="{AF3BA5EF-01CC-9138-7065-DA17E18091E0}"/>
                </a:ext>
              </a:extLst>
            </p:cNvPr>
            <p:cNvSpPr/>
            <p:nvPr/>
          </p:nvSpPr>
          <p:spPr>
            <a:xfrm>
              <a:off x="6269558" y="3993996"/>
              <a:ext cx="169815" cy="134169"/>
            </a:xfrm>
            <a:custGeom>
              <a:avLst/>
              <a:gdLst/>
              <a:ahLst/>
              <a:cxnLst/>
              <a:rect l="l" t="t" r="r" b="b"/>
              <a:pathLst>
                <a:path w="269137" h="212644">
                  <a:moveTo>
                    <a:pt x="226835" y="212645"/>
                  </a:moveTo>
                  <a:lnTo>
                    <a:pt x="42302" y="212645"/>
                  </a:lnTo>
                  <a:cubicBezTo>
                    <a:pt x="18920" y="212645"/>
                    <a:pt x="0" y="193725"/>
                    <a:pt x="0" y="170342"/>
                  </a:cubicBezTo>
                  <a:lnTo>
                    <a:pt x="0" y="0"/>
                  </a:lnTo>
                  <a:lnTo>
                    <a:pt x="269137" y="0"/>
                  </a:lnTo>
                  <a:lnTo>
                    <a:pt x="269137" y="170342"/>
                  </a:lnTo>
                  <a:cubicBezTo>
                    <a:pt x="269204" y="193659"/>
                    <a:pt x="250218" y="212645"/>
                    <a:pt x="226835" y="212645"/>
                  </a:cubicBezTo>
                  <a:close/>
                </a:path>
              </a:pathLst>
            </a:custGeom>
            <a:solidFill>
              <a:schemeClr val="accent1"/>
            </a:solidFill>
            <a:ln cap="flat">
              <a:prstDash val="solid"/>
            </a:ln>
          </p:spPr>
          <p:txBody>
            <a:bodyPr vert="horz" lIns="91440" tIns="45720" rIns="91440" bIns="45720" anchor="ctr">
              <a:normAutofit fontScale="32500" lnSpcReduction="20000"/>
            </a:bodyPr>
            <a:lstStyle/>
            <a:p>
              <a:pPr marL="0" algn="l"/>
              <a:endParaRPr/>
            </a:p>
          </p:txBody>
        </p:sp>
        <p:grpSp>
          <p:nvGrpSpPr>
            <p:cNvPr id="90" name="Group 76">
              <a:extLst>
                <a:ext uri="{FF2B5EF4-FFF2-40B4-BE49-F238E27FC236}">
                  <a16:creationId xmlns:a16="http://schemas.microsoft.com/office/drawing/2014/main" id="{72289822-C040-DFD2-F4CC-36CEA6CCCAB3}"/>
                </a:ext>
              </a:extLst>
            </p:cNvPr>
            <p:cNvGrpSpPr/>
            <p:nvPr/>
          </p:nvGrpSpPr>
          <p:grpSpPr>
            <a:xfrm>
              <a:off x="5802679" y="4079452"/>
              <a:ext cx="826898" cy="508770"/>
              <a:chOff x="5659962" y="3975400"/>
              <a:chExt cx="1310545" cy="806345"/>
            </a:xfrm>
          </p:grpSpPr>
          <p:sp>
            <p:nvSpPr>
              <p:cNvPr id="92" name="Freeform 77">
                <a:extLst>
                  <a:ext uri="{FF2B5EF4-FFF2-40B4-BE49-F238E27FC236}">
                    <a16:creationId xmlns:a16="http://schemas.microsoft.com/office/drawing/2014/main" id="{CE65ED77-2137-8F2F-9C2D-828A05BCE45A}"/>
                  </a:ext>
                </a:extLst>
              </p:cNvPr>
              <p:cNvSpPr/>
              <p:nvPr/>
            </p:nvSpPr>
            <p:spPr>
              <a:xfrm>
                <a:off x="5659962" y="3975400"/>
                <a:ext cx="1310545" cy="741259"/>
              </a:xfrm>
              <a:custGeom>
                <a:avLst/>
                <a:gdLst/>
                <a:ahLst/>
                <a:cxnLst/>
                <a:rect l="l" t="t" r="r" b="b"/>
                <a:pathLst>
                  <a:path w="1310545" h="741259">
                    <a:moveTo>
                      <a:pt x="41859" y="0"/>
                    </a:moveTo>
                    <a:cubicBezTo>
                      <a:pt x="1267299" y="0"/>
                      <a:pt x="1267299" y="0"/>
                      <a:pt x="1267299" y="0"/>
                    </a:cubicBezTo>
                    <a:cubicBezTo>
                      <a:pt x="1294079" y="0"/>
                      <a:pt x="1313665" y="23183"/>
                      <a:pt x="1310134" y="49897"/>
                    </a:cubicBezTo>
                    <a:cubicBezTo>
                      <a:pt x="1179895" y="741260"/>
                      <a:pt x="1179895" y="741260"/>
                      <a:pt x="1179895" y="741260"/>
                    </a:cubicBezTo>
                    <a:cubicBezTo>
                      <a:pt x="115005" y="741260"/>
                      <a:pt x="115005" y="741260"/>
                      <a:pt x="115005" y="741260"/>
                    </a:cubicBezTo>
                    <a:cubicBezTo>
                      <a:pt x="822" y="49897"/>
                      <a:pt x="822" y="49897"/>
                      <a:pt x="822" y="49897"/>
                    </a:cubicBezTo>
                    <a:cubicBezTo>
                      <a:pt x="-4508" y="23116"/>
                      <a:pt x="16877" y="0"/>
                      <a:pt x="41859" y="0"/>
                    </a:cubicBezTo>
                    <a:lnTo>
                      <a:pt x="41859" y="0"/>
                    </a:lnTo>
                    <a:close/>
                  </a:path>
                </a:pathLst>
              </a:custGeom>
              <a:solidFill>
                <a:srgbClr val="DEF0F4"/>
              </a:solidFill>
              <a:ln cap="flat">
                <a:prstDash val="solid"/>
              </a:ln>
            </p:spPr>
            <p:txBody>
              <a:bodyPr vert="horz" lIns="91440" tIns="45720" rIns="91440" bIns="45720" anchor="ctr">
                <a:normAutofit/>
              </a:bodyPr>
              <a:lstStyle/>
              <a:p>
                <a:pPr marL="0" algn="l"/>
                <a:endParaRPr/>
              </a:p>
            </p:txBody>
          </p:sp>
          <p:sp>
            <p:nvSpPr>
              <p:cNvPr id="93" name="Freeform 78">
                <a:extLst>
                  <a:ext uri="{FF2B5EF4-FFF2-40B4-BE49-F238E27FC236}">
                    <a16:creationId xmlns:a16="http://schemas.microsoft.com/office/drawing/2014/main" id="{6669DB29-E91E-639C-8A29-D1E98A51F3EF}"/>
                  </a:ext>
                </a:extLst>
              </p:cNvPr>
              <p:cNvSpPr/>
              <p:nvPr/>
            </p:nvSpPr>
            <p:spPr>
              <a:xfrm>
                <a:off x="5775233" y="4716660"/>
                <a:ext cx="1066555" cy="65085"/>
              </a:xfrm>
              <a:custGeom>
                <a:avLst/>
                <a:gdLst/>
                <a:ahLst/>
                <a:cxnLst/>
                <a:rect l="l" t="t" r="r" b="b"/>
                <a:pathLst>
                  <a:path w="1066555" h="65085">
                    <a:moveTo>
                      <a:pt x="1023787" y="65086"/>
                    </a:moveTo>
                    <a:cubicBezTo>
                      <a:pt x="42835" y="65086"/>
                      <a:pt x="42835" y="65086"/>
                      <a:pt x="42835" y="65086"/>
                    </a:cubicBezTo>
                    <a:cubicBezTo>
                      <a:pt x="17854" y="65086"/>
                      <a:pt x="0" y="47032"/>
                      <a:pt x="0" y="21717"/>
                    </a:cubicBezTo>
                    <a:cubicBezTo>
                      <a:pt x="0" y="0"/>
                      <a:pt x="0" y="0"/>
                      <a:pt x="0" y="0"/>
                    </a:cubicBezTo>
                    <a:cubicBezTo>
                      <a:pt x="1066556" y="0"/>
                      <a:pt x="1066556" y="0"/>
                      <a:pt x="1066556" y="0"/>
                    </a:cubicBezTo>
                    <a:cubicBezTo>
                      <a:pt x="1066556" y="21717"/>
                      <a:pt x="1066556" y="21717"/>
                      <a:pt x="1066556" y="21717"/>
                    </a:cubicBezTo>
                    <a:cubicBezTo>
                      <a:pt x="1066622" y="46966"/>
                      <a:pt x="1046970" y="65086"/>
                      <a:pt x="1023787" y="65086"/>
                    </a:cubicBezTo>
                    <a:lnTo>
                      <a:pt x="1023787" y="65086"/>
                    </a:lnTo>
                    <a:close/>
                  </a:path>
                </a:pathLst>
              </a:custGeom>
              <a:solidFill>
                <a:srgbClr val="ADD3DB"/>
              </a:solidFill>
              <a:ln cap="flat">
                <a:prstDash val="solid"/>
              </a:ln>
            </p:spPr>
            <p:txBody>
              <a:bodyPr vert="horz" lIns="91440" tIns="45720" rIns="91440" bIns="45720" anchor="ctr">
                <a:normAutofit fontScale="25000" lnSpcReduction="20000"/>
              </a:bodyPr>
              <a:lstStyle/>
              <a:p>
                <a:pPr marL="0" algn="l"/>
                <a:endParaRPr/>
              </a:p>
            </p:txBody>
          </p:sp>
        </p:grpSp>
        <p:sp>
          <p:nvSpPr>
            <p:cNvPr id="91" name="Freeform 79">
              <a:extLst>
                <a:ext uri="{FF2B5EF4-FFF2-40B4-BE49-F238E27FC236}">
                  <a16:creationId xmlns:a16="http://schemas.microsoft.com/office/drawing/2014/main" id="{FFFBA26B-3B80-4AE2-35D5-3433CE410B23}"/>
                </a:ext>
              </a:extLst>
            </p:cNvPr>
            <p:cNvSpPr/>
            <p:nvPr/>
          </p:nvSpPr>
          <p:spPr>
            <a:xfrm>
              <a:off x="6151427" y="4256145"/>
              <a:ext cx="129377" cy="129377"/>
            </a:xfrm>
            <a:custGeom>
              <a:avLst/>
              <a:gdLst/>
              <a:ahLst/>
              <a:cxnLst/>
              <a:rect l="l" t="t" r="r" b="b"/>
              <a:pathLst>
                <a:path w="205050" h="205050">
                  <a:moveTo>
                    <a:pt x="205050" y="102525"/>
                  </a:moveTo>
                  <a:cubicBezTo>
                    <a:pt x="205050" y="159148"/>
                    <a:pt x="159148" y="205051"/>
                    <a:pt x="102525" y="205051"/>
                  </a:cubicBezTo>
                  <a:cubicBezTo>
                    <a:pt x="45902" y="205051"/>
                    <a:pt x="0" y="159148"/>
                    <a:pt x="0" y="102525"/>
                  </a:cubicBezTo>
                  <a:cubicBezTo>
                    <a:pt x="0" y="45902"/>
                    <a:pt x="45902" y="0"/>
                    <a:pt x="102525" y="0"/>
                  </a:cubicBezTo>
                  <a:cubicBezTo>
                    <a:pt x="159148" y="0"/>
                    <a:pt x="205050" y="45902"/>
                    <a:pt x="205050" y="102525"/>
                  </a:cubicBezTo>
                  <a:close/>
                </a:path>
              </a:pathLst>
            </a:custGeom>
            <a:solidFill>
              <a:srgbClr val="FFFFFF"/>
            </a:solidFill>
            <a:ln cap="flat">
              <a:prstDash val="solid"/>
            </a:ln>
          </p:spPr>
          <p:txBody>
            <a:bodyPr vert="horz" lIns="91440" tIns="45720" rIns="91440" bIns="45720" anchor="ctr">
              <a:normAutofit fontScale="32500" lnSpcReduction="20000"/>
            </a:bodyPr>
            <a:lstStyle/>
            <a:p>
              <a:pPr marL="0" algn="l"/>
              <a:endParaRP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
          <p:cNvSpPr txBox="1"/>
          <p:nvPr/>
        </p:nvSpPr>
        <p:spPr>
          <a:xfrm flipH="1">
            <a:off x="408025" y="2837818"/>
            <a:ext cx="3497941" cy="2933716"/>
          </a:xfrm>
          <a:prstGeom prst="roundRect">
            <a:avLst/>
          </a:prstGeom>
          <a:solidFill>
            <a:schemeClr val="accent2">
              <a:alpha val="15000"/>
            </a:schemeClr>
          </a:solidFill>
          <a:ln cap="flat" cmpd="sng">
            <a:prstDash val="solid"/>
          </a:ln>
        </p:spPr>
        <p:txBody>
          <a:bodyPr rot="0" vert="horz" wrap="square" lIns="180000" tIns="46800" rIns="180000" bIns="46800" rtlCol="0" anchor="ctr">
            <a:prstTxWarp prst="textNoShape">
              <a:avLst/>
            </a:prstTxWarp>
            <a:noAutofit/>
          </a:bodyPr>
          <a:lstStyle/>
          <a:p>
            <a:pPr marL="0" algn="ctr">
              <a:lnSpc>
                <a:spcPct val="120000"/>
              </a:lnSpc>
              <a:defRPr/>
            </a:pPr>
            <a:r>
              <a:rPr lang="zh-CN" altLang="en-US" b="0" i="0" u="none" baseline="0" dirty="0">
                <a:solidFill>
                  <a:srgbClr val="000000"/>
                </a:solidFill>
                <a:latin typeface="微软雅黑"/>
                <a:ea typeface="微软雅黑"/>
              </a:rPr>
              <a:t>The AND operator returns true only if both operands are true. This operator is pivotal for scenarios where all specified conditions must hold for further action to occur.</a:t>
            </a:r>
            <a:endParaRPr lang="en-US" sz="1100" dirty="0"/>
          </a:p>
        </p:txBody>
      </p:sp>
      <p:sp>
        <p:nvSpPr>
          <p:cNvPr id="3" name="TextBox 3"/>
          <p:cNvSpPr txBox="1"/>
          <p:nvPr/>
        </p:nvSpPr>
        <p:spPr>
          <a:xfrm>
            <a:off x="1788497" y="1390182"/>
            <a:ext cx="755335" cy="707886"/>
          </a:xfrm>
          <a:prstGeom prst="rect">
            <a:avLst/>
          </a:prstGeom>
          <a:noFill/>
        </p:spPr>
        <p:txBody>
          <a:bodyPr vert="horz" wrap="none" lIns="91440" tIns="45720" rIns="91440" bIns="45720" rtlCol="0" anchor="b">
            <a:noAutofit/>
          </a:bodyPr>
          <a:lstStyle/>
          <a:p>
            <a:pPr marL="0" algn="ctr">
              <a:defRPr/>
            </a:pPr>
            <a:r>
              <a:rPr lang="en-US" sz="4000" b="1" i="0" u="none" baseline="0">
                <a:solidFill>
                  <a:srgbClr val="000000"/>
                </a:solidFill>
                <a:latin typeface="Arial"/>
                <a:ea typeface="Arial"/>
              </a:rPr>
              <a:t>01</a:t>
            </a:r>
            <a:endParaRPr lang="en-US" sz="1100"/>
          </a:p>
        </p:txBody>
      </p:sp>
      <p:sp>
        <p:nvSpPr>
          <p:cNvPr id="4" name="TextBox 4"/>
          <p:cNvSpPr txBox="1"/>
          <p:nvPr/>
        </p:nvSpPr>
        <p:spPr>
          <a:xfrm>
            <a:off x="737508" y="2306361"/>
            <a:ext cx="2857314" cy="338554"/>
          </a:xfrm>
          <a:prstGeom prst="rect">
            <a:avLst/>
          </a:prstGeom>
          <a:noFill/>
        </p:spPr>
        <p:txBody>
          <a:bodyPr vert="horz" wrap="square" lIns="91440" tIns="45720" rIns="91440" bIns="45720" rtlCol="0" anchor="b" anchorCtr="1">
            <a:spAutoFit/>
          </a:bodyPr>
          <a:lstStyle/>
          <a:p>
            <a:pPr marL="0" algn="ctr">
              <a:defRPr/>
            </a:pPr>
            <a:r>
              <a:rPr lang="zh-CN" altLang="en-US" sz="1600" b="1" i="0" u="none" baseline="0">
                <a:solidFill>
                  <a:srgbClr val="000000"/>
                </a:solidFill>
                <a:latin typeface="微软雅黑"/>
                <a:ea typeface="微软雅黑"/>
              </a:rPr>
              <a:t>Definition and Functionality</a:t>
            </a:r>
            <a:endParaRPr lang="en-US" sz="1100"/>
          </a:p>
        </p:txBody>
      </p:sp>
      <p:sp>
        <p:nvSpPr>
          <p:cNvPr id="5" name="TextBox 5"/>
          <p:cNvSpPr txBox="1"/>
          <p:nvPr/>
        </p:nvSpPr>
        <p:spPr>
          <a:xfrm flipH="1">
            <a:off x="4331512" y="2837817"/>
            <a:ext cx="3497942" cy="2933717"/>
          </a:xfrm>
          <a:prstGeom prst="roundRect">
            <a:avLst/>
          </a:prstGeom>
          <a:solidFill>
            <a:schemeClr val="accent1"/>
          </a:solidFill>
          <a:ln cap="flat" cmpd="sng">
            <a:prstDash val="solid"/>
          </a:ln>
        </p:spPr>
        <p:txBody>
          <a:bodyPr rot="0" vert="horz" wrap="square" lIns="180000" tIns="46800" rIns="180000" bIns="46800" rtlCol="0" anchor="ctr">
            <a:prstTxWarp prst="textNoShape">
              <a:avLst/>
            </a:prstTxWarp>
            <a:noAutofit/>
          </a:bodyPr>
          <a:lstStyle/>
          <a:p>
            <a:pPr marL="0" algn="ctr">
              <a:lnSpc>
                <a:spcPct val="120000"/>
              </a:lnSpc>
              <a:defRPr/>
            </a:pPr>
            <a:r>
              <a:rPr lang="zh-CN" altLang="en-US" b="0" i="0" u="none" baseline="0" dirty="0">
                <a:solidFill>
                  <a:schemeClr val="lt1"/>
                </a:solidFill>
                <a:latin typeface="微软雅黑"/>
                <a:ea typeface="微软雅黑"/>
              </a:rPr>
              <a:t>In checking if a user meets criteria like being an adult and having a valid ticket, the AND operator ensures that both elements are satisfied before allowing access.</a:t>
            </a:r>
            <a:endParaRPr lang="en-US" sz="1100" dirty="0"/>
          </a:p>
        </p:txBody>
      </p:sp>
      <p:sp>
        <p:nvSpPr>
          <p:cNvPr id="6" name="TextBox 6"/>
          <p:cNvSpPr txBox="1"/>
          <p:nvPr/>
        </p:nvSpPr>
        <p:spPr>
          <a:xfrm>
            <a:off x="5711982" y="1390182"/>
            <a:ext cx="755335" cy="707886"/>
          </a:xfrm>
          <a:prstGeom prst="rect">
            <a:avLst/>
          </a:prstGeom>
          <a:noFill/>
        </p:spPr>
        <p:txBody>
          <a:bodyPr vert="horz" wrap="none" lIns="91440" tIns="45720" rIns="91440" bIns="45720" rtlCol="0" anchor="b">
            <a:noAutofit/>
          </a:bodyPr>
          <a:lstStyle/>
          <a:p>
            <a:pPr marL="0" algn="ctr">
              <a:defRPr/>
            </a:pPr>
            <a:r>
              <a:rPr lang="en-US" sz="4000" b="1" i="0" u="none" baseline="0">
                <a:solidFill>
                  <a:schemeClr val="accent1"/>
                </a:solidFill>
                <a:latin typeface="Arial"/>
                <a:ea typeface="Arial"/>
              </a:rPr>
              <a:t>02</a:t>
            </a:r>
            <a:endParaRPr lang="en-US" sz="1100"/>
          </a:p>
        </p:txBody>
      </p:sp>
      <p:sp>
        <p:nvSpPr>
          <p:cNvPr id="7" name="TextBox 7"/>
          <p:cNvSpPr txBox="1"/>
          <p:nvPr/>
        </p:nvSpPr>
        <p:spPr>
          <a:xfrm>
            <a:off x="4660992" y="2306361"/>
            <a:ext cx="2857314" cy="338554"/>
          </a:xfrm>
          <a:prstGeom prst="rect">
            <a:avLst/>
          </a:prstGeom>
          <a:noFill/>
        </p:spPr>
        <p:txBody>
          <a:bodyPr vert="horz" wrap="square" lIns="91440" tIns="45720" rIns="91440" bIns="45720" rtlCol="0" anchor="b" anchorCtr="1">
            <a:spAutoFit/>
          </a:bodyPr>
          <a:lstStyle/>
          <a:p>
            <a:pPr marL="0" algn="ctr">
              <a:defRPr/>
            </a:pPr>
            <a:r>
              <a:rPr lang="zh-CN" altLang="en-US" sz="1600" b="1" i="0" u="none" baseline="0">
                <a:solidFill>
                  <a:srgbClr val="000000"/>
                </a:solidFill>
                <a:latin typeface="微软雅黑"/>
                <a:ea typeface="微软雅黑"/>
              </a:rPr>
              <a:t>Use Case Example</a:t>
            </a:r>
            <a:endParaRPr lang="en-US" sz="1100"/>
          </a:p>
        </p:txBody>
      </p:sp>
      <p:sp>
        <p:nvSpPr>
          <p:cNvPr id="8" name="TextBox 8"/>
          <p:cNvSpPr txBox="1"/>
          <p:nvPr/>
        </p:nvSpPr>
        <p:spPr>
          <a:xfrm>
            <a:off x="8584479" y="2306361"/>
            <a:ext cx="2857314" cy="338554"/>
          </a:xfrm>
          <a:prstGeom prst="rect">
            <a:avLst/>
          </a:prstGeom>
          <a:noFill/>
        </p:spPr>
        <p:txBody>
          <a:bodyPr vert="horz" wrap="square" lIns="91440" tIns="45720" rIns="91440" bIns="45720" rtlCol="0" anchor="b" anchorCtr="1">
            <a:spAutoFit/>
          </a:bodyPr>
          <a:lstStyle/>
          <a:p>
            <a:pPr marL="0" algn="ctr">
              <a:defRPr/>
            </a:pPr>
            <a:r>
              <a:rPr lang="zh-CN" altLang="en-US" sz="1600" b="1" i="0" u="none" baseline="0">
                <a:solidFill>
                  <a:srgbClr val="000000"/>
                </a:solidFill>
                <a:latin typeface="微软雅黑"/>
                <a:ea typeface="微软雅黑"/>
              </a:rPr>
              <a:t>Explanation of Output</a:t>
            </a:r>
            <a:endParaRPr lang="en-US" sz="1100"/>
          </a:p>
        </p:txBody>
      </p:sp>
      <p:sp>
        <p:nvSpPr>
          <p:cNvPr id="9" name="TextBox 9"/>
          <p:cNvSpPr txBox="1"/>
          <p:nvPr/>
        </p:nvSpPr>
        <p:spPr>
          <a:xfrm flipH="1">
            <a:off x="8254997" y="2837817"/>
            <a:ext cx="3528977" cy="3091035"/>
          </a:xfrm>
          <a:prstGeom prst="roundRect">
            <a:avLst/>
          </a:prstGeom>
          <a:solidFill>
            <a:schemeClr val="accent2">
              <a:alpha val="15000"/>
            </a:schemeClr>
          </a:solidFill>
          <a:ln cap="flat" cmpd="sng">
            <a:prstDash val="solid"/>
          </a:ln>
        </p:spPr>
        <p:txBody>
          <a:bodyPr rot="0" vert="horz" wrap="square" lIns="180000" tIns="46800" rIns="180000" bIns="46800" rtlCol="0" anchor="ctr">
            <a:prstTxWarp prst="textNoShape">
              <a:avLst/>
            </a:prstTxWarp>
            <a:noAutofit/>
          </a:bodyPr>
          <a:lstStyle/>
          <a:p>
            <a:pPr marL="0" algn="ctr">
              <a:lnSpc>
                <a:spcPct val="120000"/>
              </a:lnSpc>
              <a:defRPr/>
            </a:pPr>
            <a:r>
              <a:rPr lang="en-US" altLang="zh-CN" b="0" i="0" u="none" baseline="0" dirty="0">
                <a:solidFill>
                  <a:srgbClr val="000000"/>
                </a:solidFill>
                <a:latin typeface="微软雅黑"/>
                <a:ea typeface="微软雅黑"/>
              </a:rPr>
              <a:t>let a = 5;</a:t>
            </a:r>
          </a:p>
          <a:p>
            <a:pPr marL="0" algn="ctr">
              <a:lnSpc>
                <a:spcPct val="120000"/>
              </a:lnSpc>
              <a:defRPr/>
            </a:pPr>
            <a:r>
              <a:rPr lang="en-US" altLang="zh-CN" b="0" i="0" u="none" baseline="0" dirty="0">
                <a:solidFill>
                  <a:srgbClr val="000000"/>
                </a:solidFill>
                <a:latin typeface="微软雅黑"/>
                <a:ea typeface="微软雅黑"/>
              </a:rPr>
              <a:t>let b = 10;</a:t>
            </a:r>
          </a:p>
          <a:p>
            <a:pPr marL="0" algn="ctr">
              <a:lnSpc>
                <a:spcPct val="120000"/>
              </a:lnSpc>
              <a:defRPr/>
            </a:pPr>
            <a:endParaRPr lang="en-US" altLang="zh-CN" b="0" i="0" u="none" baseline="0" dirty="0">
              <a:solidFill>
                <a:srgbClr val="000000"/>
              </a:solidFill>
              <a:latin typeface="微软雅黑"/>
              <a:ea typeface="微软雅黑"/>
            </a:endParaRPr>
          </a:p>
          <a:p>
            <a:pPr marL="0" algn="ctr">
              <a:lnSpc>
                <a:spcPct val="120000"/>
              </a:lnSpc>
              <a:defRPr/>
            </a:pPr>
            <a:r>
              <a:rPr lang="en-US" altLang="zh-CN" b="0" i="0" u="none" baseline="0" dirty="0">
                <a:solidFill>
                  <a:srgbClr val="000000"/>
                </a:solidFill>
                <a:latin typeface="微软雅黑"/>
                <a:ea typeface="微软雅黑"/>
              </a:rPr>
              <a:t>if (a &gt; 0 &amp;&amp; b &gt; 0) {</a:t>
            </a:r>
          </a:p>
          <a:p>
            <a:pPr marL="0" algn="ctr">
              <a:lnSpc>
                <a:spcPct val="120000"/>
              </a:lnSpc>
              <a:defRPr/>
            </a:pPr>
            <a:r>
              <a:rPr lang="en-US" altLang="zh-CN" b="0" i="0" u="none" baseline="0" dirty="0">
                <a:solidFill>
                  <a:srgbClr val="000000"/>
                </a:solidFill>
                <a:latin typeface="微软雅黑"/>
                <a:ea typeface="微软雅黑"/>
              </a:rPr>
              <a:t>    console.log("Both numbers are positive.");</a:t>
            </a:r>
          </a:p>
          <a:p>
            <a:pPr marL="0" algn="ctr">
              <a:lnSpc>
                <a:spcPct val="120000"/>
              </a:lnSpc>
              <a:defRPr/>
            </a:pPr>
            <a:r>
              <a:rPr lang="en-US" altLang="zh-CN" b="0" i="0" u="none" baseline="0" dirty="0">
                <a:solidFill>
                  <a:srgbClr val="000000"/>
                </a:solidFill>
                <a:latin typeface="微软雅黑"/>
                <a:ea typeface="微软雅黑"/>
              </a:rPr>
              <a:t>}</a:t>
            </a:r>
          </a:p>
          <a:p>
            <a:pPr marL="0" algn="ctr">
              <a:lnSpc>
                <a:spcPct val="120000"/>
              </a:lnSpc>
              <a:defRPr/>
            </a:pPr>
            <a:r>
              <a:rPr lang="en-US" altLang="zh-CN" b="0" i="0" u="none" baseline="0" dirty="0">
                <a:solidFill>
                  <a:srgbClr val="000000"/>
                </a:solidFill>
                <a:latin typeface="微软雅黑"/>
                <a:ea typeface="微软雅黑"/>
              </a:rPr>
              <a:t>// Output: "Both numbers are positive."</a:t>
            </a:r>
          </a:p>
        </p:txBody>
      </p:sp>
      <p:sp>
        <p:nvSpPr>
          <p:cNvPr id="10" name="TextBox 10"/>
          <p:cNvSpPr txBox="1"/>
          <p:nvPr/>
        </p:nvSpPr>
        <p:spPr>
          <a:xfrm>
            <a:off x="9635470" y="1390182"/>
            <a:ext cx="755335" cy="707886"/>
          </a:xfrm>
          <a:prstGeom prst="rect">
            <a:avLst/>
          </a:prstGeom>
          <a:noFill/>
        </p:spPr>
        <p:txBody>
          <a:bodyPr vert="horz" wrap="none" lIns="91440" tIns="45720" rIns="91440" bIns="45720" rtlCol="0" anchor="b">
            <a:noAutofit/>
          </a:bodyPr>
          <a:lstStyle/>
          <a:p>
            <a:pPr marL="0" algn="ctr">
              <a:defRPr/>
            </a:pPr>
            <a:r>
              <a:rPr lang="en-US" sz="4000" b="1" i="0" u="none" baseline="0">
                <a:solidFill>
                  <a:srgbClr val="000000"/>
                </a:solidFill>
                <a:latin typeface="Arial"/>
                <a:ea typeface="Arial"/>
              </a:rPr>
              <a:t>03</a:t>
            </a:r>
            <a:endParaRPr lang="en-US" sz="1100"/>
          </a:p>
        </p:txBody>
      </p:sp>
      <p:sp>
        <p:nvSpPr>
          <p:cNvPr id="11" name="AutoShape 11"/>
          <p:cNvSpPr>
            <a:spLocks noGrp="1"/>
          </p:cNvSpPr>
          <p:nvPr>
            <p:ph type="title"/>
          </p:nvPr>
        </p:nvSpPr>
        <p:spPr>
          <a:xfrm>
            <a:off x="660400" y="128587"/>
            <a:ext cx="10858500" cy="900112"/>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微软雅黑"/>
                <a:ea typeface="微软雅黑"/>
              </a:rPr>
              <a:t>AND Operator (&amp;&amp;)</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5A1EB-75D3-1CAB-C20D-3AD1C5992A9A}"/>
              </a:ext>
            </a:extLst>
          </p:cNvPr>
          <p:cNvSpPr>
            <a:spLocks noGrp="1"/>
          </p:cNvSpPr>
          <p:nvPr>
            <p:ph type="title"/>
          </p:nvPr>
        </p:nvSpPr>
        <p:spPr>
          <a:xfrm>
            <a:off x="1024128" y="585216"/>
            <a:ext cx="9720072" cy="1282913"/>
          </a:xfrm>
        </p:spPr>
        <p:txBody>
          <a:bodyPr>
            <a:normAutofit/>
          </a:bodyPr>
          <a:lstStyle/>
          <a:p>
            <a:r>
              <a:rPr lang="en-US" b="1" dirty="0"/>
              <a:t>Truth Table Example:</a:t>
            </a:r>
            <a:br>
              <a:rPr lang="en-US" dirty="0"/>
            </a:br>
            <a:endParaRPr lang="en-US" dirty="0"/>
          </a:p>
        </p:txBody>
      </p:sp>
      <p:graphicFrame>
        <p:nvGraphicFramePr>
          <p:cNvPr id="7" name="Table 6">
            <a:extLst>
              <a:ext uri="{FF2B5EF4-FFF2-40B4-BE49-F238E27FC236}">
                <a16:creationId xmlns:a16="http://schemas.microsoft.com/office/drawing/2014/main" id="{0BC27D48-F4E6-8C34-2E68-2200556AE2FC}"/>
              </a:ext>
            </a:extLst>
          </p:cNvPr>
          <p:cNvGraphicFramePr>
            <a:graphicFrameLocks noGrp="1"/>
          </p:cNvGraphicFramePr>
          <p:nvPr>
            <p:extLst>
              <p:ext uri="{D42A27DB-BD31-4B8C-83A1-F6EECF244321}">
                <p14:modId xmlns:p14="http://schemas.microsoft.com/office/powerpoint/2010/main" val="852691430"/>
              </p:ext>
            </p:extLst>
          </p:nvPr>
        </p:nvGraphicFramePr>
        <p:xfrm>
          <a:off x="2159819" y="1681314"/>
          <a:ext cx="8370528" cy="3253496"/>
        </p:xfrm>
        <a:graphic>
          <a:graphicData uri="http://schemas.openxmlformats.org/drawingml/2006/table">
            <a:tbl>
              <a:tblPr firstRow="1" bandRow="1">
                <a:effectLst>
                  <a:reflection blurRad="6350" stA="50000" endA="275" endPos="40000" dist="101600" dir="5400000" sy="-100000" algn="bl" rotWithShape="0"/>
                </a:effectLst>
                <a:tableStyleId>{B301B821-A1FF-4177-AEE7-76D212191A09}</a:tableStyleId>
              </a:tblPr>
              <a:tblGrid>
                <a:gridCol w="2790176">
                  <a:extLst>
                    <a:ext uri="{9D8B030D-6E8A-4147-A177-3AD203B41FA5}">
                      <a16:colId xmlns:a16="http://schemas.microsoft.com/office/drawing/2014/main" val="4243818482"/>
                    </a:ext>
                  </a:extLst>
                </a:gridCol>
                <a:gridCol w="2790176">
                  <a:extLst>
                    <a:ext uri="{9D8B030D-6E8A-4147-A177-3AD203B41FA5}">
                      <a16:colId xmlns:a16="http://schemas.microsoft.com/office/drawing/2014/main" val="432622803"/>
                    </a:ext>
                  </a:extLst>
                </a:gridCol>
                <a:gridCol w="2790176">
                  <a:extLst>
                    <a:ext uri="{9D8B030D-6E8A-4147-A177-3AD203B41FA5}">
                      <a16:colId xmlns:a16="http://schemas.microsoft.com/office/drawing/2014/main" val="82121369"/>
                    </a:ext>
                  </a:extLst>
                </a:gridCol>
              </a:tblGrid>
              <a:tr h="607634">
                <a:tc>
                  <a:txBody>
                    <a:bodyPr/>
                    <a:lstStyle/>
                    <a:p>
                      <a:r>
                        <a:rPr lang="en-US" sz="2400" dirty="0"/>
                        <a:t>Condition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r>
                        <a:rPr lang="en-US" sz="2400" dirty="0"/>
                        <a:t>Condition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r>
                        <a:rPr lang="en-US" sz="2400" dirty="0"/>
                        <a:t>Result (Condition 1 &amp;&amp; Condition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3999300046"/>
                  </a:ext>
                </a:extLst>
              </a:tr>
              <a:tr h="607634">
                <a:tc>
                  <a:txBody>
                    <a:bodyPr/>
                    <a:lstStyle/>
                    <a:p>
                      <a:r>
                        <a:rPr lang="en-US" sz="2400" dirty="0"/>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r>
                        <a:rPr lang="en-US" sz="2400" dirty="0"/>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r>
                        <a:rPr lang="en-US" sz="2400" dirty="0"/>
                        <a:t>true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3202916409"/>
                  </a:ext>
                </a:extLst>
              </a:tr>
              <a:tr h="607634">
                <a:tc>
                  <a:txBody>
                    <a:bodyPr/>
                    <a:lstStyle/>
                    <a:p>
                      <a:r>
                        <a:rPr lang="en-US" sz="2400" dirty="0"/>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r>
                        <a:rPr lang="en-US" sz="2400" dirty="0"/>
                        <a:t>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r>
                        <a:rPr lang="en-US" sz="2400" dirty="0"/>
                        <a:t>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3005902261"/>
                  </a:ext>
                </a:extLst>
              </a:tr>
              <a:tr h="607634">
                <a:tc>
                  <a:txBody>
                    <a:bodyPr/>
                    <a:lstStyle/>
                    <a:p>
                      <a:r>
                        <a:rPr lang="en-US" sz="2400" dirty="0"/>
                        <a:t>false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r>
                        <a:rPr lang="en-US" sz="2400" dirty="0"/>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r>
                        <a:rPr lang="en-US" sz="2400" dirty="0"/>
                        <a:t>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1380430314"/>
                  </a:ext>
                </a:extLst>
              </a:tr>
              <a:tr h="607634">
                <a:tc>
                  <a:txBody>
                    <a:bodyPr/>
                    <a:lstStyle/>
                    <a:p>
                      <a:r>
                        <a:rPr lang="en-US" sz="2400" dirty="0"/>
                        <a:t>false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r>
                        <a:rPr lang="en-US" sz="2400" dirty="0"/>
                        <a:t>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r>
                        <a:rPr lang="en-US" sz="2400" dirty="0"/>
                        <a:t>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3374660509"/>
                  </a:ext>
                </a:extLst>
              </a:tr>
            </a:tbl>
          </a:graphicData>
        </a:graphic>
      </p:graphicFrame>
    </p:spTree>
    <p:extLst>
      <p:ext uri="{BB962C8B-B14F-4D97-AF65-F5344CB8AC3E}">
        <p14:creationId xmlns:p14="http://schemas.microsoft.com/office/powerpoint/2010/main" val="824379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B9320-385C-6BE8-1B9D-E8C90AD9F672}"/>
              </a:ext>
            </a:extLst>
          </p:cNvPr>
          <p:cNvSpPr>
            <a:spLocks noGrp="1"/>
          </p:cNvSpPr>
          <p:nvPr>
            <p:ph type="title"/>
          </p:nvPr>
        </p:nvSpPr>
        <p:spPr/>
        <p:txBody>
          <a:bodyPr/>
          <a:lstStyle/>
          <a:p>
            <a:r>
              <a:rPr lang="en-US" dirty="0" err="1"/>
              <a:t>EXamples</a:t>
            </a:r>
            <a:endParaRPr lang="en-US" dirty="0"/>
          </a:p>
        </p:txBody>
      </p:sp>
      <p:sp>
        <p:nvSpPr>
          <p:cNvPr id="3" name="Text Placeholder 2">
            <a:extLst>
              <a:ext uri="{FF2B5EF4-FFF2-40B4-BE49-F238E27FC236}">
                <a16:creationId xmlns:a16="http://schemas.microsoft.com/office/drawing/2014/main" id="{7BF9F56A-7797-1FDA-3C5A-9B7930CAD8EA}"/>
              </a:ext>
            </a:extLst>
          </p:cNvPr>
          <p:cNvSpPr>
            <a:spLocks noGrp="1"/>
          </p:cNvSpPr>
          <p:nvPr>
            <p:ph type="body" idx="1"/>
          </p:nvPr>
        </p:nvSpPr>
        <p:spPr>
          <a:xfrm>
            <a:off x="976540" y="2179636"/>
            <a:ext cx="4754880" cy="822960"/>
          </a:xfrm>
        </p:spPr>
        <p:txBody>
          <a:bodyPr>
            <a:normAutofit lnSpcReduction="10000"/>
          </a:bodyPr>
          <a:lstStyle/>
          <a:p>
            <a:r>
              <a:rPr lang="en-US" b="1" dirty="0"/>
              <a:t>Example 1: Age and Membership Check</a:t>
            </a:r>
          </a:p>
          <a:p>
            <a:endParaRPr lang="en-US" dirty="0"/>
          </a:p>
        </p:txBody>
      </p:sp>
      <p:sp>
        <p:nvSpPr>
          <p:cNvPr id="4" name="Content Placeholder 3">
            <a:extLst>
              <a:ext uri="{FF2B5EF4-FFF2-40B4-BE49-F238E27FC236}">
                <a16:creationId xmlns:a16="http://schemas.microsoft.com/office/drawing/2014/main" id="{6C1303D3-5C25-632D-468D-E1D0620FF137}"/>
              </a:ext>
            </a:extLst>
          </p:cNvPr>
          <p:cNvSpPr>
            <a:spLocks noGrp="1"/>
          </p:cNvSpPr>
          <p:nvPr>
            <p:ph sz="half" idx="2"/>
          </p:nvPr>
        </p:nvSpPr>
        <p:spPr/>
        <p:style>
          <a:lnRef idx="0">
            <a:schemeClr val="accent4"/>
          </a:lnRef>
          <a:fillRef idx="3">
            <a:schemeClr val="accent4"/>
          </a:fillRef>
          <a:effectRef idx="3">
            <a:schemeClr val="accent4"/>
          </a:effectRef>
          <a:fontRef idx="minor">
            <a:schemeClr val="lt1"/>
          </a:fontRef>
        </p:style>
        <p:txBody>
          <a:bodyPr>
            <a:normAutofit fontScale="85000" lnSpcReduction="20000"/>
          </a:bodyPr>
          <a:lstStyle/>
          <a:p>
            <a:r>
              <a:rPr lang="en-US" dirty="0"/>
              <a:t>let age = 25;</a:t>
            </a:r>
          </a:p>
          <a:p>
            <a:r>
              <a:rPr lang="en-US" dirty="0"/>
              <a:t>let </a:t>
            </a:r>
            <a:r>
              <a:rPr lang="en-US" dirty="0" err="1"/>
              <a:t>hasMembership</a:t>
            </a:r>
            <a:r>
              <a:rPr lang="en-US" dirty="0"/>
              <a:t> = true;</a:t>
            </a:r>
          </a:p>
          <a:p>
            <a:endParaRPr lang="en-US" dirty="0"/>
          </a:p>
          <a:p>
            <a:r>
              <a:rPr lang="en-US" dirty="0"/>
              <a:t>if (age &gt;= 18 &amp;&amp; </a:t>
            </a:r>
            <a:r>
              <a:rPr lang="en-US" dirty="0" err="1"/>
              <a:t>hasMembership</a:t>
            </a:r>
            <a:r>
              <a:rPr lang="en-US" dirty="0"/>
              <a:t>) {</a:t>
            </a:r>
          </a:p>
          <a:p>
            <a:r>
              <a:rPr lang="en-US" dirty="0"/>
              <a:t>    console.log("Access granted.");</a:t>
            </a:r>
          </a:p>
          <a:p>
            <a:r>
              <a:rPr lang="en-US" dirty="0"/>
              <a:t>} else {</a:t>
            </a:r>
          </a:p>
          <a:p>
            <a:r>
              <a:rPr lang="en-US" dirty="0"/>
              <a:t>    console.log("Access denied.");</a:t>
            </a:r>
          </a:p>
          <a:p>
            <a:r>
              <a:rPr lang="en-US" dirty="0"/>
              <a:t>}</a:t>
            </a:r>
          </a:p>
          <a:p>
            <a:r>
              <a:rPr lang="en-US" dirty="0"/>
              <a:t>// Output: "Access granted."</a:t>
            </a:r>
          </a:p>
          <a:p>
            <a:endParaRPr lang="en-US" dirty="0"/>
          </a:p>
        </p:txBody>
      </p:sp>
      <p:sp>
        <p:nvSpPr>
          <p:cNvPr id="5" name="Text Placeholder 4">
            <a:extLst>
              <a:ext uri="{FF2B5EF4-FFF2-40B4-BE49-F238E27FC236}">
                <a16:creationId xmlns:a16="http://schemas.microsoft.com/office/drawing/2014/main" id="{CDED9799-5C3B-1DF2-1C8B-81A923958E50}"/>
              </a:ext>
            </a:extLst>
          </p:cNvPr>
          <p:cNvSpPr>
            <a:spLocks noGrp="1"/>
          </p:cNvSpPr>
          <p:nvPr>
            <p:ph type="body" sz="quarter" idx="3"/>
          </p:nvPr>
        </p:nvSpPr>
        <p:spPr/>
        <p:txBody>
          <a:bodyPr>
            <a:normAutofit lnSpcReduction="10000"/>
          </a:bodyPr>
          <a:lstStyle/>
          <a:p>
            <a:r>
              <a:rPr lang="en-US" b="1" dirty="0"/>
              <a:t>Example 2: Range Check</a:t>
            </a:r>
          </a:p>
          <a:p>
            <a:endParaRPr lang="en-US" dirty="0"/>
          </a:p>
        </p:txBody>
      </p:sp>
      <p:sp>
        <p:nvSpPr>
          <p:cNvPr id="6" name="Content Placeholder 5">
            <a:extLst>
              <a:ext uri="{FF2B5EF4-FFF2-40B4-BE49-F238E27FC236}">
                <a16:creationId xmlns:a16="http://schemas.microsoft.com/office/drawing/2014/main" id="{6F7C016B-A4A6-30DD-A9CC-F2CA434426FF}"/>
              </a:ext>
            </a:extLst>
          </p:cNvPr>
          <p:cNvSpPr>
            <a:spLocks noGrp="1"/>
          </p:cNvSpPr>
          <p:nvPr>
            <p:ph sz="quarter" idx="4"/>
          </p:nvPr>
        </p:nvSpPr>
        <p:spPr/>
        <p:style>
          <a:lnRef idx="1">
            <a:schemeClr val="dk1"/>
          </a:lnRef>
          <a:fillRef idx="3">
            <a:schemeClr val="dk1"/>
          </a:fillRef>
          <a:effectRef idx="2">
            <a:schemeClr val="dk1"/>
          </a:effectRef>
          <a:fontRef idx="minor">
            <a:schemeClr val="lt1"/>
          </a:fontRef>
        </p:style>
        <p:txBody>
          <a:bodyPr>
            <a:normAutofit fontScale="85000" lnSpcReduction="20000"/>
          </a:bodyPr>
          <a:lstStyle/>
          <a:p>
            <a:r>
              <a:rPr lang="en-US" dirty="0"/>
              <a:t>let number = 7;</a:t>
            </a:r>
          </a:p>
          <a:p>
            <a:endParaRPr lang="en-US" dirty="0"/>
          </a:p>
          <a:p>
            <a:r>
              <a:rPr lang="en-US" dirty="0"/>
              <a:t>if (number &gt;= 1 &amp;&amp; number &lt;= 10) {</a:t>
            </a:r>
          </a:p>
          <a:p>
            <a:r>
              <a:rPr lang="en-US" dirty="0"/>
              <a:t>    console.log("Number is within range.");</a:t>
            </a:r>
          </a:p>
          <a:p>
            <a:r>
              <a:rPr lang="en-US" dirty="0"/>
              <a:t>} else {</a:t>
            </a:r>
          </a:p>
          <a:p>
            <a:r>
              <a:rPr lang="en-US" dirty="0"/>
              <a:t>    console.log("Number is out of range.");</a:t>
            </a:r>
          </a:p>
          <a:p>
            <a:r>
              <a:rPr lang="en-US" dirty="0"/>
              <a:t>}</a:t>
            </a:r>
          </a:p>
          <a:p>
            <a:r>
              <a:rPr lang="en-US" dirty="0"/>
              <a:t>// Output: "Number is within range."</a:t>
            </a:r>
          </a:p>
          <a:p>
            <a:endParaRPr lang="en-US" dirty="0"/>
          </a:p>
        </p:txBody>
      </p:sp>
    </p:spTree>
    <p:extLst>
      <p:ext uri="{BB962C8B-B14F-4D97-AF65-F5344CB8AC3E}">
        <p14:creationId xmlns:p14="http://schemas.microsoft.com/office/powerpoint/2010/main" val="1750928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effectLst/>
      </p:bgPr>
    </p:bg>
    <p:spTree>
      <p:nvGrpSpPr>
        <p:cNvPr id="1" name="">
          <a:extLst>
            <a:ext uri="{FF2B5EF4-FFF2-40B4-BE49-F238E27FC236}">
              <a16:creationId xmlns:a16="http://schemas.microsoft.com/office/drawing/2014/main" id="{4EDC60D6-8113-D9AE-D88B-39F72E47244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69AB1DC-9758-0499-4004-01BAB4250010}"/>
              </a:ext>
            </a:extLst>
          </p:cNvPr>
          <p:cNvSpPr>
            <a:spLocks noGrp="1"/>
          </p:cNvSpPr>
          <p:nvPr>
            <p:ph type="title"/>
          </p:nvPr>
        </p:nvSpPr>
        <p:spPr>
          <a:xfrm>
            <a:off x="1592826" y="2687736"/>
            <a:ext cx="8898193" cy="923330"/>
          </a:xfrm>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anchor="t">
            <a:spAutoFit/>
          </a:bodyPr>
          <a:lstStyle/>
          <a:p>
            <a:pPr algn="ctr">
              <a:lnSpc>
                <a:spcPct val="100000"/>
              </a:lnSpc>
              <a:spcBef>
                <a:spcPct val="0"/>
              </a:spcBef>
            </a:pPr>
            <a:r>
              <a:rPr lang="zh-CN" altLang="en-US" sz="5400" b="1" i="0" u="none" baseline="0" dirty="0">
                <a:solidFill>
                  <a:srgbClr val="000000"/>
                </a:solidFill>
                <a:latin typeface="微软雅黑"/>
                <a:ea typeface="微软雅黑"/>
              </a:rPr>
              <a:t>OR Operator (||)</a:t>
            </a:r>
          </a:p>
        </p:txBody>
      </p:sp>
      <p:sp>
        <p:nvSpPr>
          <p:cNvPr id="3" name="TextBox 3">
            <a:extLst>
              <a:ext uri="{FF2B5EF4-FFF2-40B4-BE49-F238E27FC236}">
                <a16:creationId xmlns:a16="http://schemas.microsoft.com/office/drawing/2014/main" id="{D32AB306-70A5-287C-6CF9-1F87BD987581}"/>
              </a:ext>
            </a:extLst>
          </p:cNvPr>
          <p:cNvSpPr txBox="1"/>
          <p:nvPr/>
        </p:nvSpPr>
        <p:spPr>
          <a:xfrm>
            <a:off x="5430672" y="1579740"/>
            <a:ext cx="1330656" cy="1107996"/>
          </a:xfrm>
          <a:prstGeom prst="rect">
            <a:avLst/>
          </a:prstGeom>
        </p:spPr>
        <p:txBody>
          <a:bodyPr vert="horz" wrap="square" lIns="91440" tIns="45720" rIns="91440" bIns="45720" rtlCol="0" anchor="b">
            <a:spAutoFit/>
          </a:bodyPr>
          <a:lstStyle/>
          <a:p>
            <a:pPr marL="0" algn="l">
              <a:defRPr/>
            </a:pPr>
            <a:r>
              <a:rPr lang="en-US" sz="6600" b="0" i="0" u="none" baseline="0" dirty="0">
                <a:solidFill>
                  <a:srgbClr val="000000"/>
                </a:solidFill>
                <a:latin typeface="Arial"/>
                <a:ea typeface="Arial"/>
              </a:rPr>
              <a:t>02</a:t>
            </a:r>
            <a:endParaRPr lang="en-US" sz="1100" dirty="0"/>
          </a:p>
        </p:txBody>
      </p:sp>
      <p:grpSp>
        <p:nvGrpSpPr>
          <p:cNvPr id="4" name="Group 3">
            <a:extLst>
              <a:ext uri="{FF2B5EF4-FFF2-40B4-BE49-F238E27FC236}">
                <a16:creationId xmlns:a16="http://schemas.microsoft.com/office/drawing/2014/main" id="{C655ADF8-E972-3012-1B5A-14A5310076C2}"/>
              </a:ext>
            </a:extLst>
          </p:cNvPr>
          <p:cNvGrpSpPr/>
          <p:nvPr/>
        </p:nvGrpSpPr>
        <p:grpSpPr>
          <a:xfrm>
            <a:off x="6533802" y="4016462"/>
            <a:ext cx="5327053" cy="2523596"/>
            <a:chOff x="1152366" y="1015025"/>
            <a:chExt cx="4040519" cy="1914123"/>
          </a:xfrm>
          <a:blipFill>
            <a:blip r:embed="rId2"/>
            <a:tile tx="0" ty="0" sx="100000" sy="100000" flip="none" algn="tl"/>
          </a:blipFill>
        </p:grpSpPr>
        <p:grpSp>
          <p:nvGrpSpPr>
            <p:cNvPr id="5" name="Group 4">
              <a:extLst>
                <a:ext uri="{FF2B5EF4-FFF2-40B4-BE49-F238E27FC236}">
                  <a16:creationId xmlns:a16="http://schemas.microsoft.com/office/drawing/2014/main" id="{9A90526E-7E16-04F0-58F9-1E7A4FEBBDF6}"/>
                </a:ext>
              </a:extLst>
            </p:cNvPr>
            <p:cNvGrpSpPr/>
            <p:nvPr/>
          </p:nvGrpSpPr>
          <p:grpSpPr>
            <a:xfrm>
              <a:off x="2360592" y="1046443"/>
              <a:ext cx="1594548" cy="1835278"/>
              <a:chOff x="4223809" y="1429500"/>
              <a:chExt cx="3633074" cy="4181560"/>
            </a:xfrm>
            <a:grpFill/>
          </p:grpSpPr>
          <p:sp>
            <p:nvSpPr>
              <p:cNvPr id="126" name="Freeform 4">
                <a:extLst>
                  <a:ext uri="{FF2B5EF4-FFF2-40B4-BE49-F238E27FC236}">
                    <a16:creationId xmlns:a16="http://schemas.microsoft.com/office/drawing/2014/main" id="{8B0AA4A2-6A95-86C0-DD85-804A992CA4C2}"/>
                  </a:ext>
                </a:extLst>
              </p:cNvPr>
              <p:cNvSpPr/>
              <p:nvPr/>
            </p:nvSpPr>
            <p:spPr>
              <a:xfrm>
                <a:off x="5059405" y="1466369"/>
                <a:ext cx="2549179" cy="2766007"/>
              </a:xfrm>
              <a:custGeom>
                <a:avLst/>
                <a:gdLst>
                  <a:gd name="connsiteX0" fmla="*/ 1235288 w 1475073"/>
                  <a:gd name="connsiteY0" fmla="*/ 1576115 h 1600541"/>
                  <a:gd name="connsiteX1" fmla="*/ 910637 w 1475073"/>
                  <a:gd name="connsiteY1" fmla="*/ 1540645 h 1600541"/>
                  <a:gd name="connsiteX2" fmla="*/ 618494 w 1475073"/>
                  <a:gd name="connsiteY2" fmla="*/ 1424067 h 1600541"/>
                  <a:gd name="connsiteX3" fmla="*/ 409456 w 1475073"/>
                  <a:gd name="connsiteY3" fmla="*/ 1469443 h 1600541"/>
                  <a:gd name="connsiteX4" fmla="*/ 237284 w 1475073"/>
                  <a:gd name="connsiteY4" fmla="*/ 1542240 h 1600541"/>
                  <a:gd name="connsiteX5" fmla="*/ 24686 w 1475073"/>
                  <a:gd name="connsiteY5" fmla="*/ 1423660 h 1600541"/>
                  <a:gd name="connsiteX6" fmla="*/ 37703 w 1475073"/>
                  <a:gd name="connsiteY6" fmla="*/ 1174455 h 1600541"/>
                  <a:gd name="connsiteX7" fmla="*/ 62790 w 1475073"/>
                  <a:gd name="connsiteY7" fmla="*/ 1017586 h 1600541"/>
                  <a:gd name="connsiteX8" fmla="*/ 40086 w 1475073"/>
                  <a:gd name="connsiteY8" fmla="*/ 977483 h 1600541"/>
                  <a:gd name="connsiteX9" fmla="*/ 34913 w 1475073"/>
                  <a:gd name="connsiteY9" fmla="*/ 934498 h 1600541"/>
                  <a:gd name="connsiteX10" fmla="*/ 138075 w 1475073"/>
                  <a:gd name="connsiteY10" fmla="*/ 730520 h 1600541"/>
                  <a:gd name="connsiteX11" fmla="*/ 159631 w 1475073"/>
                  <a:gd name="connsiteY11" fmla="*/ 681674 h 1600541"/>
                  <a:gd name="connsiteX12" fmla="*/ 111956 w 1475073"/>
                  <a:gd name="connsiteY12" fmla="*/ 556306 h 1600541"/>
                  <a:gd name="connsiteX13" fmla="*/ 258256 w 1475073"/>
                  <a:gd name="connsiteY13" fmla="*/ 188957 h 1600541"/>
                  <a:gd name="connsiteX14" fmla="*/ 456701 w 1475073"/>
                  <a:gd name="connsiteY14" fmla="*/ 83565 h 1600541"/>
                  <a:gd name="connsiteX15" fmla="*/ 543656 w 1475073"/>
                  <a:gd name="connsiteY15" fmla="*/ 27083 h 1600541"/>
                  <a:gd name="connsiteX16" fmla="*/ 711592 w 1475073"/>
                  <a:gd name="connsiteY16" fmla="*/ 4324 h 1600541"/>
                  <a:gd name="connsiteX17" fmla="*/ 1104754 w 1475073"/>
                  <a:gd name="connsiteY17" fmla="*/ 321910 h 1600541"/>
                  <a:gd name="connsiteX18" fmla="*/ 1204747 w 1475073"/>
                  <a:gd name="connsiteY18" fmla="*/ 658873 h 1600541"/>
                  <a:gd name="connsiteX19" fmla="*/ 1308187 w 1475073"/>
                  <a:gd name="connsiteY19" fmla="*/ 734176 h 1600541"/>
                  <a:gd name="connsiteX20" fmla="*/ 1330846 w 1475073"/>
                  <a:gd name="connsiteY20" fmla="*/ 1001196 h 1600541"/>
                  <a:gd name="connsiteX21" fmla="*/ 1370862 w 1475073"/>
                  <a:gd name="connsiteY21" fmla="*/ 1047225 h 1600541"/>
                  <a:gd name="connsiteX22" fmla="*/ 1473375 w 1475073"/>
                  <a:gd name="connsiteY22" fmla="*/ 1342758 h 1600541"/>
                  <a:gd name="connsiteX23" fmla="*/ 1452422 w 1475073"/>
                  <a:gd name="connsiteY23" fmla="*/ 1418078 h 1600541"/>
                  <a:gd name="connsiteX24" fmla="*/ 1375324 w 1475073"/>
                  <a:gd name="connsiteY24" fmla="*/ 1492621 h 1600541"/>
                  <a:gd name="connsiteX25" fmla="*/ 1236727 w 1475073"/>
                  <a:gd name="connsiteY25" fmla="*/ 1575522 h 1600541"/>
                  <a:gd name="connsiteX26" fmla="*/ 1235288 w 1475073"/>
                  <a:gd name="connsiteY26" fmla="*/ 1576115 h 1600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475073" h="1600541" fill="none" extrusionOk="0">
                    <a:moveTo>
                      <a:pt x="1235288" y="1576115"/>
                    </a:moveTo>
                    <a:cubicBezTo>
                      <a:pt x="1128777" y="1637692"/>
                      <a:pt x="998645" y="1594629"/>
                      <a:pt x="910637" y="1540645"/>
                    </a:cubicBezTo>
                    <a:cubicBezTo>
                      <a:pt x="824645" y="1476534"/>
                      <a:pt x="732471" y="1439095"/>
                      <a:pt x="618494" y="1424067"/>
                    </a:cubicBezTo>
                    <a:cubicBezTo>
                      <a:pt x="547033" y="1406889"/>
                      <a:pt x="475328" y="1462069"/>
                      <a:pt x="409456" y="1469443"/>
                    </a:cubicBezTo>
                    <a:cubicBezTo>
                      <a:pt x="345596" y="1475476"/>
                      <a:pt x="315064" y="1536051"/>
                      <a:pt x="237284" y="1542240"/>
                    </a:cubicBezTo>
                    <a:cubicBezTo>
                      <a:pt x="145905" y="1553764"/>
                      <a:pt x="59086" y="1496921"/>
                      <a:pt x="24686" y="1423660"/>
                    </a:cubicBezTo>
                    <a:cubicBezTo>
                      <a:pt x="-16791" y="1348416"/>
                      <a:pt x="-12373" y="1248870"/>
                      <a:pt x="37703" y="1174455"/>
                    </a:cubicBezTo>
                    <a:cubicBezTo>
                      <a:pt x="60883" y="1115685"/>
                      <a:pt x="101774" y="1068818"/>
                      <a:pt x="62790" y="1017586"/>
                    </a:cubicBezTo>
                    <a:cubicBezTo>
                      <a:pt x="54685" y="1004316"/>
                      <a:pt x="44250" y="989655"/>
                      <a:pt x="40086" y="977483"/>
                    </a:cubicBezTo>
                    <a:cubicBezTo>
                      <a:pt x="36393" y="965187"/>
                      <a:pt x="34205" y="949908"/>
                      <a:pt x="34913" y="934498"/>
                    </a:cubicBezTo>
                    <a:cubicBezTo>
                      <a:pt x="26145" y="842978"/>
                      <a:pt x="90857" y="800024"/>
                      <a:pt x="138075" y="730520"/>
                    </a:cubicBezTo>
                    <a:cubicBezTo>
                      <a:pt x="148954" y="714003"/>
                      <a:pt x="153890" y="700728"/>
                      <a:pt x="159631" y="681674"/>
                    </a:cubicBezTo>
                    <a:cubicBezTo>
                      <a:pt x="173235" y="644675"/>
                      <a:pt x="131665" y="604608"/>
                      <a:pt x="111956" y="556306"/>
                    </a:cubicBezTo>
                    <a:cubicBezTo>
                      <a:pt x="62426" y="407966"/>
                      <a:pt x="150826" y="266777"/>
                      <a:pt x="258256" y="188957"/>
                    </a:cubicBezTo>
                    <a:cubicBezTo>
                      <a:pt x="316403" y="139896"/>
                      <a:pt x="393403" y="132237"/>
                      <a:pt x="456701" y="83565"/>
                    </a:cubicBezTo>
                    <a:cubicBezTo>
                      <a:pt x="488744" y="61352"/>
                      <a:pt x="514990" y="43051"/>
                      <a:pt x="543656" y="27083"/>
                    </a:cubicBezTo>
                    <a:cubicBezTo>
                      <a:pt x="601491" y="-2576"/>
                      <a:pt x="645239" y="-4034"/>
                      <a:pt x="711592" y="4324"/>
                    </a:cubicBezTo>
                    <a:cubicBezTo>
                      <a:pt x="880613" y="-15120"/>
                      <a:pt x="1045570" y="161635"/>
                      <a:pt x="1104754" y="321910"/>
                    </a:cubicBezTo>
                    <a:cubicBezTo>
                      <a:pt x="1126832" y="440678"/>
                      <a:pt x="1095696" y="563045"/>
                      <a:pt x="1204747" y="658873"/>
                    </a:cubicBezTo>
                    <a:cubicBezTo>
                      <a:pt x="1246203" y="676893"/>
                      <a:pt x="1282322" y="705875"/>
                      <a:pt x="1308187" y="734176"/>
                    </a:cubicBezTo>
                    <a:cubicBezTo>
                      <a:pt x="1343879" y="814315"/>
                      <a:pt x="1262789" y="918292"/>
                      <a:pt x="1330846" y="1001196"/>
                    </a:cubicBezTo>
                    <a:cubicBezTo>
                      <a:pt x="1340184" y="1019096"/>
                      <a:pt x="1357886" y="1033095"/>
                      <a:pt x="1370862" y="1047225"/>
                    </a:cubicBezTo>
                    <a:cubicBezTo>
                      <a:pt x="1454783" y="1120902"/>
                      <a:pt x="1476270" y="1225623"/>
                      <a:pt x="1473375" y="1342758"/>
                    </a:cubicBezTo>
                    <a:cubicBezTo>
                      <a:pt x="1465772" y="1371844"/>
                      <a:pt x="1460648" y="1393566"/>
                      <a:pt x="1452422" y="1418078"/>
                    </a:cubicBezTo>
                    <a:cubicBezTo>
                      <a:pt x="1441386" y="1452408"/>
                      <a:pt x="1405069" y="1470766"/>
                      <a:pt x="1375324" y="1492621"/>
                    </a:cubicBezTo>
                    <a:cubicBezTo>
                      <a:pt x="1335012" y="1531846"/>
                      <a:pt x="1282554" y="1552927"/>
                      <a:pt x="1236727" y="1575522"/>
                    </a:cubicBezTo>
                    <a:cubicBezTo>
                      <a:pt x="1236105" y="1575841"/>
                      <a:pt x="1235612" y="1575968"/>
                      <a:pt x="1235288" y="1576115"/>
                    </a:cubicBezTo>
                    <a:close/>
                  </a:path>
                  <a:path w="1475073" h="1600541" stroke="0" extrusionOk="0">
                    <a:moveTo>
                      <a:pt x="1235288" y="1576115"/>
                    </a:moveTo>
                    <a:cubicBezTo>
                      <a:pt x="1132332" y="1621509"/>
                      <a:pt x="1016947" y="1622172"/>
                      <a:pt x="910637" y="1540645"/>
                    </a:cubicBezTo>
                    <a:cubicBezTo>
                      <a:pt x="836137" y="1478206"/>
                      <a:pt x="740225" y="1420302"/>
                      <a:pt x="618494" y="1424067"/>
                    </a:cubicBezTo>
                    <a:cubicBezTo>
                      <a:pt x="545246" y="1409867"/>
                      <a:pt x="485148" y="1445893"/>
                      <a:pt x="409456" y="1469443"/>
                    </a:cubicBezTo>
                    <a:cubicBezTo>
                      <a:pt x="360841" y="1478023"/>
                      <a:pt x="298772" y="1530584"/>
                      <a:pt x="237284" y="1542240"/>
                    </a:cubicBezTo>
                    <a:cubicBezTo>
                      <a:pt x="150260" y="1556802"/>
                      <a:pt x="83113" y="1505639"/>
                      <a:pt x="24686" y="1423660"/>
                    </a:cubicBezTo>
                    <a:cubicBezTo>
                      <a:pt x="-19058" y="1348543"/>
                      <a:pt x="-17569" y="1258651"/>
                      <a:pt x="37703" y="1174455"/>
                    </a:cubicBezTo>
                    <a:cubicBezTo>
                      <a:pt x="78952" y="1113637"/>
                      <a:pt x="105311" y="1086033"/>
                      <a:pt x="62790" y="1017586"/>
                    </a:cubicBezTo>
                    <a:cubicBezTo>
                      <a:pt x="54733" y="1003342"/>
                      <a:pt x="46048" y="992631"/>
                      <a:pt x="40086" y="977483"/>
                    </a:cubicBezTo>
                    <a:cubicBezTo>
                      <a:pt x="35168" y="963207"/>
                      <a:pt x="33180" y="949548"/>
                      <a:pt x="34913" y="934498"/>
                    </a:cubicBezTo>
                    <a:cubicBezTo>
                      <a:pt x="37273" y="853730"/>
                      <a:pt x="104565" y="791160"/>
                      <a:pt x="138075" y="730520"/>
                    </a:cubicBezTo>
                    <a:cubicBezTo>
                      <a:pt x="144946" y="714346"/>
                      <a:pt x="158820" y="699735"/>
                      <a:pt x="159631" y="681674"/>
                    </a:cubicBezTo>
                    <a:cubicBezTo>
                      <a:pt x="168524" y="631935"/>
                      <a:pt x="136385" y="588091"/>
                      <a:pt x="111956" y="556306"/>
                    </a:cubicBezTo>
                    <a:cubicBezTo>
                      <a:pt x="50624" y="417701"/>
                      <a:pt x="165405" y="262439"/>
                      <a:pt x="258256" y="188957"/>
                    </a:cubicBezTo>
                    <a:cubicBezTo>
                      <a:pt x="321371" y="124711"/>
                      <a:pt x="386018" y="138565"/>
                      <a:pt x="456701" y="83565"/>
                    </a:cubicBezTo>
                    <a:cubicBezTo>
                      <a:pt x="491937" y="61710"/>
                      <a:pt x="507681" y="41249"/>
                      <a:pt x="543656" y="27083"/>
                    </a:cubicBezTo>
                    <a:cubicBezTo>
                      <a:pt x="591995" y="-13985"/>
                      <a:pt x="651903" y="-6681"/>
                      <a:pt x="711592" y="4324"/>
                    </a:cubicBezTo>
                    <a:cubicBezTo>
                      <a:pt x="886525" y="29476"/>
                      <a:pt x="1100679" y="170808"/>
                      <a:pt x="1104754" y="321910"/>
                    </a:cubicBezTo>
                    <a:cubicBezTo>
                      <a:pt x="1119228" y="436739"/>
                      <a:pt x="1094218" y="577941"/>
                      <a:pt x="1204747" y="658873"/>
                    </a:cubicBezTo>
                    <a:cubicBezTo>
                      <a:pt x="1242800" y="689190"/>
                      <a:pt x="1286335" y="692251"/>
                      <a:pt x="1308187" y="734176"/>
                    </a:cubicBezTo>
                    <a:cubicBezTo>
                      <a:pt x="1341359" y="797113"/>
                      <a:pt x="1291195" y="915426"/>
                      <a:pt x="1330846" y="1001196"/>
                    </a:cubicBezTo>
                    <a:cubicBezTo>
                      <a:pt x="1337292" y="1015971"/>
                      <a:pt x="1356343" y="1032869"/>
                      <a:pt x="1370862" y="1047225"/>
                    </a:cubicBezTo>
                    <a:cubicBezTo>
                      <a:pt x="1428052" y="1142829"/>
                      <a:pt x="1474496" y="1224205"/>
                      <a:pt x="1473375" y="1342758"/>
                    </a:cubicBezTo>
                    <a:cubicBezTo>
                      <a:pt x="1467179" y="1368826"/>
                      <a:pt x="1464353" y="1393051"/>
                      <a:pt x="1452422" y="1418078"/>
                    </a:cubicBezTo>
                    <a:cubicBezTo>
                      <a:pt x="1433240" y="1449169"/>
                      <a:pt x="1400670" y="1470599"/>
                      <a:pt x="1375324" y="1492621"/>
                    </a:cubicBezTo>
                    <a:cubicBezTo>
                      <a:pt x="1334515" y="1518414"/>
                      <a:pt x="1283559" y="1555263"/>
                      <a:pt x="1236727" y="1575522"/>
                    </a:cubicBezTo>
                    <a:cubicBezTo>
                      <a:pt x="1236345" y="1575641"/>
                      <a:pt x="1235945" y="1575850"/>
                      <a:pt x="1235288" y="1576115"/>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761751975">
                      <a:custGeom>
                        <a:avLst/>
                        <a:gdLst/>
                        <a:ahLst/>
                        <a:cxnLst/>
                        <a:rect l="l" t="t" r="r" b="b"/>
                        <a:pathLst>
                          <a:path w="2549179" h="2766007">
                            <a:moveTo>
                              <a:pt x="2134791" y="2723795"/>
                            </a:moveTo>
                            <a:cubicBezTo>
                              <a:pt x="1956324" y="2796623"/>
                              <a:pt x="1731343" y="2774600"/>
                              <a:pt x="1573738" y="2662498"/>
                            </a:cubicBezTo>
                            <a:cubicBezTo>
                              <a:pt x="1415352" y="2549838"/>
                              <a:pt x="1270104" y="2467006"/>
                              <a:pt x="1068865" y="2461031"/>
                            </a:cubicBezTo>
                            <a:cubicBezTo>
                              <a:pt x="943877" y="2457319"/>
                              <a:pt x="826705" y="2509599"/>
                              <a:pt x="707611" y="2539448"/>
                            </a:cubicBezTo>
                            <a:cubicBezTo>
                              <a:pt x="602911" y="2565688"/>
                              <a:pt x="522925" y="2649785"/>
                              <a:pt x="410068" y="2665254"/>
                            </a:cubicBezTo>
                            <a:cubicBezTo>
                              <a:pt x="261729" y="2685584"/>
                              <a:pt x="109374" y="2594372"/>
                              <a:pt x="42663" y="2460328"/>
                            </a:cubicBezTo>
                            <a:cubicBezTo>
                              <a:pt x="-24048" y="2326289"/>
                              <a:pt x="-9479" y="2159451"/>
                              <a:pt x="65158" y="2029659"/>
                            </a:cubicBezTo>
                            <a:cubicBezTo>
                              <a:pt x="119636" y="1934915"/>
                              <a:pt x="169738" y="1864192"/>
                              <a:pt x="108513" y="1758562"/>
                            </a:cubicBezTo>
                            <a:cubicBezTo>
                              <a:pt x="95179" y="1735553"/>
                              <a:pt x="78411" y="1714238"/>
                              <a:pt x="69277" y="1689258"/>
                            </a:cubicBezTo>
                            <a:cubicBezTo>
                              <a:pt x="60657" y="1665679"/>
                              <a:pt x="59324" y="1640056"/>
                              <a:pt x="60336" y="1614973"/>
                            </a:cubicBezTo>
                            <a:cubicBezTo>
                              <a:pt x="65856" y="1478104"/>
                              <a:pt x="169532" y="1375487"/>
                              <a:pt x="238618" y="1262463"/>
                            </a:cubicBezTo>
                            <a:cubicBezTo>
                              <a:pt x="254768" y="1236042"/>
                              <a:pt x="270992" y="1208627"/>
                              <a:pt x="275870" y="1178049"/>
                            </a:cubicBezTo>
                            <a:cubicBezTo>
                              <a:pt x="288274" y="1100245"/>
                              <a:pt x="226441" y="1032964"/>
                              <a:pt x="193480" y="961392"/>
                            </a:cubicBezTo>
                            <a:cubicBezTo>
                              <a:pt x="86683" y="729485"/>
                              <a:pt x="268935" y="465709"/>
                              <a:pt x="446312" y="326551"/>
                            </a:cubicBezTo>
                            <a:cubicBezTo>
                              <a:pt x="550961" y="244453"/>
                              <a:pt x="676394" y="211320"/>
                              <a:pt x="789259" y="144416"/>
                            </a:cubicBezTo>
                            <a:cubicBezTo>
                              <a:pt x="840656" y="113949"/>
                              <a:pt x="887518" y="76209"/>
                              <a:pt x="939531" y="46805"/>
                            </a:cubicBezTo>
                            <a:cubicBezTo>
                              <a:pt x="1030220" y="-4459"/>
                              <a:pt x="1129052" y="-6645"/>
                              <a:pt x="1229753" y="7474"/>
                            </a:cubicBezTo>
                            <a:cubicBezTo>
                              <a:pt x="1516607" y="47701"/>
                              <a:pt x="1842726" y="256214"/>
                              <a:pt x="1909206" y="556316"/>
                            </a:cubicBezTo>
                            <a:cubicBezTo>
                              <a:pt x="1954271" y="759741"/>
                              <a:pt x="1880483" y="996231"/>
                              <a:pt x="2082010" y="1138646"/>
                            </a:cubicBezTo>
                            <a:cubicBezTo>
                              <a:pt x="2142707" y="1181538"/>
                              <a:pt x="2219376" y="1207054"/>
                              <a:pt x="2260772" y="1268781"/>
                            </a:cubicBezTo>
                            <a:cubicBezTo>
                              <a:pt x="2348744" y="1399970"/>
                              <a:pt x="2219492" y="1594304"/>
                              <a:pt x="2299931" y="1730238"/>
                            </a:cubicBezTo>
                            <a:cubicBezTo>
                              <a:pt x="2317874" y="1760555"/>
                              <a:pt x="2344680" y="1784378"/>
                              <a:pt x="2369086" y="1809783"/>
                            </a:cubicBezTo>
                            <a:cubicBezTo>
                              <a:pt x="2497875" y="1943856"/>
                              <a:pt x="2564351" y="2135490"/>
                              <a:pt x="2546245" y="2320515"/>
                            </a:cubicBezTo>
                            <a:cubicBezTo>
                              <a:pt x="2541826" y="2365671"/>
                              <a:pt x="2532337" y="2411173"/>
                              <a:pt x="2510035" y="2450680"/>
                            </a:cubicBezTo>
                            <a:cubicBezTo>
                              <a:pt x="2479406" y="2504935"/>
                              <a:pt x="2427516" y="2543319"/>
                              <a:pt x="2376797" y="2579503"/>
                            </a:cubicBezTo>
                            <a:cubicBezTo>
                              <a:pt x="2300896" y="2633660"/>
                              <a:pt x="2223426" y="2687101"/>
                              <a:pt x="2137277" y="2722771"/>
                            </a:cubicBezTo>
                            <a:cubicBezTo>
                              <a:pt x="2136454" y="2723114"/>
                              <a:pt x="2135622" y="2723452"/>
                              <a:pt x="2134791" y="2723795"/>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127" name="Freeform 5">
                <a:extLst>
                  <a:ext uri="{FF2B5EF4-FFF2-40B4-BE49-F238E27FC236}">
                    <a16:creationId xmlns:a16="http://schemas.microsoft.com/office/drawing/2014/main" id="{09FAFDF6-4EF1-E02E-CBF7-4DC91DFE7EB5}"/>
                  </a:ext>
                </a:extLst>
              </p:cNvPr>
              <p:cNvSpPr/>
              <p:nvPr/>
            </p:nvSpPr>
            <p:spPr>
              <a:xfrm>
                <a:off x="5062115" y="1429500"/>
                <a:ext cx="2392105" cy="2192895"/>
              </a:xfrm>
              <a:custGeom>
                <a:avLst/>
                <a:gdLst>
                  <a:gd name="connsiteX0" fmla="*/ 1384183 w 1384183"/>
                  <a:gd name="connsiteY0" fmla="*/ 1157817 h 1268912"/>
                  <a:gd name="connsiteX1" fmla="*/ 1336499 w 1384183"/>
                  <a:gd name="connsiteY1" fmla="*/ 969804 h 1268912"/>
                  <a:gd name="connsiteX2" fmla="*/ 1363801 w 1384183"/>
                  <a:gd name="connsiteY2" fmla="*/ 839778 h 1268912"/>
                  <a:gd name="connsiteX3" fmla="*/ 1270462 w 1384183"/>
                  <a:gd name="connsiteY3" fmla="*/ 713150 h 1268912"/>
                  <a:gd name="connsiteX4" fmla="*/ 1188575 w 1384183"/>
                  <a:gd name="connsiteY4" fmla="*/ 690240 h 1268912"/>
                  <a:gd name="connsiteX5" fmla="*/ 1114295 w 1384183"/>
                  <a:gd name="connsiteY5" fmla="*/ 594030 h 1268912"/>
                  <a:gd name="connsiteX6" fmla="*/ 1105086 w 1384183"/>
                  <a:gd name="connsiteY6" fmla="*/ 471772 h 1268912"/>
                  <a:gd name="connsiteX7" fmla="*/ 1097690 w 1384183"/>
                  <a:gd name="connsiteY7" fmla="*/ 302700 h 1268912"/>
                  <a:gd name="connsiteX8" fmla="*/ 1007886 w 1384183"/>
                  <a:gd name="connsiteY8" fmla="*/ 127249 h 1268912"/>
                  <a:gd name="connsiteX9" fmla="*/ 987967 w 1384183"/>
                  <a:gd name="connsiteY9" fmla="*/ 107995 h 1268912"/>
                  <a:gd name="connsiteX10" fmla="*/ 515383 w 1384183"/>
                  <a:gd name="connsiteY10" fmla="*/ 43673 h 1268912"/>
                  <a:gd name="connsiteX11" fmla="*/ 449600 w 1384183"/>
                  <a:gd name="connsiteY11" fmla="*/ 105515 h 1268912"/>
                  <a:gd name="connsiteX12" fmla="*/ 372673 w 1384183"/>
                  <a:gd name="connsiteY12" fmla="*/ 162778 h 1268912"/>
                  <a:gd name="connsiteX13" fmla="*/ 204661 w 1384183"/>
                  <a:gd name="connsiteY13" fmla="*/ 251067 h 1268912"/>
                  <a:gd name="connsiteX14" fmla="*/ 105050 w 1384183"/>
                  <a:gd name="connsiteY14" fmla="*/ 318765 h 1268912"/>
                  <a:gd name="connsiteX15" fmla="*/ 60237 w 1384183"/>
                  <a:gd name="connsiteY15" fmla="*/ 454284 h 1268912"/>
                  <a:gd name="connsiteX16" fmla="*/ 99978 w 1384183"/>
                  <a:gd name="connsiteY16" fmla="*/ 593636 h 1268912"/>
                  <a:gd name="connsiteX17" fmla="*/ 144868 w 1384183"/>
                  <a:gd name="connsiteY17" fmla="*/ 686393 h 1268912"/>
                  <a:gd name="connsiteX18" fmla="*/ 90372 w 1384183"/>
                  <a:gd name="connsiteY18" fmla="*/ 824884 h 1268912"/>
                  <a:gd name="connsiteX19" fmla="*/ 9442 w 1384183"/>
                  <a:gd name="connsiteY19" fmla="*/ 911022 h 1268912"/>
                  <a:gd name="connsiteX20" fmla="*/ 12679 w 1384183"/>
                  <a:gd name="connsiteY20" fmla="*/ 1006618 h 1268912"/>
                  <a:gd name="connsiteX21" fmla="*/ 66659 w 1384183"/>
                  <a:gd name="connsiteY21" fmla="*/ 1081399 h 1268912"/>
                  <a:gd name="connsiteX22" fmla="*/ 67710 w 1384183"/>
                  <a:gd name="connsiteY22" fmla="*/ 1167232 h 1268912"/>
                  <a:gd name="connsiteX23" fmla="*/ 27660 w 1384183"/>
                  <a:gd name="connsiteY23" fmla="*/ 1268912 h 1268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84183" h="1268912" extrusionOk="0">
                    <a:moveTo>
                      <a:pt x="1384183" y="1157817"/>
                    </a:moveTo>
                    <a:cubicBezTo>
                      <a:pt x="1331777" y="1114855"/>
                      <a:pt x="1316666" y="1040127"/>
                      <a:pt x="1336499" y="969804"/>
                    </a:cubicBezTo>
                    <a:cubicBezTo>
                      <a:pt x="1344843" y="927916"/>
                      <a:pt x="1371829" y="878212"/>
                      <a:pt x="1363801" y="839778"/>
                    </a:cubicBezTo>
                    <a:cubicBezTo>
                      <a:pt x="1351839" y="781447"/>
                      <a:pt x="1317003" y="729862"/>
                      <a:pt x="1270462" y="713150"/>
                    </a:cubicBezTo>
                    <a:cubicBezTo>
                      <a:pt x="1237671" y="702862"/>
                      <a:pt x="1220485" y="699800"/>
                      <a:pt x="1188575" y="690240"/>
                    </a:cubicBezTo>
                    <a:cubicBezTo>
                      <a:pt x="1150836" y="675684"/>
                      <a:pt x="1125742" y="624493"/>
                      <a:pt x="1114295" y="594030"/>
                    </a:cubicBezTo>
                    <a:cubicBezTo>
                      <a:pt x="1099331" y="552760"/>
                      <a:pt x="1104940" y="512144"/>
                      <a:pt x="1105086" y="471772"/>
                    </a:cubicBezTo>
                    <a:cubicBezTo>
                      <a:pt x="1101236" y="419794"/>
                      <a:pt x="1103170" y="357441"/>
                      <a:pt x="1097690" y="302700"/>
                    </a:cubicBezTo>
                    <a:cubicBezTo>
                      <a:pt x="1101284" y="239009"/>
                      <a:pt x="1036546" y="173954"/>
                      <a:pt x="1007886" y="127249"/>
                    </a:cubicBezTo>
                    <a:cubicBezTo>
                      <a:pt x="1003496" y="121541"/>
                      <a:pt x="995328" y="114945"/>
                      <a:pt x="987967" y="107995"/>
                    </a:cubicBezTo>
                    <a:cubicBezTo>
                      <a:pt x="876766" y="-3288"/>
                      <a:pt x="646864" y="-63496"/>
                      <a:pt x="515383" y="43673"/>
                    </a:cubicBezTo>
                    <a:cubicBezTo>
                      <a:pt x="486062" y="65182"/>
                      <a:pt x="470481" y="82462"/>
                      <a:pt x="449600" y="105515"/>
                    </a:cubicBezTo>
                    <a:cubicBezTo>
                      <a:pt x="432936" y="133261"/>
                      <a:pt x="399530" y="147566"/>
                      <a:pt x="372673" y="162778"/>
                    </a:cubicBezTo>
                    <a:cubicBezTo>
                      <a:pt x="308194" y="195493"/>
                      <a:pt x="261953" y="224765"/>
                      <a:pt x="204661" y="251067"/>
                    </a:cubicBezTo>
                    <a:cubicBezTo>
                      <a:pt x="168622" y="273490"/>
                      <a:pt x="125125" y="287733"/>
                      <a:pt x="105050" y="318765"/>
                    </a:cubicBezTo>
                    <a:cubicBezTo>
                      <a:pt x="69254" y="354517"/>
                      <a:pt x="57808" y="404076"/>
                      <a:pt x="60237" y="454284"/>
                    </a:cubicBezTo>
                    <a:cubicBezTo>
                      <a:pt x="58285" y="506784"/>
                      <a:pt x="70438" y="543151"/>
                      <a:pt x="99978" y="593636"/>
                    </a:cubicBezTo>
                    <a:cubicBezTo>
                      <a:pt x="112792" y="629450"/>
                      <a:pt x="133061" y="653160"/>
                      <a:pt x="144868" y="686393"/>
                    </a:cubicBezTo>
                    <a:cubicBezTo>
                      <a:pt x="170836" y="731912"/>
                      <a:pt x="129283" y="784870"/>
                      <a:pt x="90372" y="824884"/>
                    </a:cubicBezTo>
                    <a:cubicBezTo>
                      <a:pt x="57145" y="841801"/>
                      <a:pt x="33456" y="874364"/>
                      <a:pt x="9442" y="911022"/>
                    </a:cubicBezTo>
                    <a:cubicBezTo>
                      <a:pt x="-5975" y="934205"/>
                      <a:pt x="-3654" y="974863"/>
                      <a:pt x="12679" y="1006618"/>
                    </a:cubicBezTo>
                    <a:cubicBezTo>
                      <a:pt x="25168" y="1033423"/>
                      <a:pt x="55443" y="1051852"/>
                      <a:pt x="66659" y="1081399"/>
                    </a:cubicBezTo>
                    <a:cubicBezTo>
                      <a:pt x="80547" y="1109148"/>
                      <a:pt x="81214" y="1141646"/>
                      <a:pt x="67710" y="1167232"/>
                    </a:cubicBezTo>
                    <a:cubicBezTo>
                      <a:pt x="53162" y="1202821"/>
                      <a:pt x="17232" y="1235031"/>
                      <a:pt x="27660" y="1268912"/>
                    </a:cubicBezTo>
                  </a:path>
                </a:pathLst>
              </a:custGeom>
              <a:ln>
                <a:extLst>
                  <a:ext uri="{C807C97D-BFC1-408E-A445-0C87EB9F89A2}">
                    <ask:lineSketchStyleProps xmlns:ask="http://schemas.microsoft.com/office/drawing/2018/sketchyshapes" sd="1463325990">
                      <a:custGeom>
                        <a:avLst/>
                        <a:gdLst/>
                        <a:ahLst/>
                        <a:cxnLst/>
                        <a:rect l="l" t="t" r="r" b="b"/>
                        <a:pathLst>
                          <a:path w="2392105" h="2192895">
                            <a:moveTo>
                              <a:pt x="2392106" y="2000905"/>
                            </a:moveTo>
                            <a:cubicBezTo>
                              <a:pt x="2303029" y="1924375"/>
                              <a:pt x="2283926" y="1790562"/>
                              <a:pt x="2309699" y="1675986"/>
                            </a:cubicBezTo>
                            <a:cubicBezTo>
                              <a:pt x="2326565" y="1601007"/>
                              <a:pt x="2359847" y="1528076"/>
                              <a:pt x="2356882" y="1451280"/>
                            </a:cubicBezTo>
                            <a:cubicBezTo>
                              <a:pt x="2353165" y="1355126"/>
                              <a:pt x="2286326" y="1264446"/>
                              <a:pt x="2195577" y="1232445"/>
                            </a:cubicBezTo>
                            <a:cubicBezTo>
                              <a:pt x="2149294" y="1216123"/>
                              <a:pt x="2098365" y="1213963"/>
                              <a:pt x="2054062" y="1192853"/>
                            </a:cubicBezTo>
                            <a:cubicBezTo>
                              <a:pt x="1987025" y="1160912"/>
                              <a:pt x="1950172" y="1093468"/>
                              <a:pt x="1925693" y="1026585"/>
                            </a:cubicBezTo>
                            <a:cubicBezTo>
                              <a:pt x="1899037" y="953749"/>
                              <a:pt x="1910109" y="891564"/>
                              <a:pt x="1909779" y="815303"/>
                            </a:cubicBezTo>
                            <a:cubicBezTo>
                              <a:pt x="1909363" y="717795"/>
                              <a:pt x="1906902" y="620180"/>
                              <a:pt x="1896997" y="523118"/>
                            </a:cubicBezTo>
                            <a:cubicBezTo>
                              <a:pt x="1885574" y="411221"/>
                              <a:pt x="1818584" y="300310"/>
                              <a:pt x="1741800" y="219908"/>
                            </a:cubicBezTo>
                            <a:cubicBezTo>
                              <a:pt x="1730776" y="208366"/>
                              <a:pt x="1719285" y="197269"/>
                              <a:pt x="1707377" y="186634"/>
                            </a:cubicBezTo>
                            <a:cubicBezTo>
                              <a:pt x="1508011" y="8661"/>
                              <a:pt x="1126925" y="-69281"/>
                              <a:pt x="890671" y="75475"/>
                            </a:cubicBezTo>
                            <a:cubicBezTo>
                              <a:pt x="843599" y="104317"/>
                              <a:pt x="814341" y="144175"/>
                              <a:pt x="776987" y="182348"/>
                            </a:cubicBezTo>
                            <a:cubicBezTo>
                              <a:pt x="739006" y="221156"/>
                              <a:pt x="689792" y="252600"/>
                              <a:pt x="644044" y="281309"/>
                            </a:cubicBezTo>
                            <a:cubicBezTo>
                              <a:pt x="551307" y="339508"/>
                              <a:pt x="451622" y="385358"/>
                              <a:pt x="353690" y="433887"/>
                            </a:cubicBezTo>
                            <a:cubicBezTo>
                              <a:pt x="291102" y="464902"/>
                              <a:pt x="227537" y="498313"/>
                              <a:pt x="181545" y="550880"/>
                            </a:cubicBezTo>
                            <a:cubicBezTo>
                              <a:pt x="126116" y="614235"/>
                              <a:pt x="101632" y="700937"/>
                              <a:pt x="104101" y="785081"/>
                            </a:cubicBezTo>
                            <a:cubicBezTo>
                              <a:pt x="106566" y="869224"/>
                              <a:pt x="134217" y="951078"/>
                              <a:pt x="172780" y="1025904"/>
                            </a:cubicBezTo>
                            <a:cubicBezTo>
                              <a:pt x="200023" y="1078762"/>
                              <a:pt x="233027" y="1129318"/>
                              <a:pt x="250357" y="1186205"/>
                            </a:cubicBezTo>
                            <a:cubicBezTo>
                              <a:pt x="278595" y="1278904"/>
                              <a:pt x="224614" y="1366069"/>
                              <a:pt x="156179" y="1425541"/>
                            </a:cubicBezTo>
                            <a:cubicBezTo>
                              <a:pt x="104329" y="1470606"/>
                              <a:pt x="44728" y="1511853"/>
                              <a:pt x="16319" y="1574402"/>
                            </a:cubicBezTo>
                            <a:cubicBezTo>
                              <a:pt x="-7290" y="1626386"/>
                              <a:pt x="-5160" y="1689338"/>
                              <a:pt x="21912" y="1739607"/>
                            </a:cubicBezTo>
                            <a:cubicBezTo>
                              <a:pt x="47158" y="1786490"/>
                              <a:pt x="91633" y="1821093"/>
                              <a:pt x="115199" y="1868842"/>
                            </a:cubicBezTo>
                            <a:cubicBezTo>
                              <a:pt x="137825" y="1914692"/>
                              <a:pt x="138511" y="1970786"/>
                              <a:pt x="117016" y="2017176"/>
                            </a:cubicBezTo>
                            <a:cubicBezTo>
                              <a:pt x="89644" y="2076249"/>
                              <a:pt x="27305" y="2131100"/>
                              <a:pt x="47802" y="2192895"/>
                            </a:cubicBezTo>
                          </a:path>
                        </a:pathLst>
                      </a:custGeom>
                      <ask:type>
                        <ask:lineSketchFreehand/>
                      </ask:type>
                    </ask:lineSketchStyleProps>
                  </a:ext>
                </a:extLst>
              </a:ln>
            </p:spPr>
            <p:style>
              <a:lnRef idx="1">
                <a:schemeClr val="accent3">
                  <a:lumMod val="67000"/>
                </a:schemeClr>
              </a:lnRef>
              <a:fillRef idx="0">
                <a:schemeClr val="accent3">
                  <a:lumMod val="67000"/>
                </a:schemeClr>
              </a:fillRef>
              <a:effectRef idx="0">
                <a:schemeClr val="accent3">
                  <a:lumMod val="67000"/>
                </a:schemeClr>
              </a:effectRef>
              <a:fontRef idx="minor">
                <a:schemeClr val="tx1"/>
              </a:fontRef>
            </p:style>
            <p:txBody>
              <a:bodyPr vert="horz" lIns="91440" tIns="45720" rIns="91440" bIns="45720" anchor="ctr">
                <a:normAutofit/>
              </a:bodyPr>
              <a:lstStyle/>
              <a:p>
                <a:pPr marL="0" algn="l"/>
                <a:endParaRPr/>
              </a:p>
            </p:txBody>
          </p:sp>
          <p:sp>
            <p:nvSpPr>
              <p:cNvPr id="128" name="Freeform 6">
                <a:extLst>
                  <a:ext uri="{FF2B5EF4-FFF2-40B4-BE49-F238E27FC236}">
                    <a16:creationId xmlns:a16="http://schemas.microsoft.com/office/drawing/2014/main" id="{8F3B374F-E1C3-BB3F-7176-106115B10914}"/>
                  </a:ext>
                </a:extLst>
              </p:cNvPr>
              <p:cNvSpPr/>
              <p:nvPr/>
            </p:nvSpPr>
            <p:spPr>
              <a:xfrm>
                <a:off x="5437736" y="2503607"/>
                <a:ext cx="1383147" cy="1239566"/>
              </a:xfrm>
              <a:custGeom>
                <a:avLst/>
                <a:gdLst>
                  <a:gd name="connsiteX0" fmla="*/ 797646 w 800353"/>
                  <a:gd name="connsiteY0" fmla="*/ 460054 h 717271"/>
                  <a:gd name="connsiteX1" fmla="*/ 780383 w 800353"/>
                  <a:gd name="connsiteY1" fmla="*/ 586312 h 717271"/>
                  <a:gd name="connsiteX2" fmla="*/ 497702 w 800353"/>
                  <a:gd name="connsiteY2" fmla="*/ 716772 h 717271"/>
                  <a:gd name="connsiteX3" fmla="*/ 380085 w 800353"/>
                  <a:gd name="connsiteY3" fmla="*/ 710541 h 717271"/>
                  <a:gd name="connsiteX4" fmla="*/ 279574 w 800353"/>
                  <a:gd name="connsiteY4" fmla="*/ 709850 h 717271"/>
                  <a:gd name="connsiteX5" fmla="*/ 83120 w 800353"/>
                  <a:gd name="connsiteY5" fmla="*/ 650721 h 717271"/>
                  <a:gd name="connsiteX6" fmla="*/ 13319 w 800353"/>
                  <a:gd name="connsiteY6" fmla="*/ 579494 h 717271"/>
                  <a:gd name="connsiteX7" fmla="*/ 9710 w 800353"/>
                  <a:gd name="connsiteY7" fmla="*/ 443362 h 717271"/>
                  <a:gd name="connsiteX8" fmla="*/ 36891 w 800353"/>
                  <a:gd name="connsiteY8" fmla="*/ 368213 h 717271"/>
                  <a:gd name="connsiteX9" fmla="*/ 83626 w 800353"/>
                  <a:gd name="connsiteY9" fmla="*/ 296391 h 717271"/>
                  <a:gd name="connsiteX10" fmla="*/ 107531 w 800353"/>
                  <a:gd name="connsiteY10" fmla="*/ 142441 h 717271"/>
                  <a:gd name="connsiteX11" fmla="*/ 194862 w 800353"/>
                  <a:gd name="connsiteY11" fmla="*/ 39048 h 717271"/>
                  <a:gd name="connsiteX12" fmla="*/ 350704 w 800353"/>
                  <a:gd name="connsiteY12" fmla="*/ 729 h 717271"/>
                  <a:gd name="connsiteX13" fmla="*/ 509759 w 800353"/>
                  <a:gd name="connsiteY13" fmla="*/ 37823 h 717271"/>
                  <a:gd name="connsiteX14" fmla="*/ 615689 w 800353"/>
                  <a:gd name="connsiteY14" fmla="*/ 76656 h 717271"/>
                  <a:gd name="connsiteX15" fmla="*/ 638740 w 800353"/>
                  <a:gd name="connsiteY15" fmla="*/ 179476 h 717271"/>
                  <a:gd name="connsiteX16" fmla="*/ 797646 w 800353"/>
                  <a:gd name="connsiteY16" fmla="*/ 460054 h 717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00353" h="717271" fill="none" extrusionOk="0">
                    <a:moveTo>
                      <a:pt x="797646" y="460054"/>
                    </a:moveTo>
                    <a:cubicBezTo>
                      <a:pt x="805215" y="501447"/>
                      <a:pt x="799518" y="545650"/>
                      <a:pt x="780383" y="586312"/>
                    </a:cubicBezTo>
                    <a:cubicBezTo>
                      <a:pt x="734153" y="697784"/>
                      <a:pt x="595117" y="692745"/>
                      <a:pt x="497702" y="716772"/>
                    </a:cubicBezTo>
                    <a:cubicBezTo>
                      <a:pt x="458805" y="715060"/>
                      <a:pt x="412630" y="721391"/>
                      <a:pt x="380085" y="710541"/>
                    </a:cubicBezTo>
                    <a:cubicBezTo>
                      <a:pt x="343397" y="704236"/>
                      <a:pt x="318864" y="715774"/>
                      <a:pt x="279574" y="709850"/>
                    </a:cubicBezTo>
                    <a:cubicBezTo>
                      <a:pt x="210772" y="712395"/>
                      <a:pt x="147138" y="684780"/>
                      <a:pt x="83120" y="650721"/>
                    </a:cubicBezTo>
                    <a:cubicBezTo>
                      <a:pt x="55750" y="637543"/>
                      <a:pt x="27662" y="608636"/>
                      <a:pt x="13319" y="579494"/>
                    </a:cubicBezTo>
                    <a:cubicBezTo>
                      <a:pt x="684" y="530184"/>
                      <a:pt x="5123" y="482851"/>
                      <a:pt x="9710" y="443362"/>
                    </a:cubicBezTo>
                    <a:cubicBezTo>
                      <a:pt x="16340" y="421110"/>
                      <a:pt x="24336" y="386656"/>
                      <a:pt x="36891" y="368213"/>
                    </a:cubicBezTo>
                    <a:cubicBezTo>
                      <a:pt x="49054" y="342871"/>
                      <a:pt x="72738" y="327509"/>
                      <a:pt x="83626" y="296391"/>
                    </a:cubicBezTo>
                    <a:cubicBezTo>
                      <a:pt x="108550" y="250216"/>
                      <a:pt x="89709" y="189881"/>
                      <a:pt x="107531" y="142441"/>
                    </a:cubicBezTo>
                    <a:cubicBezTo>
                      <a:pt x="119010" y="108004"/>
                      <a:pt x="167282" y="62867"/>
                      <a:pt x="194862" y="39048"/>
                    </a:cubicBezTo>
                    <a:cubicBezTo>
                      <a:pt x="241068" y="9098"/>
                      <a:pt x="286332" y="-10607"/>
                      <a:pt x="350704" y="729"/>
                    </a:cubicBezTo>
                    <a:cubicBezTo>
                      <a:pt x="395711" y="13517"/>
                      <a:pt x="456441" y="20769"/>
                      <a:pt x="509759" y="37823"/>
                    </a:cubicBezTo>
                    <a:cubicBezTo>
                      <a:pt x="553246" y="50773"/>
                      <a:pt x="586756" y="40832"/>
                      <a:pt x="615689" y="76656"/>
                    </a:cubicBezTo>
                    <a:cubicBezTo>
                      <a:pt x="636817" y="101526"/>
                      <a:pt x="628214" y="147199"/>
                      <a:pt x="638740" y="179476"/>
                    </a:cubicBezTo>
                    <a:cubicBezTo>
                      <a:pt x="678083" y="297445"/>
                      <a:pt x="801430" y="336822"/>
                      <a:pt x="797646" y="460054"/>
                    </a:cubicBezTo>
                    <a:close/>
                  </a:path>
                  <a:path w="800353" h="717271" stroke="0" extrusionOk="0">
                    <a:moveTo>
                      <a:pt x="797646" y="460054"/>
                    </a:moveTo>
                    <a:cubicBezTo>
                      <a:pt x="814128" y="500558"/>
                      <a:pt x="805721" y="541669"/>
                      <a:pt x="780383" y="586312"/>
                    </a:cubicBezTo>
                    <a:cubicBezTo>
                      <a:pt x="737346" y="677949"/>
                      <a:pt x="618712" y="733463"/>
                      <a:pt x="497702" y="716772"/>
                    </a:cubicBezTo>
                    <a:cubicBezTo>
                      <a:pt x="457467" y="719178"/>
                      <a:pt x="412637" y="722339"/>
                      <a:pt x="380085" y="710541"/>
                    </a:cubicBezTo>
                    <a:cubicBezTo>
                      <a:pt x="341895" y="704119"/>
                      <a:pt x="308593" y="711640"/>
                      <a:pt x="279574" y="709850"/>
                    </a:cubicBezTo>
                    <a:cubicBezTo>
                      <a:pt x="201986" y="697338"/>
                      <a:pt x="152744" y="691749"/>
                      <a:pt x="83120" y="650721"/>
                    </a:cubicBezTo>
                    <a:cubicBezTo>
                      <a:pt x="52299" y="638473"/>
                      <a:pt x="30101" y="611497"/>
                      <a:pt x="13319" y="579494"/>
                    </a:cubicBezTo>
                    <a:cubicBezTo>
                      <a:pt x="-10425" y="528056"/>
                      <a:pt x="-5435" y="494354"/>
                      <a:pt x="9710" y="443362"/>
                    </a:cubicBezTo>
                    <a:cubicBezTo>
                      <a:pt x="14973" y="418360"/>
                      <a:pt x="25933" y="385207"/>
                      <a:pt x="36891" y="368213"/>
                    </a:cubicBezTo>
                    <a:cubicBezTo>
                      <a:pt x="46160" y="341117"/>
                      <a:pt x="70327" y="322389"/>
                      <a:pt x="83626" y="296391"/>
                    </a:cubicBezTo>
                    <a:cubicBezTo>
                      <a:pt x="96983" y="242954"/>
                      <a:pt x="77332" y="185758"/>
                      <a:pt x="107531" y="142441"/>
                    </a:cubicBezTo>
                    <a:cubicBezTo>
                      <a:pt x="124258" y="107669"/>
                      <a:pt x="161963" y="64702"/>
                      <a:pt x="194862" y="39048"/>
                    </a:cubicBezTo>
                    <a:cubicBezTo>
                      <a:pt x="231627" y="10175"/>
                      <a:pt x="300484" y="-12427"/>
                      <a:pt x="350704" y="729"/>
                    </a:cubicBezTo>
                    <a:cubicBezTo>
                      <a:pt x="402259" y="3801"/>
                      <a:pt x="460101" y="19795"/>
                      <a:pt x="509759" y="37823"/>
                    </a:cubicBezTo>
                    <a:cubicBezTo>
                      <a:pt x="552689" y="49684"/>
                      <a:pt x="584106" y="48147"/>
                      <a:pt x="615689" y="76656"/>
                    </a:cubicBezTo>
                    <a:cubicBezTo>
                      <a:pt x="641190" y="101114"/>
                      <a:pt x="627832" y="150742"/>
                      <a:pt x="638740" y="179476"/>
                    </a:cubicBezTo>
                    <a:cubicBezTo>
                      <a:pt x="675529" y="291034"/>
                      <a:pt x="762138" y="356990"/>
                      <a:pt x="797646" y="460054"/>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87861777">
                      <a:custGeom>
                        <a:avLst/>
                        <a:gdLst/>
                        <a:ahLst/>
                        <a:cxnLst/>
                        <a:rect l="l" t="t" r="r" b="b"/>
                        <a:pathLst>
                          <a:path w="1383147" h="1239566">
                            <a:moveTo>
                              <a:pt x="1378469" y="795052"/>
                            </a:moveTo>
                            <a:cubicBezTo>
                              <a:pt x="1389656" y="869251"/>
                              <a:pt x="1381195" y="945503"/>
                              <a:pt x="1348636" y="1013248"/>
                            </a:cubicBezTo>
                            <a:cubicBezTo>
                              <a:pt x="1260841" y="1195940"/>
                              <a:pt x="1043438" y="1231555"/>
                              <a:pt x="860115" y="1238704"/>
                            </a:cubicBezTo>
                            <a:cubicBezTo>
                              <a:pt x="792246" y="1241349"/>
                              <a:pt x="724048" y="1237950"/>
                              <a:pt x="656852" y="1227937"/>
                            </a:cubicBezTo>
                            <a:cubicBezTo>
                              <a:pt x="596991" y="1219018"/>
                              <a:pt x="543649" y="1228122"/>
                              <a:pt x="483152" y="1226742"/>
                            </a:cubicBezTo>
                            <a:cubicBezTo>
                              <a:pt x="363583" y="1224007"/>
                              <a:pt x="244678" y="1188722"/>
                              <a:pt x="143647" y="1124557"/>
                            </a:cubicBezTo>
                            <a:cubicBezTo>
                              <a:pt x="94509" y="1093349"/>
                              <a:pt x="48231" y="1053933"/>
                              <a:pt x="23019" y="1001465"/>
                            </a:cubicBezTo>
                            <a:cubicBezTo>
                              <a:pt x="-11644" y="929331"/>
                              <a:pt x="-1554" y="844103"/>
                              <a:pt x="16782" y="766205"/>
                            </a:cubicBezTo>
                            <a:cubicBezTo>
                              <a:pt x="27369" y="721234"/>
                              <a:pt x="40652" y="676348"/>
                              <a:pt x="63755" y="636336"/>
                            </a:cubicBezTo>
                            <a:cubicBezTo>
                              <a:pt x="88470" y="593529"/>
                              <a:pt x="123930" y="557148"/>
                              <a:pt x="144521" y="512215"/>
                            </a:cubicBezTo>
                            <a:cubicBezTo>
                              <a:pt x="183230" y="427746"/>
                              <a:pt x="151418" y="329021"/>
                              <a:pt x="185832" y="246163"/>
                            </a:cubicBezTo>
                            <a:cubicBezTo>
                              <a:pt x="212780" y="181282"/>
                              <a:pt x="280537" y="108043"/>
                              <a:pt x="336755" y="67482"/>
                            </a:cubicBezTo>
                            <a:cubicBezTo>
                              <a:pt x="413261" y="12288"/>
                              <a:pt x="511956" y="-5148"/>
                              <a:pt x="606078" y="1260"/>
                            </a:cubicBezTo>
                            <a:cubicBezTo>
                              <a:pt x="700195" y="7672"/>
                              <a:pt x="791278" y="36047"/>
                              <a:pt x="880951" y="65365"/>
                            </a:cubicBezTo>
                            <a:cubicBezTo>
                              <a:pt x="951549" y="88446"/>
                              <a:pt x="1012234" y="74160"/>
                              <a:pt x="1064016" y="132475"/>
                            </a:cubicBezTo>
                            <a:cubicBezTo>
                              <a:pt x="1105062" y="178702"/>
                              <a:pt x="1090733" y="254153"/>
                              <a:pt x="1103853" y="310166"/>
                            </a:cubicBezTo>
                            <a:cubicBezTo>
                              <a:pt x="1147967" y="498533"/>
                              <a:pt x="1348756" y="597940"/>
                              <a:pt x="1378469" y="795052"/>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129" name="Freeform 7">
                <a:extLst>
                  <a:ext uri="{FF2B5EF4-FFF2-40B4-BE49-F238E27FC236}">
                    <a16:creationId xmlns:a16="http://schemas.microsoft.com/office/drawing/2014/main" id="{D91B9B5D-24B4-1162-D830-8FD62425988A}"/>
                  </a:ext>
                </a:extLst>
              </p:cNvPr>
              <p:cNvSpPr/>
              <p:nvPr/>
            </p:nvSpPr>
            <p:spPr>
              <a:xfrm>
                <a:off x="4223809" y="4855098"/>
                <a:ext cx="1682835" cy="614928"/>
              </a:xfrm>
              <a:custGeom>
                <a:avLst/>
                <a:gdLst>
                  <a:gd name="connsiteX0" fmla="*/ 624430 w 973766"/>
                  <a:gd name="connsiteY0" fmla="*/ 112476 h 355826"/>
                  <a:gd name="connsiteX1" fmla="*/ 269636 w 973766"/>
                  <a:gd name="connsiteY1" fmla="*/ 11437 h 355826"/>
                  <a:gd name="connsiteX2" fmla="*/ 10971 w 973766"/>
                  <a:gd name="connsiteY2" fmla="*/ 63953 h 355826"/>
                  <a:gd name="connsiteX3" fmla="*/ 29256 w 973766"/>
                  <a:gd name="connsiteY3" fmla="*/ 196131 h 355826"/>
                  <a:gd name="connsiteX4" fmla="*/ 327907 w 973766"/>
                  <a:gd name="connsiteY4" fmla="*/ 320063 h 355826"/>
                  <a:gd name="connsiteX5" fmla="*/ 793707 w 973766"/>
                  <a:gd name="connsiteY5" fmla="*/ 354425 h 355826"/>
                  <a:gd name="connsiteX6" fmla="*/ 921974 w 973766"/>
                  <a:gd name="connsiteY6" fmla="*/ 327204 h 355826"/>
                  <a:gd name="connsiteX7" fmla="*/ 968158 w 973766"/>
                  <a:gd name="connsiteY7" fmla="*/ 214857 h 355826"/>
                  <a:gd name="connsiteX8" fmla="*/ 785988 w 973766"/>
                  <a:gd name="connsiteY8" fmla="*/ 144684 h 355826"/>
                  <a:gd name="connsiteX9" fmla="*/ 624430 w 973766"/>
                  <a:gd name="connsiteY9" fmla="*/ 112476 h 355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766" h="355826" fill="none" extrusionOk="0">
                    <a:moveTo>
                      <a:pt x="624430" y="112476"/>
                    </a:moveTo>
                    <a:cubicBezTo>
                      <a:pt x="482378" y="83248"/>
                      <a:pt x="388039" y="16233"/>
                      <a:pt x="269636" y="11437"/>
                    </a:cubicBezTo>
                    <a:cubicBezTo>
                      <a:pt x="187041" y="4544"/>
                      <a:pt x="37630" y="-16825"/>
                      <a:pt x="10971" y="63953"/>
                    </a:cubicBezTo>
                    <a:cubicBezTo>
                      <a:pt x="-11056" y="104189"/>
                      <a:pt x="4741" y="166397"/>
                      <a:pt x="29256" y="196131"/>
                    </a:cubicBezTo>
                    <a:cubicBezTo>
                      <a:pt x="100572" y="280539"/>
                      <a:pt x="240193" y="308229"/>
                      <a:pt x="327907" y="320063"/>
                    </a:cubicBezTo>
                    <a:cubicBezTo>
                      <a:pt x="491738" y="351532"/>
                      <a:pt x="602156" y="369281"/>
                      <a:pt x="793707" y="354425"/>
                    </a:cubicBezTo>
                    <a:cubicBezTo>
                      <a:pt x="841702" y="350616"/>
                      <a:pt x="882292" y="343781"/>
                      <a:pt x="921974" y="327204"/>
                    </a:cubicBezTo>
                    <a:cubicBezTo>
                      <a:pt x="959950" y="296173"/>
                      <a:pt x="984605" y="257523"/>
                      <a:pt x="968158" y="214857"/>
                    </a:cubicBezTo>
                    <a:cubicBezTo>
                      <a:pt x="932529" y="145063"/>
                      <a:pt x="836000" y="160671"/>
                      <a:pt x="785988" y="144684"/>
                    </a:cubicBezTo>
                    <a:cubicBezTo>
                      <a:pt x="738870" y="145549"/>
                      <a:pt x="673088" y="124359"/>
                      <a:pt x="624430" y="112476"/>
                    </a:cubicBezTo>
                    <a:close/>
                  </a:path>
                  <a:path w="973766" h="355826" stroke="0" extrusionOk="0">
                    <a:moveTo>
                      <a:pt x="624430" y="112476"/>
                    </a:moveTo>
                    <a:cubicBezTo>
                      <a:pt x="485925" y="76117"/>
                      <a:pt x="386618" y="14258"/>
                      <a:pt x="269636" y="11437"/>
                    </a:cubicBezTo>
                    <a:cubicBezTo>
                      <a:pt x="200102" y="-10820"/>
                      <a:pt x="64105" y="-28516"/>
                      <a:pt x="10971" y="63953"/>
                    </a:cubicBezTo>
                    <a:cubicBezTo>
                      <a:pt x="-4072" y="106000"/>
                      <a:pt x="-2695" y="159380"/>
                      <a:pt x="29256" y="196131"/>
                    </a:cubicBezTo>
                    <a:cubicBezTo>
                      <a:pt x="104278" y="272071"/>
                      <a:pt x="254061" y="305358"/>
                      <a:pt x="327907" y="320063"/>
                    </a:cubicBezTo>
                    <a:cubicBezTo>
                      <a:pt x="501311" y="363854"/>
                      <a:pt x="659064" y="336092"/>
                      <a:pt x="793707" y="354425"/>
                    </a:cubicBezTo>
                    <a:cubicBezTo>
                      <a:pt x="840347" y="342763"/>
                      <a:pt x="891044" y="346108"/>
                      <a:pt x="921974" y="327204"/>
                    </a:cubicBezTo>
                    <a:cubicBezTo>
                      <a:pt x="964850" y="302704"/>
                      <a:pt x="983937" y="256941"/>
                      <a:pt x="968158" y="214857"/>
                    </a:cubicBezTo>
                    <a:cubicBezTo>
                      <a:pt x="942035" y="144219"/>
                      <a:pt x="843495" y="155334"/>
                      <a:pt x="785988" y="144684"/>
                    </a:cubicBezTo>
                    <a:cubicBezTo>
                      <a:pt x="720760" y="140070"/>
                      <a:pt x="668048" y="131638"/>
                      <a:pt x="624430" y="112476"/>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536794088">
                      <a:custGeom>
                        <a:avLst/>
                        <a:gdLst/>
                        <a:ahLst/>
                        <a:cxnLst/>
                        <a:rect l="l" t="t" r="r" b="b"/>
                        <a:pathLst>
                          <a:path w="1682835" h="614928">
                            <a:moveTo>
                              <a:pt x="1079123" y="194378"/>
                            </a:moveTo>
                            <a:cubicBezTo>
                              <a:pt x="872011" y="146025"/>
                              <a:pt x="676601" y="54278"/>
                              <a:pt x="465978" y="19766"/>
                            </a:cubicBezTo>
                            <a:cubicBezTo>
                              <a:pt x="332831" y="-2052"/>
                              <a:pt x="89684" y="-36282"/>
                              <a:pt x="18961" y="110522"/>
                            </a:cubicBezTo>
                            <a:cubicBezTo>
                              <a:pt x="-16563" y="184267"/>
                              <a:pt x="-1" y="276070"/>
                              <a:pt x="50560" y="338949"/>
                            </a:cubicBezTo>
                            <a:cubicBezTo>
                              <a:pt x="163991" y="480014"/>
                              <a:pt x="400498" y="517691"/>
                              <a:pt x="566680" y="553125"/>
                            </a:cubicBezTo>
                            <a:cubicBezTo>
                              <a:pt x="832089" y="609712"/>
                              <a:pt x="1101154" y="620727"/>
                              <a:pt x="1371663" y="612507"/>
                            </a:cubicBezTo>
                            <a:cubicBezTo>
                              <a:pt x="1448040" y="610188"/>
                              <a:pt x="1527893" y="604916"/>
                              <a:pt x="1593331" y="565465"/>
                            </a:cubicBezTo>
                            <a:cubicBezTo>
                              <a:pt x="1658769" y="526014"/>
                              <a:pt x="1703449" y="441455"/>
                              <a:pt x="1673145" y="371311"/>
                            </a:cubicBezTo>
                            <a:cubicBezTo>
                              <a:pt x="1626944" y="264356"/>
                              <a:pt x="1455935" y="266203"/>
                              <a:pt x="1358324" y="250040"/>
                            </a:cubicBezTo>
                            <a:cubicBezTo>
                              <a:pt x="1264687" y="234528"/>
                              <a:pt x="1171555" y="215960"/>
                              <a:pt x="1079123" y="194378"/>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lnSpcReduction="10000"/>
              </a:bodyPr>
              <a:lstStyle/>
              <a:p>
                <a:pPr marL="0" algn="l"/>
                <a:endParaRPr/>
              </a:p>
            </p:txBody>
          </p:sp>
          <p:sp>
            <p:nvSpPr>
              <p:cNvPr id="130" name="Freeform 8">
                <a:extLst>
                  <a:ext uri="{FF2B5EF4-FFF2-40B4-BE49-F238E27FC236}">
                    <a16:creationId xmlns:a16="http://schemas.microsoft.com/office/drawing/2014/main" id="{B62524BA-24BD-0AA3-507A-9A17AC3723A1}"/>
                  </a:ext>
                </a:extLst>
              </p:cNvPr>
              <p:cNvSpPr/>
              <p:nvPr/>
            </p:nvSpPr>
            <p:spPr>
              <a:xfrm>
                <a:off x="4242765" y="3385577"/>
                <a:ext cx="1510585" cy="1580038"/>
              </a:xfrm>
              <a:custGeom>
                <a:avLst/>
                <a:gdLst>
                  <a:gd name="connsiteX0" fmla="*/ 751197 w 874094"/>
                  <a:gd name="connsiteY0" fmla="*/ 429474 h 914284"/>
                  <a:gd name="connsiteX1" fmla="*/ 469391 w 874094"/>
                  <a:gd name="connsiteY1" fmla="*/ 731506 h 914284"/>
                  <a:gd name="connsiteX2" fmla="*/ 411739 w 874094"/>
                  <a:gd name="connsiteY2" fmla="*/ 794171 h 914284"/>
                  <a:gd name="connsiteX3" fmla="*/ 383881 w 874094"/>
                  <a:gd name="connsiteY3" fmla="*/ 827506 h 914284"/>
                  <a:gd name="connsiteX4" fmla="*/ 351571 w 874094"/>
                  <a:gd name="connsiteY4" fmla="*/ 883901 h 914284"/>
                  <a:gd name="connsiteX5" fmla="*/ 0 w 874094"/>
                  <a:gd name="connsiteY5" fmla="*/ 914284 h 914284"/>
                  <a:gd name="connsiteX6" fmla="*/ 55576 w 874094"/>
                  <a:gd name="connsiteY6" fmla="*/ 756427 h 914284"/>
                  <a:gd name="connsiteX7" fmla="*/ 253294 w 874094"/>
                  <a:gd name="connsiteY7" fmla="*/ 468813 h 914284"/>
                  <a:gd name="connsiteX8" fmla="*/ 520080 w 874094"/>
                  <a:gd name="connsiteY8" fmla="*/ 141166 h 914284"/>
                  <a:gd name="connsiteX9" fmla="*/ 820670 w 874094"/>
                  <a:gd name="connsiteY9" fmla="*/ 31110 h 914284"/>
                  <a:gd name="connsiteX10" fmla="*/ 833146 w 874094"/>
                  <a:gd name="connsiteY10" fmla="*/ 308739 h 914284"/>
                  <a:gd name="connsiteX11" fmla="*/ 751197 w 874094"/>
                  <a:gd name="connsiteY11" fmla="*/ 429474 h 914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4094" h="914284" fill="none" extrusionOk="0">
                    <a:moveTo>
                      <a:pt x="751197" y="429474"/>
                    </a:moveTo>
                    <a:cubicBezTo>
                      <a:pt x="637845" y="545508"/>
                      <a:pt x="580989" y="614188"/>
                      <a:pt x="469391" y="731506"/>
                    </a:cubicBezTo>
                    <a:cubicBezTo>
                      <a:pt x="449957" y="750876"/>
                      <a:pt x="432042" y="773596"/>
                      <a:pt x="411739" y="794171"/>
                    </a:cubicBezTo>
                    <a:cubicBezTo>
                      <a:pt x="402458" y="803315"/>
                      <a:pt x="390232" y="815325"/>
                      <a:pt x="383881" y="827506"/>
                    </a:cubicBezTo>
                    <a:cubicBezTo>
                      <a:pt x="378595" y="835132"/>
                      <a:pt x="360429" y="852262"/>
                      <a:pt x="351571" y="883901"/>
                    </a:cubicBezTo>
                    <a:cubicBezTo>
                      <a:pt x="214675" y="842525"/>
                      <a:pt x="112761" y="868901"/>
                      <a:pt x="0" y="914284"/>
                    </a:cubicBezTo>
                    <a:cubicBezTo>
                      <a:pt x="10824" y="830686"/>
                      <a:pt x="44481" y="775664"/>
                      <a:pt x="55576" y="756427"/>
                    </a:cubicBezTo>
                    <a:cubicBezTo>
                      <a:pt x="83061" y="641589"/>
                      <a:pt x="160286" y="573135"/>
                      <a:pt x="253294" y="468813"/>
                    </a:cubicBezTo>
                    <a:cubicBezTo>
                      <a:pt x="339703" y="368096"/>
                      <a:pt x="437590" y="257866"/>
                      <a:pt x="520080" y="141166"/>
                    </a:cubicBezTo>
                    <a:cubicBezTo>
                      <a:pt x="617541" y="60536"/>
                      <a:pt x="699801" y="-48520"/>
                      <a:pt x="820670" y="31110"/>
                    </a:cubicBezTo>
                    <a:cubicBezTo>
                      <a:pt x="891500" y="85341"/>
                      <a:pt x="879552" y="231980"/>
                      <a:pt x="833146" y="308739"/>
                    </a:cubicBezTo>
                    <a:cubicBezTo>
                      <a:pt x="804576" y="353520"/>
                      <a:pt x="784939" y="392236"/>
                      <a:pt x="751197" y="429474"/>
                    </a:cubicBezTo>
                    <a:close/>
                  </a:path>
                  <a:path w="874094" h="914284" stroke="0" extrusionOk="0">
                    <a:moveTo>
                      <a:pt x="751197" y="429474"/>
                    </a:moveTo>
                    <a:cubicBezTo>
                      <a:pt x="642348" y="508170"/>
                      <a:pt x="552227" y="652528"/>
                      <a:pt x="469391" y="731506"/>
                    </a:cubicBezTo>
                    <a:cubicBezTo>
                      <a:pt x="451114" y="751698"/>
                      <a:pt x="429071" y="774980"/>
                      <a:pt x="411739" y="794171"/>
                    </a:cubicBezTo>
                    <a:cubicBezTo>
                      <a:pt x="402778" y="805961"/>
                      <a:pt x="392136" y="816605"/>
                      <a:pt x="383881" y="827506"/>
                    </a:cubicBezTo>
                    <a:cubicBezTo>
                      <a:pt x="374208" y="835787"/>
                      <a:pt x="363693" y="855238"/>
                      <a:pt x="351571" y="883901"/>
                    </a:cubicBezTo>
                    <a:cubicBezTo>
                      <a:pt x="233754" y="854377"/>
                      <a:pt x="111218" y="863631"/>
                      <a:pt x="0" y="914284"/>
                    </a:cubicBezTo>
                    <a:cubicBezTo>
                      <a:pt x="12302" y="826522"/>
                      <a:pt x="50155" y="776377"/>
                      <a:pt x="55576" y="756427"/>
                    </a:cubicBezTo>
                    <a:cubicBezTo>
                      <a:pt x="96031" y="650199"/>
                      <a:pt x="198943" y="581079"/>
                      <a:pt x="253294" y="468813"/>
                    </a:cubicBezTo>
                    <a:cubicBezTo>
                      <a:pt x="335037" y="353680"/>
                      <a:pt x="438159" y="250754"/>
                      <a:pt x="520080" y="141166"/>
                    </a:cubicBezTo>
                    <a:cubicBezTo>
                      <a:pt x="584612" y="53503"/>
                      <a:pt x="702469" y="-69732"/>
                      <a:pt x="820670" y="31110"/>
                    </a:cubicBezTo>
                    <a:cubicBezTo>
                      <a:pt x="911609" y="76763"/>
                      <a:pt x="869951" y="231564"/>
                      <a:pt x="833146" y="308739"/>
                    </a:cubicBezTo>
                    <a:cubicBezTo>
                      <a:pt x="816813" y="345342"/>
                      <a:pt x="775925" y="398485"/>
                      <a:pt x="751197" y="429474"/>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900109286">
                      <a:custGeom>
                        <a:avLst/>
                        <a:gdLst/>
                        <a:ahLst/>
                        <a:cxnLst/>
                        <a:rect l="l" t="t" r="r" b="b"/>
                        <a:pathLst>
                          <a:path w="1510585" h="1580038">
                            <a:moveTo>
                              <a:pt x="1298198" y="742205"/>
                            </a:moveTo>
                            <a:cubicBezTo>
                              <a:pt x="1142925" y="922232"/>
                              <a:pt x="974376" y="1091346"/>
                              <a:pt x="811190" y="1264168"/>
                            </a:cubicBezTo>
                            <a:cubicBezTo>
                              <a:pt x="777513" y="1299833"/>
                              <a:pt x="743844" y="1335529"/>
                              <a:pt x="711556" y="1372464"/>
                            </a:cubicBezTo>
                            <a:cubicBezTo>
                              <a:pt x="695479" y="1390856"/>
                              <a:pt x="676653" y="1409502"/>
                              <a:pt x="663413" y="1430071"/>
                            </a:cubicBezTo>
                            <a:cubicBezTo>
                              <a:pt x="652560" y="1446933"/>
                              <a:pt x="628587" y="1480405"/>
                              <a:pt x="607576" y="1527532"/>
                            </a:cubicBezTo>
                            <a:cubicBezTo>
                              <a:pt x="413203" y="1469539"/>
                              <a:pt x="186452" y="1512174"/>
                              <a:pt x="0" y="1580039"/>
                            </a:cubicBezTo>
                            <a:cubicBezTo>
                              <a:pt x="21431" y="1434079"/>
                              <a:pt x="79613" y="1344457"/>
                              <a:pt x="96046" y="1307236"/>
                            </a:cubicBezTo>
                            <a:cubicBezTo>
                              <a:pt x="177879" y="1121894"/>
                              <a:pt x="311486" y="966278"/>
                              <a:pt x="437737" y="810189"/>
                            </a:cubicBezTo>
                            <a:cubicBezTo>
                              <a:pt x="590812" y="620943"/>
                              <a:pt x="751783" y="438074"/>
                              <a:pt x="898788" y="243959"/>
                            </a:cubicBezTo>
                            <a:cubicBezTo>
                              <a:pt x="1018323" y="86122"/>
                              <a:pt x="1219824" y="-91303"/>
                              <a:pt x="1418260" y="53765"/>
                            </a:cubicBezTo>
                            <a:cubicBezTo>
                              <a:pt x="1570962" y="165409"/>
                              <a:pt x="1502061" y="391196"/>
                              <a:pt x="1439820" y="533555"/>
                            </a:cubicBezTo>
                            <a:cubicBezTo>
                              <a:pt x="1406589" y="609580"/>
                              <a:pt x="1354357" y="677097"/>
                              <a:pt x="1298198" y="742205"/>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131" name="Freeform 9">
                <a:extLst>
                  <a:ext uri="{FF2B5EF4-FFF2-40B4-BE49-F238E27FC236}">
                    <a16:creationId xmlns:a16="http://schemas.microsoft.com/office/drawing/2014/main" id="{FD8894AD-B09F-CA0E-0318-A70711A92877}"/>
                  </a:ext>
                </a:extLst>
              </p:cNvPr>
              <p:cNvSpPr/>
              <p:nvPr/>
            </p:nvSpPr>
            <p:spPr>
              <a:xfrm>
                <a:off x="6174048" y="4855098"/>
                <a:ext cx="1682835" cy="614928"/>
              </a:xfrm>
              <a:custGeom>
                <a:avLst/>
                <a:gdLst>
                  <a:gd name="connsiteX0" fmla="*/ 349333 w 973766"/>
                  <a:gd name="connsiteY0" fmla="*/ 112476 h 355826"/>
                  <a:gd name="connsiteX1" fmla="*/ 704129 w 973766"/>
                  <a:gd name="connsiteY1" fmla="*/ 11437 h 355826"/>
                  <a:gd name="connsiteX2" fmla="*/ 962794 w 973766"/>
                  <a:gd name="connsiteY2" fmla="*/ 63953 h 355826"/>
                  <a:gd name="connsiteX3" fmla="*/ 944510 w 973766"/>
                  <a:gd name="connsiteY3" fmla="*/ 196131 h 355826"/>
                  <a:gd name="connsiteX4" fmla="*/ 645859 w 973766"/>
                  <a:gd name="connsiteY4" fmla="*/ 320063 h 355826"/>
                  <a:gd name="connsiteX5" fmla="*/ 180059 w 973766"/>
                  <a:gd name="connsiteY5" fmla="*/ 354425 h 355826"/>
                  <a:gd name="connsiteX6" fmla="*/ 51791 w 973766"/>
                  <a:gd name="connsiteY6" fmla="*/ 327204 h 355826"/>
                  <a:gd name="connsiteX7" fmla="*/ 5607 w 973766"/>
                  <a:gd name="connsiteY7" fmla="*/ 214857 h 355826"/>
                  <a:gd name="connsiteX8" fmla="*/ 187777 w 973766"/>
                  <a:gd name="connsiteY8" fmla="*/ 144684 h 355826"/>
                  <a:gd name="connsiteX9" fmla="*/ 349333 w 973766"/>
                  <a:gd name="connsiteY9" fmla="*/ 112476 h 355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73766" h="355826" fill="none" extrusionOk="0">
                    <a:moveTo>
                      <a:pt x="349333" y="112476"/>
                    </a:moveTo>
                    <a:cubicBezTo>
                      <a:pt x="472479" y="103469"/>
                      <a:pt x="558561" y="45947"/>
                      <a:pt x="704129" y="11437"/>
                    </a:cubicBezTo>
                    <a:cubicBezTo>
                      <a:pt x="793319" y="-19746"/>
                      <a:pt x="912636" y="-7454"/>
                      <a:pt x="962794" y="63953"/>
                    </a:cubicBezTo>
                    <a:cubicBezTo>
                      <a:pt x="979204" y="112919"/>
                      <a:pt x="982032" y="156097"/>
                      <a:pt x="944510" y="196131"/>
                    </a:cubicBezTo>
                    <a:cubicBezTo>
                      <a:pt x="873600" y="295322"/>
                      <a:pt x="761494" y="287933"/>
                      <a:pt x="645859" y="320063"/>
                    </a:cubicBezTo>
                    <a:cubicBezTo>
                      <a:pt x="501806" y="353559"/>
                      <a:pt x="336642" y="367626"/>
                      <a:pt x="180059" y="354425"/>
                    </a:cubicBezTo>
                    <a:cubicBezTo>
                      <a:pt x="136920" y="353838"/>
                      <a:pt x="93966" y="351129"/>
                      <a:pt x="51791" y="327204"/>
                    </a:cubicBezTo>
                    <a:cubicBezTo>
                      <a:pt x="17399" y="313749"/>
                      <a:pt x="-13600" y="257913"/>
                      <a:pt x="5607" y="214857"/>
                    </a:cubicBezTo>
                    <a:cubicBezTo>
                      <a:pt x="41519" y="149887"/>
                      <a:pt x="124207" y="161341"/>
                      <a:pt x="187777" y="144684"/>
                    </a:cubicBezTo>
                    <a:cubicBezTo>
                      <a:pt x="238940" y="136724"/>
                      <a:pt x="289501" y="113223"/>
                      <a:pt x="349333" y="112476"/>
                    </a:cubicBezTo>
                    <a:close/>
                  </a:path>
                  <a:path w="973766" h="355826" stroke="0" extrusionOk="0">
                    <a:moveTo>
                      <a:pt x="349333" y="112476"/>
                    </a:moveTo>
                    <a:cubicBezTo>
                      <a:pt x="484130" y="86526"/>
                      <a:pt x="594231" y="37062"/>
                      <a:pt x="704129" y="11437"/>
                    </a:cubicBezTo>
                    <a:cubicBezTo>
                      <a:pt x="786760" y="-9017"/>
                      <a:pt x="920285" y="-29214"/>
                      <a:pt x="962794" y="63953"/>
                    </a:cubicBezTo>
                    <a:cubicBezTo>
                      <a:pt x="981756" y="105470"/>
                      <a:pt x="971004" y="161399"/>
                      <a:pt x="944510" y="196131"/>
                    </a:cubicBezTo>
                    <a:cubicBezTo>
                      <a:pt x="885291" y="277283"/>
                      <a:pt x="728515" y="299553"/>
                      <a:pt x="645859" y="320063"/>
                    </a:cubicBezTo>
                    <a:cubicBezTo>
                      <a:pt x="526412" y="345323"/>
                      <a:pt x="368420" y="345829"/>
                      <a:pt x="180059" y="354425"/>
                    </a:cubicBezTo>
                    <a:cubicBezTo>
                      <a:pt x="135978" y="349716"/>
                      <a:pt x="91601" y="357987"/>
                      <a:pt x="51791" y="327204"/>
                    </a:cubicBezTo>
                    <a:cubicBezTo>
                      <a:pt x="13132" y="303579"/>
                      <a:pt x="-11142" y="249031"/>
                      <a:pt x="5607" y="214857"/>
                    </a:cubicBezTo>
                    <a:cubicBezTo>
                      <a:pt x="29540" y="148215"/>
                      <a:pt x="139345" y="153054"/>
                      <a:pt x="187777" y="144684"/>
                    </a:cubicBezTo>
                    <a:cubicBezTo>
                      <a:pt x="247436" y="131777"/>
                      <a:pt x="304258" y="124659"/>
                      <a:pt x="349333" y="112476"/>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100719182">
                      <a:custGeom>
                        <a:avLst/>
                        <a:gdLst/>
                        <a:ahLst/>
                        <a:cxnLst/>
                        <a:rect l="l" t="t" r="r" b="b"/>
                        <a:pathLst>
                          <a:path w="1682835" h="614928">
                            <a:moveTo>
                              <a:pt x="603709" y="194378"/>
                            </a:moveTo>
                            <a:cubicBezTo>
                              <a:pt x="810821" y="146025"/>
                              <a:pt x="1006235" y="54278"/>
                              <a:pt x="1216857" y="19766"/>
                            </a:cubicBezTo>
                            <a:cubicBezTo>
                              <a:pt x="1350005" y="-2052"/>
                              <a:pt x="1593151" y="-36282"/>
                              <a:pt x="1663874" y="110522"/>
                            </a:cubicBezTo>
                            <a:cubicBezTo>
                              <a:pt x="1699399" y="184267"/>
                              <a:pt x="1682836" y="276070"/>
                              <a:pt x="1632276" y="338949"/>
                            </a:cubicBezTo>
                            <a:cubicBezTo>
                              <a:pt x="1518845" y="480014"/>
                              <a:pt x="1282338" y="517691"/>
                              <a:pt x="1116156" y="553125"/>
                            </a:cubicBezTo>
                            <a:cubicBezTo>
                              <a:pt x="850747" y="609712"/>
                              <a:pt x="581682" y="620727"/>
                              <a:pt x="311173" y="612507"/>
                            </a:cubicBezTo>
                            <a:cubicBezTo>
                              <a:pt x="234795" y="610188"/>
                              <a:pt x="154943" y="604916"/>
                              <a:pt x="89505" y="565465"/>
                            </a:cubicBezTo>
                            <a:cubicBezTo>
                              <a:pt x="24067" y="526014"/>
                              <a:pt x="-20614" y="441455"/>
                              <a:pt x="9690" y="371311"/>
                            </a:cubicBezTo>
                            <a:cubicBezTo>
                              <a:pt x="55892" y="264356"/>
                              <a:pt x="226901" y="266203"/>
                              <a:pt x="324511" y="250040"/>
                            </a:cubicBezTo>
                            <a:cubicBezTo>
                              <a:pt x="418144" y="234528"/>
                              <a:pt x="511276" y="215960"/>
                              <a:pt x="603709" y="194378"/>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lnSpcReduction="10000"/>
              </a:bodyPr>
              <a:lstStyle/>
              <a:p>
                <a:pPr marL="0" algn="l"/>
                <a:endParaRPr/>
              </a:p>
            </p:txBody>
          </p:sp>
          <p:sp>
            <p:nvSpPr>
              <p:cNvPr id="132" name="Freeform 10">
                <a:extLst>
                  <a:ext uri="{FF2B5EF4-FFF2-40B4-BE49-F238E27FC236}">
                    <a16:creationId xmlns:a16="http://schemas.microsoft.com/office/drawing/2014/main" id="{DC31B329-17C3-61E8-F7DA-ECEDE709FC64}"/>
                  </a:ext>
                </a:extLst>
              </p:cNvPr>
              <p:cNvSpPr/>
              <p:nvPr/>
            </p:nvSpPr>
            <p:spPr>
              <a:xfrm>
                <a:off x="6327330" y="3385577"/>
                <a:ext cx="1510587" cy="1580038"/>
              </a:xfrm>
              <a:custGeom>
                <a:avLst/>
                <a:gdLst>
                  <a:gd name="connsiteX0" fmla="*/ 122898 w 874096"/>
                  <a:gd name="connsiteY0" fmla="*/ 429474 h 914284"/>
                  <a:gd name="connsiteX1" fmla="*/ 404704 w 874096"/>
                  <a:gd name="connsiteY1" fmla="*/ 731506 h 914284"/>
                  <a:gd name="connsiteX2" fmla="*/ 462357 w 874096"/>
                  <a:gd name="connsiteY2" fmla="*/ 794171 h 914284"/>
                  <a:gd name="connsiteX3" fmla="*/ 490214 w 874096"/>
                  <a:gd name="connsiteY3" fmla="*/ 827506 h 914284"/>
                  <a:gd name="connsiteX4" fmla="*/ 522524 w 874096"/>
                  <a:gd name="connsiteY4" fmla="*/ 883901 h 914284"/>
                  <a:gd name="connsiteX5" fmla="*/ 874096 w 874096"/>
                  <a:gd name="connsiteY5" fmla="*/ 914284 h 914284"/>
                  <a:gd name="connsiteX6" fmla="*/ 818519 w 874096"/>
                  <a:gd name="connsiteY6" fmla="*/ 756427 h 914284"/>
                  <a:gd name="connsiteX7" fmla="*/ 620800 w 874096"/>
                  <a:gd name="connsiteY7" fmla="*/ 468813 h 914284"/>
                  <a:gd name="connsiteX8" fmla="*/ 354015 w 874096"/>
                  <a:gd name="connsiteY8" fmla="*/ 141166 h 914284"/>
                  <a:gd name="connsiteX9" fmla="*/ 53425 w 874096"/>
                  <a:gd name="connsiteY9" fmla="*/ 31110 h 914284"/>
                  <a:gd name="connsiteX10" fmla="*/ 40949 w 874096"/>
                  <a:gd name="connsiteY10" fmla="*/ 308739 h 914284"/>
                  <a:gd name="connsiteX11" fmla="*/ 122898 w 874096"/>
                  <a:gd name="connsiteY11" fmla="*/ 429474 h 914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4096" h="914284" fill="none" extrusionOk="0">
                    <a:moveTo>
                      <a:pt x="122898" y="429474"/>
                    </a:moveTo>
                    <a:cubicBezTo>
                      <a:pt x="229201" y="535619"/>
                      <a:pt x="310648" y="637011"/>
                      <a:pt x="404704" y="731506"/>
                    </a:cubicBezTo>
                    <a:cubicBezTo>
                      <a:pt x="421380" y="754620"/>
                      <a:pt x="442209" y="771282"/>
                      <a:pt x="462357" y="794171"/>
                    </a:cubicBezTo>
                    <a:cubicBezTo>
                      <a:pt x="473946" y="803848"/>
                      <a:pt x="482755" y="816120"/>
                      <a:pt x="490214" y="827506"/>
                    </a:cubicBezTo>
                    <a:cubicBezTo>
                      <a:pt x="492474" y="835342"/>
                      <a:pt x="507794" y="855476"/>
                      <a:pt x="522524" y="883901"/>
                    </a:cubicBezTo>
                    <a:cubicBezTo>
                      <a:pt x="633053" y="876337"/>
                      <a:pt x="762531" y="876096"/>
                      <a:pt x="874096" y="914284"/>
                    </a:cubicBezTo>
                    <a:cubicBezTo>
                      <a:pt x="861151" y="834970"/>
                      <a:pt x="828423" y="774669"/>
                      <a:pt x="818519" y="756427"/>
                    </a:cubicBezTo>
                    <a:cubicBezTo>
                      <a:pt x="785310" y="639617"/>
                      <a:pt x="676340" y="557750"/>
                      <a:pt x="620800" y="468813"/>
                    </a:cubicBezTo>
                    <a:cubicBezTo>
                      <a:pt x="564824" y="360307"/>
                      <a:pt x="435597" y="254957"/>
                      <a:pt x="354015" y="141166"/>
                    </a:cubicBezTo>
                    <a:cubicBezTo>
                      <a:pt x="278416" y="47995"/>
                      <a:pt x="183524" y="-32769"/>
                      <a:pt x="53425" y="31110"/>
                    </a:cubicBezTo>
                    <a:cubicBezTo>
                      <a:pt x="-41384" y="112799"/>
                      <a:pt x="6820" y="227462"/>
                      <a:pt x="40949" y="308739"/>
                    </a:cubicBezTo>
                    <a:cubicBezTo>
                      <a:pt x="67127" y="356023"/>
                      <a:pt x="80746" y="387039"/>
                      <a:pt x="122898" y="429474"/>
                    </a:cubicBezTo>
                    <a:close/>
                  </a:path>
                  <a:path w="874096" h="914284" stroke="0" extrusionOk="0">
                    <a:moveTo>
                      <a:pt x="122898" y="429474"/>
                    </a:moveTo>
                    <a:cubicBezTo>
                      <a:pt x="223197" y="539384"/>
                      <a:pt x="321843" y="655978"/>
                      <a:pt x="404704" y="731506"/>
                    </a:cubicBezTo>
                    <a:cubicBezTo>
                      <a:pt x="424841" y="752790"/>
                      <a:pt x="447561" y="773218"/>
                      <a:pt x="462357" y="794171"/>
                    </a:cubicBezTo>
                    <a:cubicBezTo>
                      <a:pt x="471831" y="807485"/>
                      <a:pt x="481862" y="817368"/>
                      <a:pt x="490214" y="827506"/>
                    </a:cubicBezTo>
                    <a:cubicBezTo>
                      <a:pt x="501653" y="838931"/>
                      <a:pt x="510235" y="856070"/>
                      <a:pt x="522524" y="883901"/>
                    </a:cubicBezTo>
                    <a:cubicBezTo>
                      <a:pt x="607280" y="845403"/>
                      <a:pt x="748885" y="865951"/>
                      <a:pt x="874096" y="914284"/>
                    </a:cubicBezTo>
                    <a:cubicBezTo>
                      <a:pt x="858716" y="825135"/>
                      <a:pt x="826902" y="781575"/>
                      <a:pt x="818519" y="756427"/>
                    </a:cubicBezTo>
                    <a:cubicBezTo>
                      <a:pt x="763534" y="632374"/>
                      <a:pt x="701283" y="546787"/>
                      <a:pt x="620800" y="468813"/>
                    </a:cubicBezTo>
                    <a:cubicBezTo>
                      <a:pt x="526035" y="340767"/>
                      <a:pt x="431725" y="248413"/>
                      <a:pt x="354015" y="141166"/>
                    </a:cubicBezTo>
                    <a:cubicBezTo>
                      <a:pt x="287664" y="35865"/>
                      <a:pt x="136655" y="-59670"/>
                      <a:pt x="53425" y="31110"/>
                    </a:cubicBezTo>
                    <a:cubicBezTo>
                      <a:pt x="-38975" y="102029"/>
                      <a:pt x="577" y="238478"/>
                      <a:pt x="40949" y="308739"/>
                    </a:cubicBezTo>
                    <a:cubicBezTo>
                      <a:pt x="67336" y="359679"/>
                      <a:pt x="90572" y="390625"/>
                      <a:pt x="122898" y="429474"/>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4080632358">
                      <a:custGeom>
                        <a:avLst/>
                        <a:gdLst/>
                        <a:ahLst/>
                        <a:cxnLst/>
                        <a:rect l="l" t="t" r="r" b="b"/>
                        <a:pathLst>
                          <a:path w="1510587" h="1580038">
                            <a:moveTo>
                              <a:pt x="212390" y="742205"/>
                            </a:moveTo>
                            <a:cubicBezTo>
                              <a:pt x="367663" y="922232"/>
                              <a:pt x="536212" y="1091346"/>
                              <a:pt x="699398" y="1264168"/>
                            </a:cubicBezTo>
                            <a:cubicBezTo>
                              <a:pt x="733075" y="1299833"/>
                              <a:pt x="766743" y="1335529"/>
                              <a:pt x="799032" y="1372464"/>
                            </a:cubicBezTo>
                            <a:cubicBezTo>
                              <a:pt x="815109" y="1390856"/>
                              <a:pt x="833935" y="1409502"/>
                              <a:pt x="847175" y="1430071"/>
                            </a:cubicBezTo>
                            <a:cubicBezTo>
                              <a:pt x="858028" y="1446933"/>
                              <a:pt x="882001" y="1480405"/>
                              <a:pt x="903012" y="1527532"/>
                            </a:cubicBezTo>
                            <a:cubicBezTo>
                              <a:pt x="1097385" y="1469539"/>
                              <a:pt x="1324136" y="1512174"/>
                              <a:pt x="1510588" y="1580039"/>
                            </a:cubicBezTo>
                            <a:cubicBezTo>
                              <a:pt x="1489157" y="1434079"/>
                              <a:pt x="1430975" y="1344457"/>
                              <a:pt x="1414542" y="1307236"/>
                            </a:cubicBezTo>
                            <a:cubicBezTo>
                              <a:pt x="1332709" y="1121894"/>
                              <a:pt x="1199106" y="966278"/>
                              <a:pt x="1072850" y="810189"/>
                            </a:cubicBezTo>
                            <a:cubicBezTo>
                              <a:pt x="919775" y="620943"/>
                              <a:pt x="758805" y="438074"/>
                              <a:pt x="611800" y="243959"/>
                            </a:cubicBezTo>
                            <a:cubicBezTo>
                              <a:pt x="492265" y="86122"/>
                              <a:pt x="290764" y="-91303"/>
                              <a:pt x="92328" y="53765"/>
                            </a:cubicBezTo>
                            <a:cubicBezTo>
                              <a:pt x="-60379" y="165409"/>
                              <a:pt x="8527" y="391196"/>
                              <a:pt x="70768" y="533555"/>
                            </a:cubicBezTo>
                            <a:cubicBezTo>
                              <a:pt x="104003" y="609580"/>
                              <a:pt x="156235" y="677097"/>
                              <a:pt x="212390" y="742205"/>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grpSp>
            <p:nvGrpSpPr>
              <p:cNvPr id="133" name="Group 11">
                <a:extLst>
                  <a:ext uri="{FF2B5EF4-FFF2-40B4-BE49-F238E27FC236}">
                    <a16:creationId xmlns:a16="http://schemas.microsoft.com/office/drawing/2014/main" id="{E5585540-F2C0-1486-3757-7C8F05B81FB5}"/>
                  </a:ext>
                </a:extLst>
              </p:cNvPr>
              <p:cNvGrpSpPr/>
              <p:nvPr/>
            </p:nvGrpSpPr>
            <p:grpSpPr>
              <a:xfrm>
                <a:off x="5200664" y="3241674"/>
                <a:ext cx="1685892" cy="2369386"/>
                <a:chOff x="5200664" y="3241674"/>
                <a:chExt cx="1685892" cy="2369386"/>
              </a:xfrm>
              <a:grpFill/>
            </p:grpSpPr>
            <p:sp>
              <p:nvSpPr>
                <p:cNvPr id="140" name="Freeform 12">
                  <a:extLst>
                    <a:ext uri="{FF2B5EF4-FFF2-40B4-BE49-F238E27FC236}">
                      <a16:creationId xmlns:a16="http://schemas.microsoft.com/office/drawing/2014/main" id="{98DBFA86-57A1-58BB-764A-0BDD3FACB682}"/>
                    </a:ext>
                  </a:extLst>
                </p:cNvPr>
                <p:cNvSpPr/>
                <p:nvPr/>
              </p:nvSpPr>
              <p:spPr>
                <a:xfrm>
                  <a:off x="5200664" y="3301063"/>
                  <a:ext cx="1685892" cy="2309997"/>
                </a:xfrm>
                <a:custGeom>
                  <a:avLst/>
                  <a:gdLst>
                    <a:gd name="connsiteX0" fmla="*/ 877339 w 975535"/>
                    <a:gd name="connsiteY0" fmla="*/ 1323884 h 1336672"/>
                    <a:gd name="connsiteX1" fmla="*/ 872206 w 975535"/>
                    <a:gd name="connsiteY1" fmla="*/ 1122378 h 1336672"/>
                    <a:gd name="connsiteX2" fmla="*/ 881261 w 975535"/>
                    <a:gd name="connsiteY2" fmla="*/ 865107 h 1336672"/>
                    <a:gd name="connsiteX3" fmla="*/ 975328 w 975535"/>
                    <a:gd name="connsiteY3" fmla="*/ 525158 h 1336672"/>
                    <a:gd name="connsiteX4" fmla="*/ 933038 w 975535"/>
                    <a:gd name="connsiteY4" fmla="*/ 194675 h 1336672"/>
                    <a:gd name="connsiteX5" fmla="*/ 795319 w 975535"/>
                    <a:gd name="connsiteY5" fmla="*/ 39214 h 1336672"/>
                    <a:gd name="connsiteX6" fmla="*/ 683079 w 975535"/>
                    <a:gd name="connsiteY6" fmla="*/ 16515 h 1336672"/>
                    <a:gd name="connsiteX7" fmla="*/ 490288 w 975535"/>
                    <a:gd name="connsiteY7" fmla="*/ 0 h 1336672"/>
                    <a:gd name="connsiteX8" fmla="*/ 487769 w 975535"/>
                    <a:gd name="connsiteY8" fmla="*/ 20 h 1336672"/>
                    <a:gd name="connsiteX9" fmla="*/ 485246 w 975535"/>
                    <a:gd name="connsiteY9" fmla="*/ 39 h 1336672"/>
                    <a:gd name="connsiteX10" fmla="*/ 292456 w 975535"/>
                    <a:gd name="connsiteY10" fmla="*/ 16515 h 1336672"/>
                    <a:gd name="connsiteX11" fmla="*/ 180216 w 975535"/>
                    <a:gd name="connsiteY11" fmla="*/ 39214 h 1336672"/>
                    <a:gd name="connsiteX12" fmla="*/ 42496 w 975535"/>
                    <a:gd name="connsiteY12" fmla="*/ 194675 h 1336672"/>
                    <a:gd name="connsiteX13" fmla="*/ 207 w 975535"/>
                    <a:gd name="connsiteY13" fmla="*/ 525158 h 1336672"/>
                    <a:gd name="connsiteX14" fmla="*/ 94276 w 975535"/>
                    <a:gd name="connsiteY14" fmla="*/ 865109 h 1336672"/>
                    <a:gd name="connsiteX15" fmla="*/ 71620 w 975535"/>
                    <a:gd name="connsiteY15" fmla="*/ 1237756 h 1336672"/>
                    <a:gd name="connsiteX16" fmla="*/ 76622 w 975535"/>
                    <a:gd name="connsiteY16" fmla="*/ 1292152 h 1336672"/>
                    <a:gd name="connsiteX17" fmla="*/ 106030 w 975535"/>
                    <a:gd name="connsiteY17" fmla="*/ 1310377 h 1336672"/>
                    <a:gd name="connsiteX18" fmla="*/ 222300 w 975535"/>
                    <a:gd name="connsiteY18" fmla="*/ 1327575 h 1336672"/>
                    <a:gd name="connsiteX19" fmla="*/ 833194 w 975535"/>
                    <a:gd name="connsiteY19" fmla="*/ 1336553 h 1336672"/>
                    <a:gd name="connsiteX20" fmla="*/ 863043 w 975535"/>
                    <a:gd name="connsiteY20" fmla="*/ 1332671 h 1336672"/>
                    <a:gd name="connsiteX21" fmla="*/ 877339 w 975535"/>
                    <a:gd name="connsiteY21" fmla="*/ 1323884 h 1336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75535" h="1336672" fill="none" extrusionOk="0">
                      <a:moveTo>
                        <a:pt x="877339" y="1323884"/>
                      </a:moveTo>
                      <a:cubicBezTo>
                        <a:pt x="925085" y="1283262"/>
                        <a:pt x="877409" y="1159416"/>
                        <a:pt x="872206" y="1122378"/>
                      </a:cubicBezTo>
                      <a:cubicBezTo>
                        <a:pt x="837874" y="1036457"/>
                        <a:pt x="850713" y="947301"/>
                        <a:pt x="881261" y="865107"/>
                      </a:cubicBezTo>
                      <a:cubicBezTo>
                        <a:pt x="933147" y="748379"/>
                        <a:pt x="976966" y="661755"/>
                        <a:pt x="975328" y="525158"/>
                      </a:cubicBezTo>
                      <a:cubicBezTo>
                        <a:pt x="953764" y="406445"/>
                        <a:pt x="959430" y="306658"/>
                        <a:pt x="933038" y="194675"/>
                      </a:cubicBezTo>
                      <a:cubicBezTo>
                        <a:pt x="912058" y="86848"/>
                        <a:pt x="901690" y="54933"/>
                        <a:pt x="795319" y="39214"/>
                      </a:cubicBezTo>
                      <a:cubicBezTo>
                        <a:pt x="763053" y="33731"/>
                        <a:pt x="722744" y="18864"/>
                        <a:pt x="683079" y="16515"/>
                      </a:cubicBezTo>
                      <a:cubicBezTo>
                        <a:pt x="615473" y="20212"/>
                        <a:pt x="543831" y="-7344"/>
                        <a:pt x="490288" y="0"/>
                      </a:cubicBezTo>
                      <a:cubicBezTo>
                        <a:pt x="489065" y="-76"/>
                        <a:pt x="488994" y="11"/>
                        <a:pt x="487769" y="20"/>
                      </a:cubicBezTo>
                      <a:cubicBezTo>
                        <a:pt x="487200" y="146"/>
                        <a:pt x="486188" y="128"/>
                        <a:pt x="485246" y="39"/>
                      </a:cubicBezTo>
                      <a:cubicBezTo>
                        <a:pt x="422051" y="-850"/>
                        <a:pt x="361604" y="1723"/>
                        <a:pt x="292456" y="16515"/>
                      </a:cubicBezTo>
                      <a:cubicBezTo>
                        <a:pt x="253876" y="31336"/>
                        <a:pt x="218883" y="33441"/>
                        <a:pt x="180216" y="39214"/>
                      </a:cubicBezTo>
                      <a:cubicBezTo>
                        <a:pt x="75037" y="52961"/>
                        <a:pt x="63837" y="82692"/>
                        <a:pt x="42496" y="194675"/>
                      </a:cubicBezTo>
                      <a:cubicBezTo>
                        <a:pt x="30794" y="304129"/>
                        <a:pt x="-14010" y="425181"/>
                        <a:pt x="207" y="525158"/>
                      </a:cubicBezTo>
                      <a:cubicBezTo>
                        <a:pt x="10553" y="637550"/>
                        <a:pt x="62435" y="765921"/>
                        <a:pt x="94276" y="865109"/>
                      </a:cubicBezTo>
                      <a:cubicBezTo>
                        <a:pt x="154290" y="964176"/>
                        <a:pt x="122450" y="1141685"/>
                        <a:pt x="71620" y="1237756"/>
                      </a:cubicBezTo>
                      <a:cubicBezTo>
                        <a:pt x="69483" y="1257425"/>
                        <a:pt x="65749" y="1280817"/>
                        <a:pt x="76622" y="1292152"/>
                      </a:cubicBezTo>
                      <a:cubicBezTo>
                        <a:pt x="85467" y="1303728"/>
                        <a:pt x="93186" y="1305662"/>
                        <a:pt x="106030" y="1310377"/>
                      </a:cubicBezTo>
                      <a:cubicBezTo>
                        <a:pt x="136858" y="1321678"/>
                        <a:pt x="175823" y="1327197"/>
                        <a:pt x="222300" y="1327575"/>
                      </a:cubicBezTo>
                      <a:cubicBezTo>
                        <a:pt x="427946" y="1331711"/>
                        <a:pt x="642491" y="1322483"/>
                        <a:pt x="833194" y="1336553"/>
                      </a:cubicBezTo>
                      <a:cubicBezTo>
                        <a:pt x="842800" y="1336581"/>
                        <a:pt x="852645" y="1334447"/>
                        <a:pt x="863043" y="1332671"/>
                      </a:cubicBezTo>
                      <a:cubicBezTo>
                        <a:pt x="868432" y="1331049"/>
                        <a:pt x="873667" y="1327497"/>
                        <a:pt x="877339" y="1323884"/>
                      </a:cubicBezTo>
                      <a:close/>
                    </a:path>
                    <a:path w="975535" h="1336672" stroke="0" extrusionOk="0">
                      <a:moveTo>
                        <a:pt x="877339" y="1323884"/>
                      </a:moveTo>
                      <a:cubicBezTo>
                        <a:pt x="916599" y="1277474"/>
                        <a:pt x="877305" y="1162377"/>
                        <a:pt x="872206" y="1122378"/>
                      </a:cubicBezTo>
                      <a:cubicBezTo>
                        <a:pt x="857893" y="1058096"/>
                        <a:pt x="855244" y="935916"/>
                        <a:pt x="881261" y="865107"/>
                      </a:cubicBezTo>
                      <a:cubicBezTo>
                        <a:pt x="923084" y="726110"/>
                        <a:pt x="976388" y="648987"/>
                        <a:pt x="975328" y="525158"/>
                      </a:cubicBezTo>
                      <a:cubicBezTo>
                        <a:pt x="978490" y="417699"/>
                        <a:pt x="931868" y="310188"/>
                        <a:pt x="933038" y="194675"/>
                      </a:cubicBezTo>
                      <a:cubicBezTo>
                        <a:pt x="909297" y="80253"/>
                        <a:pt x="903303" y="52830"/>
                        <a:pt x="795319" y="39214"/>
                      </a:cubicBezTo>
                      <a:cubicBezTo>
                        <a:pt x="754499" y="36929"/>
                        <a:pt x="716412" y="18646"/>
                        <a:pt x="683079" y="16515"/>
                      </a:cubicBezTo>
                      <a:cubicBezTo>
                        <a:pt x="608735" y="11071"/>
                        <a:pt x="549803" y="-4185"/>
                        <a:pt x="490288" y="0"/>
                      </a:cubicBezTo>
                      <a:cubicBezTo>
                        <a:pt x="489523" y="-50"/>
                        <a:pt x="488565" y="109"/>
                        <a:pt x="487769" y="20"/>
                      </a:cubicBezTo>
                      <a:cubicBezTo>
                        <a:pt x="487098" y="108"/>
                        <a:pt x="485813" y="-70"/>
                        <a:pt x="485246" y="39"/>
                      </a:cubicBezTo>
                      <a:cubicBezTo>
                        <a:pt x="423270" y="-4832"/>
                        <a:pt x="355978" y="12292"/>
                        <a:pt x="292456" y="16515"/>
                      </a:cubicBezTo>
                      <a:cubicBezTo>
                        <a:pt x="256798" y="31183"/>
                        <a:pt x="219833" y="37580"/>
                        <a:pt x="180216" y="39214"/>
                      </a:cubicBezTo>
                      <a:cubicBezTo>
                        <a:pt x="74638" y="57458"/>
                        <a:pt x="58038" y="87806"/>
                        <a:pt x="42496" y="194675"/>
                      </a:cubicBezTo>
                      <a:cubicBezTo>
                        <a:pt x="42137" y="306299"/>
                        <a:pt x="-11695" y="413762"/>
                        <a:pt x="207" y="525158"/>
                      </a:cubicBezTo>
                      <a:cubicBezTo>
                        <a:pt x="23147" y="647830"/>
                        <a:pt x="47582" y="751199"/>
                        <a:pt x="94276" y="865109"/>
                      </a:cubicBezTo>
                      <a:cubicBezTo>
                        <a:pt x="146436" y="1004665"/>
                        <a:pt x="114404" y="1117305"/>
                        <a:pt x="71620" y="1237756"/>
                      </a:cubicBezTo>
                      <a:cubicBezTo>
                        <a:pt x="66034" y="1255995"/>
                        <a:pt x="68923" y="1279586"/>
                        <a:pt x="76622" y="1292152"/>
                      </a:cubicBezTo>
                      <a:cubicBezTo>
                        <a:pt x="83141" y="1298796"/>
                        <a:pt x="94147" y="1305316"/>
                        <a:pt x="106030" y="1310377"/>
                      </a:cubicBezTo>
                      <a:cubicBezTo>
                        <a:pt x="146114" y="1322827"/>
                        <a:pt x="178823" y="1328774"/>
                        <a:pt x="222300" y="1327575"/>
                      </a:cubicBezTo>
                      <a:cubicBezTo>
                        <a:pt x="424540" y="1354951"/>
                        <a:pt x="630815" y="1342817"/>
                        <a:pt x="833194" y="1336553"/>
                      </a:cubicBezTo>
                      <a:cubicBezTo>
                        <a:pt x="841306" y="1336695"/>
                        <a:pt x="852265" y="1337389"/>
                        <a:pt x="863043" y="1332671"/>
                      </a:cubicBezTo>
                      <a:cubicBezTo>
                        <a:pt x="867901" y="1330722"/>
                        <a:pt x="873760" y="1327926"/>
                        <a:pt x="877339" y="1323884"/>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4247261098">
                        <a:custGeom>
                          <a:avLst/>
                          <a:gdLst/>
                          <a:ahLst/>
                          <a:cxnLst/>
                          <a:rect l="l" t="t" r="r" b="b"/>
                          <a:pathLst>
                            <a:path w="1685892" h="2309997">
                              <a:moveTo>
                                <a:pt x="1516194" y="2287898"/>
                              </a:moveTo>
                              <a:cubicBezTo>
                                <a:pt x="1594122" y="2218645"/>
                                <a:pt x="1520378" y="2015657"/>
                                <a:pt x="1507322" y="1939661"/>
                              </a:cubicBezTo>
                              <a:cubicBezTo>
                                <a:pt x="1482414" y="1794717"/>
                                <a:pt x="1473760" y="1636045"/>
                                <a:pt x="1522971" y="1495053"/>
                              </a:cubicBezTo>
                              <a:cubicBezTo>
                                <a:pt x="1593608" y="1292665"/>
                                <a:pt x="1680267" y="1133002"/>
                                <a:pt x="1685535" y="907563"/>
                              </a:cubicBezTo>
                              <a:cubicBezTo>
                                <a:pt x="1690044" y="714553"/>
                                <a:pt x="1651147" y="524436"/>
                                <a:pt x="1612450" y="336433"/>
                              </a:cubicBezTo>
                              <a:cubicBezTo>
                                <a:pt x="1574123" y="150225"/>
                                <a:pt x="1556764" y="96162"/>
                                <a:pt x="1374448" y="67770"/>
                              </a:cubicBezTo>
                              <a:cubicBezTo>
                                <a:pt x="1309464" y="57650"/>
                                <a:pt x="1245307" y="40051"/>
                                <a:pt x="1180478" y="28542"/>
                              </a:cubicBezTo>
                              <a:cubicBezTo>
                                <a:pt x="1070501" y="9014"/>
                                <a:pt x="959020" y="245"/>
                                <a:pt x="847303" y="0"/>
                              </a:cubicBezTo>
                              <a:cubicBezTo>
                                <a:pt x="845850" y="-4"/>
                                <a:pt x="844397" y="35"/>
                                <a:pt x="842949" y="35"/>
                              </a:cubicBezTo>
                              <a:cubicBezTo>
                                <a:pt x="841496" y="35"/>
                                <a:pt x="840043" y="0"/>
                                <a:pt x="838590" y="69"/>
                              </a:cubicBezTo>
                              <a:cubicBezTo>
                                <a:pt x="726877" y="245"/>
                                <a:pt x="615392" y="9014"/>
                                <a:pt x="505415" y="28542"/>
                              </a:cubicBezTo>
                              <a:cubicBezTo>
                                <a:pt x="440585" y="40051"/>
                                <a:pt x="376429" y="57650"/>
                                <a:pt x="311445" y="67770"/>
                              </a:cubicBezTo>
                              <a:cubicBezTo>
                                <a:pt x="129129" y="96162"/>
                                <a:pt x="111770" y="150225"/>
                                <a:pt x="73442" y="336433"/>
                              </a:cubicBezTo>
                              <a:cubicBezTo>
                                <a:pt x="34746" y="524436"/>
                                <a:pt x="-4151" y="714553"/>
                                <a:pt x="358" y="907563"/>
                              </a:cubicBezTo>
                              <a:cubicBezTo>
                                <a:pt x="5625" y="1133002"/>
                                <a:pt x="92284" y="1292661"/>
                                <a:pt x="162926" y="1495057"/>
                              </a:cubicBezTo>
                              <a:cubicBezTo>
                                <a:pt x="237889" y="1709837"/>
                                <a:pt x="181023" y="1929752"/>
                                <a:pt x="123772" y="2139054"/>
                              </a:cubicBezTo>
                              <a:cubicBezTo>
                                <a:pt x="115152" y="2170566"/>
                                <a:pt x="112259" y="2207346"/>
                                <a:pt x="132417" y="2233060"/>
                              </a:cubicBezTo>
                              <a:cubicBezTo>
                                <a:pt x="144886" y="2248966"/>
                                <a:pt x="164174" y="2257855"/>
                                <a:pt x="183239" y="2264555"/>
                              </a:cubicBezTo>
                              <a:cubicBezTo>
                                <a:pt x="247357" y="2287080"/>
                                <a:pt x="316289" y="2291095"/>
                                <a:pt x="384174" y="2294276"/>
                              </a:cubicBezTo>
                              <a:cubicBezTo>
                                <a:pt x="735775" y="2310752"/>
                                <a:pt x="1087920" y="2310396"/>
                                <a:pt x="1439903" y="2309792"/>
                              </a:cubicBezTo>
                              <a:cubicBezTo>
                                <a:pt x="1457357" y="2309762"/>
                                <a:pt x="1475312" y="2309638"/>
                                <a:pt x="1491488" y="2303084"/>
                              </a:cubicBezTo>
                              <a:cubicBezTo>
                                <a:pt x="1501042" y="2299218"/>
                                <a:pt x="1509225" y="2294092"/>
                                <a:pt x="1516194" y="2287898"/>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141" name="Freeform 13">
                  <a:extLst>
                    <a:ext uri="{FF2B5EF4-FFF2-40B4-BE49-F238E27FC236}">
                      <a16:creationId xmlns:a16="http://schemas.microsoft.com/office/drawing/2014/main" id="{CAC23172-C260-6DBC-553C-CBF5A7412BB0}"/>
                    </a:ext>
                  </a:extLst>
                </p:cNvPr>
                <p:cNvSpPr/>
                <p:nvPr/>
              </p:nvSpPr>
              <p:spPr>
                <a:xfrm>
                  <a:off x="5492164" y="3241674"/>
                  <a:ext cx="1166599" cy="636598"/>
                </a:xfrm>
                <a:custGeom>
                  <a:avLst/>
                  <a:gdLst>
                    <a:gd name="connsiteX0" fmla="*/ 652950 w 675048"/>
                    <a:gd name="connsiteY0" fmla="*/ 96199 h 368365"/>
                    <a:gd name="connsiteX1" fmla="*/ 671611 w 675048"/>
                    <a:gd name="connsiteY1" fmla="*/ 13972 h 368365"/>
                    <a:gd name="connsiteX2" fmla="*/ 594975 w 675048"/>
                    <a:gd name="connsiteY2" fmla="*/ 753 h 368365"/>
                    <a:gd name="connsiteX3" fmla="*/ 0 w 675048"/>
                    <a:gd name="connsiteY3" fmla="*/ 20746 h 368365"/>
                    <a:gd name="connsiteX4" fmla="*/ 28262 w 675048"/>
                    <a:gd name="connsiteY4" fmla="*/ 144970 h 368365"/>
                    <a:gd name="connsiteX5" fmla="*/ 83970 w 675048"/>
                    <a:gd name="connsiteY5" fmla="*/ 244975 h 368365"/>
                    <a:gd name="connsiteX6" fmla="*/ 272492 w 675048"/>
                    <a:gd name="connsiteY6" fmla="*/ 362863 h 368365"/>
                    <a:gd name="connsiteX7" fmla="*/ 606064 w 675048"/>
                    <a:gd name="connsiteY7" fmla="*/ 212616 h 368365"/>
                    <a:gd name="connsiteX8" fmla="*/ 652950 w 675048"/>
                    <a:gd name="connsiteY8" fmla="*/ 96199 h 368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5048" h="368365" fill="none" extrusionOk="0">
                      <a:moveTo>
                        <a:pt x="652950" y="96199"/>
                      </a:moveTo>
                      <a:cubicBezTo>
                        <a:pt x="658501" y="79193"/>
                        <a:pt x="684366" y="30512"/>
                        <a:pt x="671611" y="13972"/>
                      </a:cubicBezTo>
                      <a:cubicBezTo>
                        <a:pt x="661494" y="-3716"/>
                        <a:pt x="612544" y="-744"/>
                        <a:pt x="594975" y="753"/>
                      </a:cubicBezTo>
                      <a:cubicBezTo>
                        <a:pt x="353688" y="-4129"/>
                        <a:pt x="275686" y="-4038"/>
                        <a:pt x="0" y="20746"/>
                      </a:cubicBezTo>
                      <a:cubicBezTo>
                        <a:pt x="10870" y="67212"/>
                        <a:pt x="12196" y="101714"/>
                        <a:pt x="28262" y="144970"/>
                      </a:cubicBezTo>
                      <a:cubicBezTo>
                        <a:pt x="44208" y="178602"/>
                        <a:pt x="53094" y="220378"/>
                        <a:pt x="83970" y="244975"/>
                      </a:cubicBezTo>
                      <a:cubicBezTo>
                        <a:pt x="133517" y="305232"/>
                        <a:pt x="205358" y="348889"/>
                        <a:pt x="272492" y="362863"/>
                      </a:cubicBezTo>
                      <a:cubicBezTo>
                        <a:pt x="412073" y="398552"/>
                        <a:pt x="510260" y="324812"/>
                        <a:pt x="606064" y="212616"/>
                      </a:cubicBezTo>
                      <a:cubicBezTo>
                        <a:pt x="633503" y="180666"/>
                        <a:pt x="639689" y="139854"/>
                        <a:pt x="652950" y="96199"/>
                      </a:cubicBezTo>
                      <a:close/>
                    </a:path>
                    <a:path w="675048" h="368365" stroke="0" extrusionOk="0">
                      <a:moveTo>
                        <a:pt x="652950" y="96199"/>
                      </a:moveTo>
                      <a:cubicBezTo>
                        <a:pt x="660050" y="75903"/>
                        <a:pt x="684356" y="31860"/>
                        <a:pt x="671611" y="13972"/>
                      </a:cubicBezTo>
                      <a:cubicBezTo>
                        <a:pt x="659532" y="-2459"/>
                        <a:pt x="611478" y="-1674"/>
                        <a:pt x="594975" y="753"/>
                      </a:cubicBezTo>
                      <a:cubicBezTo>
                        <a:pt x="389694" y="-288"/>
                        <a:pt x="121081" y="28170"/>
                        <a:pt x="0" y="20746"/>
                      </a:cubicBezTo>
                      <a:cubicBezTo>
                        <a:pt x="20888" y="63407"/>
                        <a:pt x="11752" y="101442"/>
                        <a:pt x="28262" y="144970"/>
                      </a:cubicBezTo>
                      <a:cubicBezTo>
                        <a:pt x="45049" y="172421"/>
                        <a:pt x="58413" y="210883"/>
                        <a:pt x="83970" y="244975"/>
                      </a:cubicBezTo>
                      <a:cubicBezTo>
                        <a:pt x="133629" y="303051"/>
                        <a:pt x="203395" y="353499"/>
                        <a:pt x="272492" y="362863"/>
                      </a:cubicBezTo>
                      <a:cubicBezTo>
                        <a:pt x="377703" y="385303"/>
                        <a:pt x="531627" y="348677"/>
                        <a:pt x="606064" y="212616"/>
                      </a:cubicBezTo>
                      <a:cubicBezTo>
                        <a:pt x="624149" y="185161"/>
                        <a:pt x="635204" y="139976"/>
                        <a:pt x="652950" y="96199"/>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523382142">
                        <a:custGeom>
                          <a:avLst/>
                          <a:gdLst/>
                          <a:ahLst/>
                          <a:cxnLst/>
                          <a:rect l="l" t="t" r="r" b="b"/>
                          <a:pathLst>
                            <a:path w="1166599" h="636598">
                              <a:moveTo>
                                <a:pt x="1128411" y="166250"/>
                              </a:moveTo>
                              <a:cubicBezTo>
                                <a:pt x="1139671" y="131612"/>
                                <a:pt x="1182041" y="54396"/>
                                <a:pt x="1160661" y="24147"/>
                              </a:cubicBezTo>
                              <a:cubicBezTo>
                                <a:pt x="1139161" y="-6272"/>
                                <a:pt x="1059381" y="256"/>
                                <a:pt x="1028220" y="1302"/>
                              </a:cubicBezTo>
                              <a:cubicBezTo>
                                <a:pt x="685479" y="12819"/>
                                <a:pt x="342741" y="24336"/>
                                <a:pt x="0" y="35853"/>
                              </a:cubicBezTo>
                              <a:cubicBezTo>
                                <a:pt x="19833" y="109337"/>
                                <a:pt x="20643" y="177848"/>
                                <a:pt x="48842" y="250534"/>
                              </a:cubicBezTo>
                              <a:cubicBezTo>
                                <a:pt x="72764" y="312188"/>
                                <a:pt x="104610" y="370991"/>
                                <a:pt x="145116" y="423360"/>
                              </a:cubicBezTo>
                              <a:cubicBezTo>
                                <a:pt x="226156" y="528138"/>
                                <a:pt x="340547" y="601527"/>
                                <a:pt x="470914" y="627090"/>
                              </a:cubicBezTo>
                              <a:cubicBezTo>
                                <a:pt x="691703" y="670385"/>
                                <a:pt x="935620" y="562710"/>
                                <a:pt x="1047384" y="367438"/>
                              </a:cubicBezTo>
                              <a:cubicBezTo>
                                <a:pt x="1083371" y="304575"/>
                                <a:pt x="1106016" y="235134"/>
                                <a:pt x="1128411" y="166250"/>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grpSp>
          <p:sp>
            <p:nvSpPr>
              <p:cNvPr id="134" name="Freeform 14">
                <a:extLst>
                  <a:ext uri="{FF2B5EF4-FFF2-40B4-BE49-F238E27FC236}">
                    <a16:creationId xmlns:a16="http://schemas.microsoft.com/office/drawing/2014/main" id="{E8362704-4DAF-14F5-2442-8BB357D91583}"/>
                  </a:ext>
                </a:extLst>
              </p:cNvPr>
              <p:cNvSpPr/>
              <p:nvPr/>
            </p:nvSpPr>
            <p:spPr>
              <a:xfrm>
                <a:off x="5722787" y="2775098"/>
                <a:ext cx="692012" cy="999234"/>
              </a:xfrm>
              <a:custGeom>
                <a:avLst/>
                <a:gdLst>
                  <a:gd name="connsiteX0" fmla="*/ 36949 w 400430"/>
                  <a:gd name="connsiteY0" fmla="*/ 514481 h 578203"/>
                  <a:gd name="connsiteX1" fmla="*/ 302102 w 400430"/>
                  <a:gd name="connsiteY1" fmla="*/ 561831 h 578203"/>
                  <a:gd name="connsiteX2" fmla="*/ 400408 w 400430"/>
                  <a:gd name="connsiteY2" fmla="*/ 435625 h 578203"/>
                  <a:gd name="connsiteX3" fmla="*/ 325992 w 400430"/>
                  <a:gd name="connsiteY3" fmla="*/ 253429 h 578203"/>
                  <a:gd name="connsiteX4" fmla="*/ 319074 w 400430"/>
                  <a:gd name="connsiteY4" fmla="*/ 142401 h 578203"/>
                  <a:gd name="connsiteX5" fmla="*/ 322519 w 400430"/>
                  <a:gd name="connsiteY5" fmla="*/ 12569 h 578203"/>
                  <a:gd name="connsiteX6" fmla="*/ 199505 w 400430"/>
                  <a:gd name="connsiteY6" fmla="*/ 858 h 578203"/>
                  <a:gd name="connsiteX7" fmla="*/ 86690 w 400430"/>
                  <a:gd name="connsiteY7" fmla="*/ 691 h 578203"/>
                  <a:gd name="connsiteX8" fmla="*/ 78237 w 400430"/>
                  <a:gd name="connsiteY8" fmla="*/ 3189 h 578203"/>
                  <a:gd name="connsiteX9" fmla="*/ 75438 w 400430"/>
                  <a:gd name="connsiteY9" fmla="*/ 11304 h 578203"/>
                  <a:gd name="connsiteX10" fmla="*/ 71397 w 400430"/>
                  <a:gd name="connsiteY10" fmla="*/ 187398 h 578203"/>
                  <a:gd name="connsiteX11" fmla="*/ 24223 w 400430"/>
                  <a:gd name="connsiteY11" fmla="*/ 339862 h 578203"/>
                  <a:gd name="connsiteX12" fmla="*/ 36949 w 400430"/>
                  <a:gd name="connsiteY12" fmla="*/ 514481 h 578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0430" h="578203" fill="none" extrusionOk="0">
                    <a:moveTo>
                      <a:pt x="36949" y="514481"/>
                    </a:moveTo>
                    <a:cubicBezTo>
                      <a:pt x="101854" y="583278"/>
                      <a:pt x="200627" y="580936"/>
                      <a:pt x="302102" y="561831"/>
                    </a:cubicBezTo>
                    <a:cubicBezTo>
                      <a:pt x="348365" y="545566"/>
                      <a:pt x="411041" y="490032"/>
                      <a:pt x="400408" y="435625"/>
                    </a:cubicBezTo>
                    <a:cubicBezTo>
                      <a:pt x="400769" y="371041"/>
                      <a:pt x="327683" y="325228"/>
                      <a:pt x="325992" y="253429"/>
                    </a:cubicBezTo>
                    <a:cubicBezTo>
                      <a:pt x="319026" y="212375"/>
                      <a:pt x="322127" y="179160"/>
                      <a:pt x="319074" y="142401"/>
                    </a:cubicBezTo>
                    <a:cubicBezTo>
                      <a:pt x="317379" y="107656"/>
                      <a:pt x="324942" y="54956"/>
                      <a:pt x="322519" y="12569"/>
                    </a:cubicBezTo>
                    <a:cubicBezTo>
                      <a:pt x="275633" y="-1637"/>
                      <a:pt x="241475" y="1457"/>
                      <a:pt x="199505" y="858"/>
                    </a:cubicBezTo>
                    <a:cubicBezTo>
                      <a:pt x="161138" y="734"/>
                      <a:pt x="128542" y="-50"/>
                      <a:pt x="86690" y="691"/>
                    </a:cubicBezTo>
                    <a:cubicBezTo>
                      <a:pt x="83503" y="323"/>
                      <a:pt x="80340" y="940"/>
                      <a:pt x="78237" y="3189"/>
                    </a:cubicBezTo>
                    <a:cubicBezTo>
                      <a:pt x="75985" y="4982"/>
                      <a:pt x="75434" y="8892"/>
                      <a:pt x="75438" y="11304"/>
                    </a:cubicBezTo>
                    <a:cubicBezTo>
                      <a:pt x="74475" y="71279"/>
                      <a:pt x="75288" y="138361"/>
                      <a:pt x="71397" y="187398"/>
                    </a:cubicBezTo>
                    <a:cubicBezTo>
                      <a:pt x="66116" y="240556"/>
                      <a:pt x="44380" y="301110"/>
                      <a:pt x="24223" y="339862"/>
                    </a:cubicBezTo>
                    <a:cubicBezTo>
                      <a:pt x="-4589" y="391444"/>
                      <a:pt x="5217" y="463370"/>
                      <a:pt x="36949" y="514481"/>
                    </a:cubicBezTo>
                    <a:close/>
                  </a:path>
                  <a:path w="400430" h="578203" stroke="0" extrusionOk="0">
                    <a:moveTo>
                      <a:pt x="36949" y="514481"/>
                    </a:moveTo>
                    <a:cubicBezTo>
                      <a:pt x="97240" y="567723"/>
                      <a:pt x="229700" y="601430"/>
                      <a:pt x="302102" y="561831"/>
                    </a:cubicBezTo>
                    <a:cubicBezTo>
                      <a:pt x="361214" y="530789"/>
                      <a:pt x="397992" y="500763"/>
                      <a:pt x="400408" y="435625"/>
                    </a:cubicBezTo>
                    <a:cubicBezTo>
                      <a:pt x="403644" y="374238"/>
                      <a:pt x="335775" y="325804"/>
                      <a:pt x="325992" y="253429"/>
                    </a:cubicBezTo>
                    <a:cubicBezTo>
                      <a:pt x="318091" y="215466"/>
                      <a:pt x="322872" y="179627"/>
                      <a:pt x="319074" y="142401"/>
                    </a:cubicBezTo>
                    <a:cubicBezTo>
                      <a:pt x="321593" y="108916"/>
                      <a:pt x="321038" y="64105"/>
                      <a:pt x="322519" y="12569"/>
                    </a:cubicBezTo>
                    <a:cubicBezTo>
                      <a:pt x="279827" y="329"/>
                      <a:pt x="243072" y="501"/>
                      <a:pt x="199505" y="858"/>
                    </a:cubicBezTo>
                    <a:cubicBezTo>
                      <a:pt x="167070" y="1491"/>
                      <a:pt x="128356" y="-4902"/>
                      <a:pt x="86690" y="691"/>
                    </a:cubicBezTo>
                    <a:cubicBezTo>
                      <a:pt x="83704" y="985"/>
                      <a:pt x="80964" y="819"/>
                      <a:pt x="78237" y="3189"/>
                    </a:cubicBezTo>
                    <a:cubicBezTo>
                      <a:pt x="76155" y="5061"/>
                      <a:pt x="76174" y="8656"/>
                      <a:pt x="75438" y="11304"/>
                    </a:cubicBezTo>
                    <a:cubicBezTo>
                      <a:pt x="66629" y="75908"/>
                      <a:pt x="67262" y="128462"/>
                      <a:pt x="71397" y="187398"/>
                    </a:cubicBezTo>
                    <a:cubicBezTo>
                      <a:pt x="67408" y="239683"/>
                      <a:pt x="60568" y="291380"/>
                      <a:pt x="24223" y="339862"/>
                    </a:cubicBezTo>
                    <a:cubicBezTo>
                      <a:pt x="-7778" y="385757"/>
                      <a:pt x="-6608" y="458977"/>
                      <a:pt x="36949" y="514481"/>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028060547">
                      <a:custGeom>
                        <a:avLst/>
                        <a:gdLst/>
                        <a:ahLst/>
                        <a:cxnLst/>
                        <a:rect l="l" t="t" r="r" b="b"/>
                        <a:pathLst>
                          <a:path w="692012" h="999234">
                            <a:moveTo>
                              <a:pt x="63855" y="889113"/>
                            </a:moveTo>
                            <a:cubicBezTo>
                              <a:pt x="171230" y="1011190"/>
                              <a:pt x="377622" y="1020890"/>
                              <a:pt x="522085" y="970942"/>
                            </a:cubicBezTo>
                            <a:cubicBezTo>
                              <a:pt x="620416" y="936944"/>
                              <a:pt x="689905" y="859418"/>
                              <a:pt x="691975" y="752836"/>
                            </a:cubicBezTo>
                            <a:cubicBezTo>
                              <a:pt x="694290" y="633674"/>
                              <a:pt x="589783" y="549012"/>
                              <a:pt x="563371" y="437969"/>
                            </a:cubicBezTo>
                            <a:cubicBezTo>
                              <a:pt x="548395" y="375012"/>
                              <a:pt x="549865" y="310153"/>
                              <a:pt x="551416" y="246095"/>
                            </a:cubicBezTo>
                            <a:cubicBezTo>
                              <a:pt x="553225" y="171329"/>
                              <a:pt x="553748" y="96367"/>
                              <a:pt x="557370" y="21722"/>
                            </a:cubicBezTo>
                            <a:cubicBezTo>
                              <a:pt x="483381" y="6082"/>
                              <a:pt x="423356" y="-1762"/>
                              <a:pt x="344780" y="1483"/>
                            </a:cubicBezTo>
                            <a:cubicBezTo>
                              <a:pt x="279758" y="4170"/>
                              <a:pt x="214804" y="-2624"/>
                              <a:pt x="149816" y="1195"/>
                            </a:cubicBezTo>
                            <a:cubicBezTo>
                              <a:pt x="144587" y="1504"/>
                              <a:pt x="138912" y="2040"/>
                              <a:pt x="135208" y="5512"/>
                            </a:cubicBezTo>
                            <a:cubicBezTo>
                              <a:pt x="131488" y="9005"/>
                              <a:pt x="130806" y="14483"/>
                              <a:pt x="130370" y="19536"/>
                            </a:cubicBezTo>
                            <a:cubicBezTo>
                              <a:pt x="121655" y="120482"/>
                              <a:pt x="130219" y="222717"/>
                              <a:pt x="123387" y="323856"/>
                            </a:cubicBezTo>
                            <a:cubicBezTo>
                              <a:pt x="117112" y="416790"/>
                              <a:pt x="96285" y="510355"/>
                              <a:pt x="41863" y="587340"/>
                            </a:cubicBezTo>
                            <a:cubicBezTo>
                              <a:pt x="-24471" y="681175"/>
                              <a:pt x="-8137" y="807259"/>
                              <a:pt x="63855" y="889113"/>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135" name="Freeform 15">
                <a:extLst>
                  <a:ext uri="{FF2B5EF4-FFF2-40B4-BE49-F238E27FC236}">
                    <a16:creationId xmlns:a16="http://schemas.microsoft.com/office/drawing/2014/main" id="{DA87EBD6-A573-B553-7AA3-3DF3F1E72159}"/>
                  </a:ext>
                </a:extLst>
              </p:cNvPr>
              <p:cNvSpPr/>
              <p:nvPr/>
            </p:nvSpPr>
            <p:spPr>
              <a:xfrm>
                <a:off x="5984201" y="1669785"/>
                <a:ext cx="1345906" cy="2118132"/>
              </a:xfrm>
              <a:custGeom>
                <a:avLst/>
                <a:gdLst>
                  <a:gd name="connsiteX0" fmla="*/ 0 w 778804"/>
                  <a:gd name="connsiteY0" fmla="*/ 25859 h 1225650"/>
                  <a:gd name="connsiteX1" fmla="*/ 101766 w 778804"/>
                  <a:gd name="connsiteY1" fmla="*/ 312 h 1225650"/>
                  <a:gd name="connsiteX2" fmla="*/ 206882 w 778804"/>
                  <a:gd name="connsiteY2" fmla="*/ 11158 h 1225650"/>
                  <a:gd name="connsiteX3" fmla="*/ 390972 w 778804"/>
                  <a:gd name="connsiteY3" fmla="*/ 112036 h 1225650"/>
                  <a:gd name="connsiteX4" fmla="*/ 486545 w 778804"/>
                  <a:gd name="connsiteY4" fmla="*/ 299090 h 1225650"/>
                  <a:gd name="connsiteX5" fmla="*/ 490379 w 778804"/>
                  <a:gd name="connsiteY5" fmla="*/ 405013 h 1225650"/>
                  <a:gd name="connsiteX6" fmla="*/ 508274 w 778804"/>
                  <a:gd name="connsiteY6" fmla="*/ 506114 h 1225650"/>
                  <a:gd name="connsiteX7" fmla="*/ 576220 w 778804"/>
                  <a:gd name="connsiteY7" fmla="*/ 582135 h 1225650"/>
                  <a:gd name="connsiteX8" fmla="*/ 665669 w 778804"/>
                  <a:gd name="connsiteY8" fmla="*/ 637400 h 1225650"/>
                  <a:gd name="connsiteX9" fmla="*/ 707392 w 778804"/>
                  <a:gd name="connsiteY9" fmla="*/ 671972 h 1225650"/>
                  <a:gd name="connsiteX10" fmla="*/ 721045 w 778804"/>
                  <a:gd name="connsiteY10" fmla="*/ 724746 h 1225650"/>
                  <a:gd name="connsiteX11" fmla="*/ 714257 w 778804"/>
                  <a:gd name="connsiteY11" fmla="*/ 778078 h 1225650"/>
                  <a:gd name="connsiteX12" fmla="*/ 694837 w 778804"/>
                  <a:gd name="connsiteY12" fmla="*/ 827626 h 1225650"/>
                  <a:gd name="connsiteX13" fmla="*/ 685395 w 778804"/>
                  <a:gd name="connsiteY13" fmla="*/ 877198 h 1225650"/>
                  <a:gd name="connsiteX14" fmla="*/ 699941 w 778804"/>
                  <a:gd name="connsiteY14" fmla="*/ 926443 h 1225650"/>
                  <a:gd name="connsiteX15" fmla="*/ 748350 w 778804"/>
                  <a:gd name="connsiteY15" fmla="*/ 1020118 h 1225650"/>
                  <a:gd name="connsiteX16" fmla="*/ 777830 w 778804"/>
                  <a:gd name="connsiteY16" fmla="*/ 1121465 h 1225650"/>
                  <a:gd name="connsiteX17" fmla="*/ 764883 w 778804"/>
                  <a:gd name="connsiteY17" fmla="*/ 1225650 h 1225650"/>
                  <a:gd name="connsiteX18" fmla="*/ 775407 w 778804"/>
                  <a:gd name="connsiteY18" fmla="*/ 1121704 h 1225650"/>
                  <a:gd name="connsiteX19" fmla="*/ 743967 w 778804"/>
                  <a:gd name="connsiteY19" fmla="*/ 1022241 h 1225650"/>
                  <a:gd name="connsiteX20" fmla="*/ 694249 w 778804"/>
                  <a:gd name="connsiteY20" fmla="*/ 929109 h 1225650"/>
                  <a:gd name="connsiteX21" fmla="*/ 678455 w 778804"/>
                  <a:gd name="connsiteY21" fmla="*/ 877841 h 1225650"/>
                  <a:gd name="connsiteX22" fmla="*/ 687751 w 778804"/>
                  <a:gd name="connsiteY22" fmla="*/ 824736 h 1225650"/>
                  <a:gd name="connsiteX23" fmla="*/ 706206 w 778804"/>
                  <a:gd name="connsiteY23" fmla="*/ 775913 h 1225650"/>
                  <a:gd name="connsiteX24" fmla="*/ 712444 w 778804"/>
                  <a:gd name="connsiteY24" fmla="*/ 724870 h 1225650"/>
                  <a:gd name="connsiteX25" fmla="*/ 700152 w 778804"/>
                  <a:gd name="connsiteY25" fmla="*/ 677024 h 1225650"/>
                  <a:gd name="connsiteX26" fmla="*/ 660924 w 778804"/>
                  <a:gd name="connsiteY26" fmla="*/ 645111 h 1225650"/>
                  <a:gd name="connsiteX27" fmla="*/ 570670 w 778804"/>
                  <a:gd name="connsiteY27" fmla="*/ 589857 h 1225650"/>
                  <a:gd name="connsiteX28" fmla="*/ 499291 w 778804"/>
                  <a:gd name="connsiteY28" fmla="*/ 510365 h 1225650"/>
                  <a:gd name="connsiteX29" fmla="*/ 480895 w 778804"/>
                  <a:gd name="connsiteY29" fmla="*/ 405179 h 1225650"/>
                  <a:gd name="connsiteX30" fmla="*/ 477597 w 778804"/>
                  <a:gd name="connsiteY30" fmla="*/ 300340 h 1225650"/>
                  <a:gd name="connsiteX31" fmla="*/ 385550 w 778804"/>
                  <a:gd name="connsiteY31" fmla="*/ 117389 h 1225650"/>
                  <a:gd name="connsiteX32" fmla="*/ 205751 w 778804"/>
                  <a:gd name="connsiteY32" fmla="*/ 15863 h 1225650"/>
                  <a:gd name="connsiteX33" fmla="*/ 101845 w 778804"/>
                  <a:gd name="connsiteY33" fmla="*/ 2730 h 1225650"/>
                  <a:gd name="connsiteX34" fmla="*/ 0 w 778804"/>
                  <a:gd name="connsiteY34" fmla="*/ 25859 h 1225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78804" h="1225650" fill="none" extrusionOk="0">
                    <a:moveTo>
                      <a:pt x="0" y="25859"/>
                    </a:moveTo>
                    <a:cubicBezTo>
                      <a:pt x="31348" y="10754"/>
                      <a:pt x="64091" y="-4486"/>
                      <a:pt x="101766" y="312"/>
                    </a:cubicBezTo>
                    <a:cubicBezTo>
                      <a:pt x="135759" y="951"/>
                      <a:pt x="176315" y="2611"/>
                      <a:pt x="206882" y="11158"/>
                    </a:cubicBezTo>
                    <a:cubicBezTo>
                      <a:pt x="272712" y="33553"/>
                      <a:pt x="346180" y="53718"/>
                      <a:pt x="390972" y="112036"/>
                    </a:cubicBezTo>
                    <a:cubicBezTo>
                      <a:pt x="453493" y="170965"/>
                      <a:pt x="486706" y="239728"/>
                      <a:pt x="486545" y="299090"/>
                    </a:cubicBezTo>
                    <a:cubicBezTo>
                      <a:pt x="494422" y="331220"/>
                      <a:pt x="487071" y="370286"/>
                      <a:pt x="490379" y="405013"/>
                    </a:cubicBezTo>
                    <a:cubicBezTo>
                      <a:pt x="492188" y="440057"/>
                      <a:pt x="500471" y="476050"/>
                      <a:pt x="508274" y="506114"/>
                    </a:cubicBezTo>
                    <a:cubicBezTo>
                      <a:pt x="526177" y="540597"/>
                      <a:pt x="543398" y="564125"/>
                      <a:pt x="576220" y="582135"/>
                    </a:cubicBezTo>
                    <a:cubicBezTo>
                      <a:pt x="610098" y="604595"/>
                      <a:pt x="634659" y="614717"/>
                      <a:pt x="665669" y="637400"/>
                    </a:cubicBezTo>
                    <a:cubicBezTo>
                      <a:pt x="682886" y="649777"/>
                      <a:pt x="695385" y="654599"/>
                      <a:pt x="707392" y="671972"/>
                    </a:cubicBezTo>
                    <a:cubicBezTo>
                      <a:pt x="719653" y="688981"/>
                      <a:pt x="724532" y="707203"/>
                      <a:pt x="721045" y="724746"/>
                    </a:cubicBezTo>
                    <a:cubicBezTo>
                      <a:pt x="721647" y="742950"/>
                      <a:pt x="720556" y="760346"/>
                      <a:pt x="714257" y="778078"/>
                    </a:cubicBezTo>
                    <a:cubicBezTo>
                      <a:pt x="711922" y="796684"/>
                      <a:pt x="700868" y="809740"/>
                      <a:pt x="694837" y="827626"/>
                    </a:cubicBezTo>
                    <a:cubicBezTo>
                      <a:pt x="688265" y="843985"/>
                      <a:pt x="684250" y="859157"/>
                      <a:pt x="685395" y="877198"/>
                    </a:cubicBezTo>
                    <a:cubicBezTo>
                      <a:pt x="685503" y="891946"/>
                      <a:pt x="689452" y="911863"/>
                      <a:pt x="699941" y="926443"/>
                    </a:cubicBezTo>
                    <a:cubicBezTo>
                      <a:pt x="711525" y="959323"/>
                      <a:pt x="725399" y="986753"/>
                      <a:pt x="748350" y="1020118"/>
                    </a:cubicBezTo>
                    <a:cubicBezTo>
                      <a:pt x="770634" y="1052423"/>
                      <a:pt x="781719" y="1089088"/>
                      <a:pt x="777830" y="1121465"/>
                    </a:cubicBezTo>
                    <a:cubicBezTo>
                      <a:pt x="774624" y="1150787"/>
                      <a:pt x="777990" y="1192755"/>
                      <a:pt x="764883" y="1225650"/>
                    </a:cubicBezTo>
                    <a:cubicBezTo>
                      <a:pt x="767546" y="1190177"/>
                      <a:pt x="774069" y="1153657"/>
                      <a:pt x="775407" y="1121704"/>
                    </a:cubicBezTo>
                    <a:cubicBezTo>
                      <a:pt x="773224" y="1087301"/>
                      <a:pt x="760639" y="1056488"/>
                      <a:pt x="743967" y="1022241"/>
                    </a:cubicBezTo>
                    <a:cubicBezTo>
                      <a:pt x="726504" y="995639"/>
                      <a:pt x="708570" y="963015"/>
                      <a:pt x="694249" y="929109"/>
                    </a:cubicBezTo>
                    <a:cubicBezTo>
                      <a:pt x="685616" y="913035"/>
                      <a:pt x="681514" y="896034"/>
                      <a:pt x="678455" y="877841"/>
                    </a:cubicBezTo>
                    <a:cubicBezTo>
                      <a:pt x="675863" y="863632"/>
                      <a:pt x="681373" y="841477"/>
                      <a:pt x="687751" y="824736"/>
                    </a:cubicBezTo>
                    <a:cubicBezTo>
                      <a:pt x="694168" y="807929"/>
                      <a:pt x="699502" y="792594"/>
                      <a:pt x="706206" y="775913"/>
                    </a:cubicBezTo>
                    <a:cubicBezTo>
                      <a:pt x="710040" y="758431"/>
                      <a:pt x="709906" y="741519"/>
                      <a:pt x="712444" y="724870"/>
                    </a:cubicBezTo>
                    <a:cubicBezTo>
                      <a:pt x="709528" y="709895"/>
                      <a:pt x="707674" y="693056"/>
                      <a:pt x="700152" y="677024"/>
                    </a:cubicBezTo>
                    <a:cubicBezTo>
                      <a:pt x="687256" y="663768"/>
                      <a:pt x="673621" y="650815"/>
                      <a:pt x="660924" y="645111"/>
                    </a:cubicBezTo>
                    <a:cubicBezTo>
                      <a:pt x="630487" y="624523"/>
                      <a:pt x="599292" y="609064"/>
                      <a:pt x="570670" y="589857"/>
                    </a:cubicBezTo>
                    <a:cubicBezTo>
                      <a:pt x="543155" y="568670"/>
                      <a:pt x="515281" y="541501"/>
                      <a:pt x="499291" y="510365"/>
                    </a:cubicBezTo>
                    <a:cubicBezTo>
                      <a:pt x="484432" y="483868"/>
                      <a:pt x="477501" y="438811"/>
                      <a:pt x="480895" y="405179"/>
                    </a:cubicBezTo>
                    <a:cubicBezTo>
                      <a:pt x="472660" y="371219"/>
                      <a:pt x="477569" y="333375"/>
                      <a:pt x="477597" y="300340"/>
                    </a:cubicBezTo>
                    <a:cubicBezTo>
                      <a:pt x="461301" y="238883"/>
                      <a:pt x="435175" y="170753"/>
                      <a:pt x="385550" y="117389"/>
                    </a:cubicBezTo>
                    <a:cubicBezTo>
                      <a:pt x="342628" y="62054"/>
                      <a:pt x="279152" y="34728"/>
                      <a:pt x="205751" y="15863"/>
                    </a:cubicBezTo>
                    <a:cubicBezTo>
                      <a:pt x="176450" y="6406"/>
                      <a:pt x="135863" y="2373"/>
                      <a:pt x="101845" y="2730"/>
                    </a:cubicBezTo>
                    <a:cubicBezTo>
                      <a:pt x="68424" y="6941"/>
                      <a:pt x="31553" y="11524"/>
                      <a:pt x="0" y="25859"/>
                    </a:cubicBezTo>
                    <a:close/>
                  </a:path>
                  <a:path w="778804" h="1225650" stroke="0" extrusionOk="0">
                    <a:moveTo>
                      <a:pt x="0" y="25859"/>
                    </a:moveTo>
                    <a:cubicBezTo>
                      <a:pt x="30514" y="8981"/>
                      <a:pt x="63984" y="1611"/>
                      <a:pt x="101766" y="312"/>
                    </a:cubicBezTo>
                    <a:cubicBezTo>
                      <a:pt x="137110" y="742"/>
                      <a:pt x="178793" y="-1641"/>
                      <a:pt x="206882" y="11158"/>
                    </a:cubicBezTo>
                    <a:cubicBezTo>
                      <a:pt x="282282" y="26996"/>
                      <a:pt x="339633" y="63574"/>
                      <a:pt x="390972" y="112036"/>
                    </a:cubicBezTo>
                    <a:cubicBezTo>
                      <a:pt x="452471" y="158428"/>
                      <a:pt x="478905" y="226672"/>
                      <a:pt x="486545" y="299090"/>
                    </a:cubicBezTo>
                    <a:cubicBezTo>
                      <a:pt x="488872" y="333759"/>
                      <a:pt x="490015" y="366107"/>
                      <a:pt x="490379" y="405013"/>
                    </a:cubicBezTo>
                    <a:cubicBezTo>
                      <a:pt x="485112" y="441952"/>
                      <a:pt x="497843" y="469949"/>
                      <a:pt x="508274" y="506114"/>
                    </a:cubicBezTo>
                    <a:cubicBezTo>
                      <a:pt x="521901" y="537847"/>
                      <a:pt x="548019" y="567637"/>
                      <a:pt x="576220" y="582135"/>
                    </a:cubicBezTo>
                    <a:cubicBezTo>
                      <a:pt x="604656" y="601390"/>
                      <a:pt x="637304" y="620558"/>
                      <a:pt x="665669" y="637400"/>
                    </a:cubicBezTo>
                    <a:cubicBezTo>
                      <a:pt x="682677" y="647822"/>
                      <a:pt x="697330" y="654187"/>
                      <a:pt x="707392" y="671972"/>
                    </a:cubicBezTo>
                    <a:cubicBezTo>
                      <a:pt x="721311" y="686738"/>
                      <a:pt x="719297" y="705501"/>
                      <a:pt x="721045" y="724746"/>
                    </a:cubicBezTo>
                    <a:cubicBezTo>
                      <a:pt x="721507" y="743554"/>
                      <a:pt x="721057" y="764440"/>
                      <a:pt x="714257" y="778078"/>
                    </a:cubicBezTo>
                    <a:cubicBezTo>
                      <a:pt x="709349" y="795258"/>
                      <a:pt x="702703" y="811201"/>
                      <a:pt x="694837" y="827626"/>
                    </a:cubicBezTo>
                    <a:cubicBezTo>
                      <a:pt x="687802" y="843108"/>
                      <a:pt x="684812" y="860222"/>
                      <a:pt x="685395" y="877198"/>
                    </a:cubicBezTo>
                    <a:cubicBezTo>
                      <a:pt x="689823" y="895542"/>
                      <a:pt x="692460" y="911287"/>
                      <a:pt x="699941" y="926443"/>
                    </a:cubicBezTo>
                    <a:cubicBezTo>
                      <a:pt x="713389" y="959351"/>
                      <a:pt x="734584" y="988626"/>
                      <a:pt x="748350" y="1020118"/>
                    </a:cubicBezTo>
                    <a:cubicBezTo>
                      <a:pt x="759954" y="1057228"/>
                      <a:pt x="775332" y="1091890"/>
                      <a:pt x="777830" y="1121465"/>
                    </a:cubicBezTo>
                    <a:cubicBezTo>
                      <a:pt x="780935" y="1152522"/>
                      <a:pt x="783997" y="1189434"/>
                      <a:pt x="764883" y="1225650"/>
                    </a:cubicBezTo>
                    <a:cubicBezTo>
                      <a:pt x="778287" y="1198521"/>
                      <a:pt x="776935" y="1148656"/>
                      <a:pt x="775407" y="1121704"/>
                    </a:cubicBezTo>
                    <a:cubicBezTo>
                      <a:pt x="768079" y="1083568"/>
                      <a:pt x="760752" y="1054716"/>
                      <a:pt x="743967" y="1022241"/>
                    </a:cubicBezTo>
                    <a:cubicBezTo>
                      <a:pt x="734766" y="990040"/>
                      <a:pt x="705976" y="960678"/>
                      <a:pt x="694249" y="929109"/>
                    </a:cubicBezTo>
                    <a:cubicBezTo>
                      <a:pt x="689085" y="910052"/>
                      <a:pt x="679802" y="894973"/>
                      <a:pt x="678455" y="877841"/>
                    </a:cubicBezTo>
                    <a:cubicBezTo>
                      <a:pt x="676979" y="860236"/>
                      <a:pt x="678910" y="841231"/>
                      <a:pt x="687751" y="824736"/>
                    </a:cubicBezTo>
                    <a:cubicBezTo>
                      <a:pt x="695604" y="810119"/>
                      <a:pt x="703845" y="792621"/>
                      <a:pt x="706206" y="775913"/>
                    </a:cubicBezTo>
                    <a:cubicBezTo>
                      <a:pt x="710485" y="758632"/>
                      <a:pt x="713422" y="739985"/>
                      <a:pt x="712444" y="724870"/>
                    </a:cubicBezTo>
                    <a:cubicBezTo>
                      <a:pt x="713460" y="708841"/>
                      <a:pt x="710035" y="689722"/>
                      <a:pt x="700152" y="677024"/>
                    </a:cubicBezTo>
                    <a:cubicBezTo>
                      <a:pt x="692034" y="661857"/>
                      <a:pt x="677333" y="654845"/>
                      <a:pt x="660924" y="645111"/>
                    </a:cubicBezTo>
                    <a:cubicBezTo>
                      <a:pt x="634129" y="624861"/>
                      <a:pt x="604763" y="610054"/>
                      <a:pt x="570670" y="589857"/>
                    </a:cubicBezTo>
                    <a:cubicBezTo>
                      <a:pt x="538031" y="563220"/>
                      <a:pt x="516756" y="546678"/>
                      <a:pt x="499291" y="510365"/>
                    </a:cubicBezTo>
                    <a:cubicBezTo>
                      <a:pt x="487823" y="471585"/>
                      <a:pt x="489426" y="438780"/>
                      <a:pt x="480895" y="405179"/>
                    </a:cubicBezTo>
                    <a:cubicBezTo>
                      <a:pt x="483425" y="375313"/>
                      <a:pt x="481231" y="332907"/>
                      <a:pt x="477597" y="300340"/>
                    </a:cubicBezTo>
                    <a:cubicBezTo>
                      <a:pt x="470760" y="217289"/>
                      <a:pt x="433315" y="176039"/>
                      <a:pt x="385550" y="117389"/>
                    </a:cubicBezTo>
                    <a:cubicBezTo>
                      <a:pt x="345368" y="71424"/>
                      <a:pt x="268493" y="34118"/>
                      <a:pt x="205751" y="15863"/>
                    </a:cubicBezTo>
                    <a:cubicBezTo>
                      <a:pt x="176669" y="4443"/>
                      <a:pt x="136090" y="2148"/>
                      <a:pt x="101845" y="2730"/>
                    </a:cubicBezTo>
                    <a:cubicBezTo>
                      <a:pt x="64286" y="3206"/>
                      <a:pt x="30894" y="8412"/>
                      <a:pt x="0" y="25859"/>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849318583">
                      <a:custGeom>
                        <a:avLst/>
                        <a:gdLst/>
                        <a:ahLst/>
                        <a:cxnLst/>
                        <a:rect l="l" t="t" r="r" b="b"/>
                        <a:pathLst>
                          <a:path w="1345906" h="2118132">
                            <a:moveTo>
                              <a:pt x="0" y="44689"/>
                            </a:moveTo>
                            <a:cubicBezTo>
                              <a:pt x="54101" y="16635"/>
                              <a:pt x="115004" y="3112"/>
                              <a:pt x="175869" y="540"/>
                            </a:cubicBezTo>
                            <a:cubicBezTo>
                              <a:pt x="236910" y="-2199"/>
                              <a:pt x="298057" y="5692"/>
                              <a:pt x="357529" y="19284"/>
                            </a:cubicBezTo>
                            <a:cubicBezTo>
                              <a:pt x="476910" y="45730"/>
                              <a:pt x="588909" y="106625"/>
                              <a:pt x="675667" y="193619"/>
                            </a:cubicBezTo>
                            <a:cubicBezTo>
                              <a:pt x="762794" y="279978"/>
                              <a:pt x="823611" y="394395"/>
                              <a:pt x="840833" y="516879"/>
                            </a:cubicBezTo>
                            <a:cubicBezTo>
                              <a:pt x="849243" y="578263"/>
                              <a:pt x="846208" y="639560"/>
                              <a:pt x="847460" y="699932"/>
                            </a:cubicBezTo>
                            <a:cubicBezTo>
                              <a:pt x="848635" y="759948"/>
                              <a:pt x="853457" y="821237"/>
                              <a:pt x="878385" y="874652"/>
                            </a:cubicBezTo>
                            <a:cubicBezTo>
                              <a:pt x="903666" y="927965"/>
                              <a:pt x="947416" y="971188"/>
                              <a:pt x="995807" y="1006030"/>
                            </a:cubicBezTo>
                            <a:cubicBezTo>
                              <a:pt x="1044490" y="1041220"/>
                              <a:pt x="1098386" y="1069394"/>
                              <a:pt x="1150391" y="1101536"/>
                            </a:cubicBezTo>
                            <a:cubicBezTo>
                              <a:pt x="1175993" y="1117589"/>
                              <a:pt x="1203566" y="1134356"/>
                              <a:pt x="1222494" y="1161283"/>
                            </a:cubicBezTo>
                            <a:cubicBezTo>
                              <a:pt x="1241589" y="1188548"/>
                              <a:pt x="1245674" y="1221877"/>
                              <a:pt x="1246090" y="1252486"/>
                            </a:cubicBezTo>
                            <a:cubicBezTo>
                              <a:pt x="1246441" y="1283569"/>
                              <a:pt x="1242524" y="1314683"/>
                              <a:pt x="1234358" y="1344653"/>
                            </a:cubicBezTo>
                            <a:cubicBezTo>
                              <a:pt x="1226480" y="1374849"/>
                              <a:pt x="1212374" y="1402778"/>
                              <a:pt x="1200797" y="1430279"/>
                            </a:cubicBezTo>
                            <a:cubicBezTo>
                              <a:pt x="1188984" y="1457835"/>
                              <a:pt x="1181475" y="1486540"/>
                              <a:pt x="1184480" y="1515948"/>
                            </a:cubicBezTo>
                            <a:cubicBezTo>
                              <a:pt x="1187073" y="1545271"/>
                              <a:pt x="1197085" y="1573830"/>
                              <a:pt x="1209618" y="1601052"/>
                            </a:cubicBezTo>
                            <a:cubicBezTo>
                              <a:pt x="1235383" y="1655590"/>
                              <a:pt x="1267097" y="1707775"/>
                              <a:pt x="1293277" y="1762939"/>
                            </a:cubicBezTo>
                            <a:cubicBezTo>
                              <a:pt x="1319415" y="1817953"/>
                              <a:pt x="1339573" y="1876966"/>
                              <a:pt x="1344223" y="1938084"/>
                            </a:cubicBezTo>
                            <a:cubicBezTo>
                              <a:pt x="1349646" y="1998927"/>
                              <a:pt x="1341909" y="2060752"/>
                              <a:pt x="1321849" y="2118132"/>
                            </a:cubicBezTo>
                            <a:cubicBezTo>
                              <a:pt x="1340580" y="2060298"/>
                              <a:pt x="1346796" y="1998619"/>
                              <a:pt x="1340036" y="1938496"/>
                            </a:cubicBezTo>
                            <a:cubicBezTo>
                              <a:pt x="1334018" y="1878085"/>
                              <a:pt x="1312853" y="1820559"/>
                              <a:pt x="1285703" y="1766608"/>
                            </a:cubicBezTo>
                            <a:cubicBezTo>
                              <a:pt x="1258906" y="1712306"/>
                              <a:pt x="1226729" y="1660721"/>
                              <a:pt x="1199781" y="1605660"/>
                            </a:cubicBezTo>
                            <a:cubicBezTo>
                              <a:pt x="1186618" y="1577975"/>
                              <a:pt x="1175693" y="1548442"/>
                              <a:pt x="1172487" y="1517059"/>
                            </a:cubicBezTo>
                            <a:cubicBezTo>
                              <a:pt x="1168762" y="1485550"/>
                              <a:pt x="1176777" y="1453493"/>
                              <a:pt x="1188551" y="1425286"/>
                            </a:cubicBezTo>
                            <a:cubicBezTo>
                              <a:pt x="1200180" y="1396692"/>
                              <a:pt x="1213313" y="1369830"/>
                              <a:pt x="1220445" y="1340911"/>
                            </a:cubicBezTo>
                            <a:cubicBezTo>
                              <a:pt x="1228006" y="1312163"/>
                              <a:pt x="1231714" y="1282399"/>
                              <a:pt x="1231225" y="1252700"/>
                            </a:cubicBezTo>
                            <a:cubicBezTo>
                              <a:pt x="1230749" y="1223189"/>
                              <a:pt x="1226442" y="1193095"/>
                              <a:pt x="1209983" y="1170014"/>
                            </a:cubicBezTo>
                            <a:cubicBezTo>
                              <a:pt x="1193588" y="1146692"/>
                              <a:pt x="1167819" y="1130653"/>
                              <a:pt x="1142191" y="1114862"/>
                            </a:cubicBezTo>
                            <a:cubicBezTo>
                              <a:pt x="1090705" y="1083316"/>
                              <a:pt x="1036360" y="1055258"/>
                              <a:pt x="986215" y="1019374"/>
                            </a:cubicBezTo>
                            <a:cubicBezTo>
                              <a:pt x="936353" y="983720"/>
                              <a:pt x="890194" y="939066"/>
                              <a:pt x="862861" y="881999"/>
                            </a:cubicBezTo>
                            <a:cubicBezTo>
                              <a:pt x="836329" y="824251"/>
                              <a:pt x="832098" y="760990"/>
                              <a:pt x="831069" y="700219"/>
                            </a:cubicBezTo>
                            <a:cubicBezTo>
                              <a:pt x="830105" y="639162"/>
                              <a:pt x="833281" y="578395"/>
                              <a:pt x="825369" y="519039"/>
                            </a:cubicBezTo>
                            <a:cubicBezTo>
                              <a:pt x="809321" y="399890"/>
                              <a:pt x="750081" y="288803"/>
                              <a:pt x="666297" y="202869"/>
                            </a:cubicBezTo>
                            <a:cubicBezTo>
                              <a:pt x="582394" y="116526"/>
                              <a:pt x="473249" y="55301"/>
                              <a:pt x="355574" y="27415"/>
                            </a:cubicBezTo>
                            <a:cubicBezTo>
                              <a:pt x="296990" y="12602"/>
                              <a:pt x="236605" y="3395"/>
                              <a:pt x="176006" y="4719"/>
                            </a:cubicBezTo>
                            <a:cubicBezTo>
                              <a:pt x="115579" y="5894"/>
                              <a:pt x="54744" y="17891"/>
                              <a:pt x="0" y="44689"/>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136" name="Freeform 16">
                <a:extLst>
                  <a:ext uri="{FF2B5EF4-FFF2-40B4-BE49-F238E27FC236}">
                    <a16:creationId xmlns:a16="http://schemas.microsoft.com/office/drawing/2014/main" id="{E6E2D9C8-BF19-5D5B-5AEB-F2A93993D331}"/>
                  </a:ext>
                </a:extLst>
              </p:cNvPr>
              <p:cNvSpPr/>
              <p:nvPr/>
            </p:nvSpPr>
            <p:spPr>
              <a:xfrm>
                <a:off x="5833881" y="2774258"/>
                <a:ext cx="447998" cy="499623"/>
              </a:xfrm>
              <a:custGeom>
                <a:avLst/>
                <a:gdLst>
                  <a:gd name="connsiteX0" fmla="*/ 259232 w 259232"/>
                  <a:gd name="connsiteY0" fmla="*/ 245251 h 289105"/>
                  <a:gd name="connsiteX1" fmla="*/ 253999 w 259232"/>
                  <a:gd name="connsiteY1" fmla="*/ 142401 h 289105"/>
                  <a:gd name="connsiteX2" fmla="*/ 257444 w 259232"/>
                  <a:gd name="connsiteY2" fmla="*/ 12569 h 289105"/>
                  <a:gd name="connsiteX3" fmla="*/ 134428 w 259232"/>
                  <a:gd name="connsiteY3" fmla="*/ 857 h 289105"/>
                  <a:gd name="connsiteX4" fmla="*/ 21610 w 259232"/>
                  <a:gd name="connsiteY4" fmla="*/ 691 h 289105"/>
                  <a:gd name="connsiteX5" fmla="*/ 13160 w 259232"/>
                  <a:gd name="connsiteY5" fmla="*/ 3189 h 289105"/>
                  <a:gd name="connsiteX6" fmla="*/ 10362 w 259232"/>
                  <a:gd name="connsiteY6" fmla="*/ 11304 h 289105"/>
                  <a:gd name="connsiteX7" fmla="*/ 6322 w 259232"/>
                  <a:gd name="connsiteY7" fmla="*/ 187400 h 289105"/>
                  <a:gd name="connsiteX8" fmla="*/ 0 w 259232"/>
                  <a:gd name="connsiteY8" fmla="*/ 237451 h 289105"/>
                  <a:gd name="connsiteX9" fmla="*/ 18100 w 259232"/>
                  <a:gd name="connsiteY9" fmla="*/ 252151 h 289105"/>
                  <a:gd name="connsiteX10" fmla="*/ 182722 w 259232"/>
                  <a:gd name="connsiteY10" fmla="*/ 282139 h 289105"/>
                  <a:gd name="connsiteX11" fmla="*/ 259232 w 259232"/>
                  <a:gd name="connsiteY11" fmla="*/ 245251 h 289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9232" h="289105" fill="none" extrusionOk="0">
                    <a:moveTo>
                      <a:pt x="259232" y="245251"/>
                    </a:moveTo>
                    <a:cubicBezTo>
                      <a:pt x="257980" y="212832"/>
                      <a:pt x="252761" y="182589"/>
                      <a:pt x="253999" y="142401"/>
                    </a:cubicBezTo>
                    <a:cubicBezTo>
                      <a:pt x="248367" y="104733"/>
                      <a:pt x="254940" y="54004"/>
                      <a:pt x="257444" y="12569"/>
                    </a:cubicBezTo>
                    <a:cubicBezTo>
                      <a:pt x="210331" y="6000"/>
                      <a:pt x="179240" y="-284"/>
                      <a:pt x="134428" y="857"/>
                    </a:cubicBezTo>
                    <a:cubicBezTo>
                      <a:pt x="95194" y="7534"/>
                      <a:pt x="63612" y="-6331"/>
                      <a:pt x="21610" y="691"/>
                    </a:cubicBezTo>
                    <a:cubicBezTo>
                      <a:pt x="18946" y="903"/>
                      <a:pt x="15368" y="1773"/>
                      <a:pt x="13160" y="3189"/>
                    </a:cubicBezTo>
                    <a:cubicBezTo>
                      <a:pt x="11268" y="5763"/>
                      <a:pt x="10038" y="8774"/>
                      <a:pt x="10362" y="11304"/>
                    </a:cubicBezTo>
                    <a:cubicBezTo>
                      <a:pt x="10116" y="73439"/>
                      <a:pt x="8693" y="125461"/>
                      <a:pt x="6322" y="187400"/>
                    </a:cubicBezTo>
                    <a:cubicBezTo>
                      <a:pt x="5587" y="204496"/>
                      <a:pt x="5638" y="222052"/>
                      <a:pt x="0" y="237451"/>
                    </a:cubicBezTo>
                    <a:cubicBezTo>
                      <a:pt x="6312" y="244407"/>
                      <a:pt x="11837" y="247315"/>
                      <a:pt x="18100" y="252151"/>
                    </a:cubicBezTo>
                    <a:cubicBezTo>
                      <a:pt x="60857" y="283232"/>
                      <a:pt x="126292" y="285224"/>
                      <a:pt x="182722" y="282139"/>
                    </a:cubicBezTo>
                    <a:cubicBezTo>
                      <a:pt x="205758" y="275055"/>
                      <a:pt x="237226" y="260241"/>
                      <a:pt x="259232" y="245251"/>
                    </a:cubicBezTo>
                    <a:close/>
                  </a:path>
                  <a:path w="259232" h="289105" stroke="0" extrusionOk="0">
                    <a:moveTo>
                      <a:pt x="259232" y="245251"/>
                    </a:moveTo>
                    <a:cubicBezTo>
                      <a:pt x="255309" y="215318"/>
                      <a:pt x="252609" y="175826"/>
                      <a:pt x="253999" y="142401"/>
                    </a:cubicBezTo>
                    <a:cubicBezTo>
                      <a:pt x="257996" y="97205"/>
                      <a:pt x="262982" y="55754"/>
                      <a:pt x="257444" y="12569"/>
                    </a:cubicBezTo>
                    <a:cubicBezTo>
                      <a:pt x="216543" y="10326"/>
                      <a:pt x="183622" y="-3216"/>
                      <a:pt x="134428" y="857"/>
                    </a:cubicBezTo>
                    <a:cubicBezTo>
                      <a:pt x="104746" y="1746"/>
                      <a:pt x="62156" y="7049"/>
                      <a:pt x="21610" y="691"/>
                    </a:cubicBezTo>
                    <a:cubicBezTo>
                      <a:pt x="18665" y="556"/>
                      <a:pt x="14927" y="676"/>
                      <a:pt x="13160" y="3189"/>
                    </a:cubicBezTo>
                    <a:cubicBezTo>
                      <a:pt x="10504" y="5682"/>
                      <a:pt x="10948" y="8954"/>
                      <a:pt x="10362" y="11304"/>
                    </a:cubicBezTo>
                    <a:cubicBezTo>
                      <a:pt x="12227" y="67619"/>
                      <a:pt x="11298" y="126400"/>
                      <a:pt x="6322" y="187400"/>
                    </a:cubicBezTo>
                    <a:cubicBezTo>
                      <a:pt x="4635" y="202878"/>
                      <a:pt x="1460" y="222180"/>
                      <a:pt x="0" y="237451"/>
                    </a:cubicBezTo>
                    <a:cubicBezTo>
                      <a:pt x="6020" y="243097"/>
                      <a:pt x="11607" y="248505"/>
                      <a:pt x="18100" y="252151"/>
                    </a:cubicBezTo>
                    <a:cubicBezTo>
                      <a:pt x="70992" y="291500"/>
                      <a:pt x="138994" y="305008"/>
                      <a:pt x="182722" y="282139"/>
                    </a:cubicBezTo>
                    <a:cubicBezTo>
                      <a:pt x="208948" y="279926"/>
                      <a:pt x="240163" y="264581"/>
                      <a:pt x="259232" y="245251"/>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870032823">
                      <a:custGeom>
                        <a:avLst/>
                        <a:gdLst/>
                        <a:ahLst/>
                        <a:cxnLst/>
                        <a:rect l="l" t="t" r="r" b="b"/>
                        <a:pathLst>
                          <a:path w="447998" h="499623">
                            <a:moveTo>
                              <a:pt x="447999" y="423837"/>
                            </a:moveTo>
                            <a:cubicBezTo>
                              <a:pt x="436327" y="365325"/>
                              <a:pt x="437519" y="305378"/>
                              <a:pt x="438955" y="246095"/>
                            </a:cubicBezTo>
                            <a:cubicBezTo>
                              <a:pt x="440764" y="171330"/>
                              <a:pt x="441287" y="96371"/>
                              <a:pt x="444909" y="21722"/>
                            </a:cubicBezTo>
                            <a:cubicBezTo>
                              <a:pt x="370919" y="6082"/>
                              <a:pt x="310895" y="-1762"/>
                              <a:pt x="232315" y="1482"/>
                            </a:cubicBezTo>
                            <a:cubicBezTo>
                              <a:pt x="167292" y="4170"/>
                              <a:pt x="102343" y="-2624"/>
                              <a:pt x="37346" y="1195"/>
                            </a:cubicBezTo>
                            <a:cubicBezTo>
                              <a:pt x="32117" y="1504"/>
                              <a:pt x="26446" y="2040"/>
                              <a:pt x="22743" y="5512"/>
                            </a:cubicBezTo>
                            <a:cubicBezTo>
                              <a:pt x="19022" y="9005"/>
                              <a:pt x="18345" y="14483"/>
                              <a:pt x="17908" y="19536"/>
                            </a:cubicBezTo>
                            <a:cubicBezTo>
                              <a:pt x="9190" y="120482"/>
                              <a:pt x="17758" y="222722"/>
                              <a:pt x="10926" y="323860"/>
                            </a:cubicBezTo>
                            <a:cubicBezTo>
                              <a:pt x="8967" y="352827"/>
                              <a:pt x="5358" y="381793"/>
                              <a:pt x="0" y="410357"/>
                            </a:cubicBezTo>
                            <a:cubicBezTo>
                              <a:pt x="10210" y="419289"/>
                              <a:pt x="20596" y="427857"/>
                              <a:pt x="31281" y="435761"/>
                            </a:cubicBezTo>
                            <a:cubicBezTo>
                              <a:pt x="111537" y="495113"/>
                              <a:pt x="219726" y="514825"/>
                              <a:pt x="315777" y="487586"/>
                            </a:cubicBezTo>
                            <a:cubicBezTo>
                              <a:pt x="364623" y="473724"/>
                              <a:pt x="408553" y="451852"/>
                              <a:pt x="447999" y="423837"/>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85000" lnSpcReduction="20000"/>
              </a:bodyPr>
              <a:lstStyle/>
              <a:p>
                <a:pPr marL="0" algn="l"/>
                <a:endParaRPr/>
              </a:p>
            </p:txBody>
          </p:sp>
          <p:sp>
            <p:nvSpPr>
              <p:cNvPr id="137" name="Freeform 17">
                <a:extLst>
                  <a:ext uri="{FF2B5EF4-FFF2-40B4-BE49-F238E27FC236}">
                    <a16:creationId xmlns:a16="http://schemas.microsoft.com/office/drawing/2014/main" id="{E2CA6052-D67C-3191-338F-B480B942E383}"/>
                  </a:ext>
                </a:extLst>
              </p:cNvPr>
              <p:cNvSpPr/>
              <p:nvPr/>
            </p:nvSpPr>
            <p:spPr>
              <a:xfrm>
                <a:off x="5569695" y="1814998"/>
                <a:ext cx="986488" cy="1345460"/>
              </a:xfrm>
              <a:custGeom>
                <a:avLst/>
                <a:gdLst>
                  <a:gd name="connsiteX0" fmla="*/ 570694 w 570828"/>
                  <a:gd name="connsiteY0" fmla="*/ 336135 h 778546"/>
                  <a:gd name="connsiteX1" fmla="*/ 545455 w 570828"/>
                  <a:gd name="connsiteY1" fmla="*/ 179687 h 778546"/>
                  <a:gd name="connsiteX2" fmla="*/ 91187 w 570828"/>
                  <a:gd name="connsiteY2" fmla="*/ 83125 h 778546"/>
                  <a:gd name="connsiteX3" fmla="*/ 171760 w 570828"/>
                  <a:gd name="connsiteY3" fmla="*/ 741592 h 778546"/>
                  <a:gd name="connsiteX4" fmla="*/ 336382 w 570828"/>
                  <a:gd name="connsiteY4" fmla="*/ 771580 h 778546"/>
                  <a:gd name="connsiteX5" fmla="*/ 570694 w 570828"/>
                  <a:gd name="connsiteY5" fmla="*/ 336135 h 778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0828" h="778546" fill="none" extrusionOk="0">
                    <a:moveTo>
                      <a:pt x="570694" y="336135"/>
                    </a:moveTo>
                    <a:cubicBezTo>
                      <a:pt x="574347" y="288241"/>
                      <a:pt x="562618" y="223990"/>
                      <a:pt x="545455" y="179687"/>
                    </a:cubicBezTo>
                    <a:cubicBezTo>
                      <a:pt x="507846" y="-54088"/>
                      <a:pt x="237586" y="-65937"/>
                      <a:pt x="91187" y="83125"/>
                    </a:cubicBezTo>
                    <a:cubicBezTo>
                      <a:pt x="-83153" y="250769"/>
                      <a:pt x="5332" y="626651"/>
                      <a:pt x="171760" y="741592"/>
                    </a:cubicBezTo>
                    <a:cubicBezTo>
                      <a:pt x="216481" y="774926"/>
                      <a:pt x="277926" y="790156"/>
                      <a:pt x="336382" y="771580"/>
                    </a:cubicBezTo>
                    <a:cubicBezTo>
                      <a:pt x="529583" y="693334"/>
                      <a:pt x="609600" y="515166"/>
                      <a:pt x="570694" y="336135"/>
                    </a:cubicBezTo>
                    <a:close/>
                  </a:path>
                  <a:path w="570828" h="778546" stroke="0" extrusionOk="0">
                    <a:moveTo>
                      <a:pt x="570694" y="336135"/>
                    </a:moveTo>
                    <a:cubicBezTo>
                      <a:pt x="570648" y="276183"/>
                      <a:pt x="554288" y="219862"/>
                      <a:pt x="545455" y="179687"/>
                    </a:cubicBezTo>
                    <a:cubicBezTo>
                      <a:pt x="509285" y="-12891"/>
                      <a:pt x="209473" y="-58813"/>
                      <a:pt x="91187" y="83125"/>
                    </a:cubicBezTo>
                    <a:cubicBezTo>
                      <a:pt x="-57327" y="242759"/>
                      <a:pt x="-43122" y="646814"/>
                      <a:pt x="171760" y="741592"/>
                    </a:cubicBezTo>
                    <a:cubicBezTo>
                      <a:pt x="213339" y="776484"/>
                      <a:pt x="279470" y="782116"/>
                      <a:pt x="336382" y="771580"/>
                    </a:cubicBezTo>
                    <a:cubicBezTo>
                      <a:pt x="504514" y="730765"/>
                      <a:pt x="548995" y="514671"/>
                      <a:pt x="570694" y="336135"/>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246952528">
                      <a:custGeom>
                        <a:avLst/>
                        <a:gdLst/>
                        <a:ahLst/>
                        <a:cxnLst/>
                        <a:rect l="l" t="t" r="r" b="b"/>
                        <a:pathLst>
                          <a:path w="986488" h="1345460">
                            <a:moveTo>
                              <a:pt x="986257" y="580900"/>
                            </a:moveTo>
                            <a:cubicBezTo>
                              <a:pt x="984246" y="481891"/>
                              <a:pt x="969236" y="388164"/>
                              <a:pt x="942640" y="310531"/>
                            </a:cubicBezTo>
                            <a:cubicBezTo>
                              <a:pt x="827897" y="-24409"/>
                              <a:pt x="406914" y="-101527"/>
                              <a:pt x="157587" y="143655"/>
                            </a:cubicBezTo>
                            <a:cubicBezTo>
                              <a:pt x="-120449" y="417079"/>
                              <a:pt x="-3336" y="1059605"/>
                              <a:pt x="296831" y="1281598"/>
                            </a:cubicBezTo>
                            <a:cubicBezTo>
                              <a:pt x="377086" y="1340950"/>
                              <a:pt x="485280" y="1360663"/>
                              <a:pt x="581326" y="1333423"/>
                            </a:cubicBezTo>
                            <a:cubicBezTo>
                              <a:pt x="871938" y="1250999"/>
                              <a:pt x="992532" y="890191"/>
                              <a:pt x="986257" y="580900"/>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138" name="Freeform 18">
                <a:extLst>
                  <a:ext uri="{FF2B5EF4-FFF2-40B4-BE49-F238E27FC236}">
                    <a16:creationId xmlns:a16="http://schemas.microsoft.com/office/drawing/2014/main" id="{21B7CAD3-5860-79C4-B588-9E689CEA6D0F}"/>
                  </a:ext>
                </a:extLst>
              </p:cNvPr>
              <p:cNvSpPr/>
              <p:nvPr/>
            </p:nvSpPr>
            <p:spPr>
              <a:xfrm>
                <a:off x="5554556" y="1762818"/>
                <a:ext cx="1026457" cy="920545"/>
              </a:xfrm>
              <a:custGeom>
                <a:avLst/>
                <a:gdLst>
                  <a:gd name="connsiteX0" fmla="*/ 579184 w 593956"/>
                  <a:gd name="connsiteY0" fmla="*/ 198167 h 532670"/>
                  <a:gd name="connsiteX1" fmla="*/ 133036 w 593956"/>
                  <a:gd name="connsiteY1" fmla="*/ 69186 h 532670"/>
                  <a:gd name="connsiteX2" fmla="*/ 73875 w 593956"/>
                  <a:gd name="connsiteY2" fmla="*/ 141747 h 532670"/>
                  <a:gd name="connsiteX3" fmla="*/ 25178 w 593956"/>
                  <a:gd name="connsiteY3" fmla="*/ 206397 h 532670"/>
                  <a:gd name="connsiteX4" fmla="*/ 503 w 593956"/>
                  <a:gd name="connsiteY4" fmla="*/ 288981 h 532670"/>
                  <a:gd name="connsiteX5" fmla="*/ 7648 w 593956"/>
                  <a:gd name="connsiteY5" fmla="*/ 368400 h 532670"/>
                  <a:gd name="connsiteX6" fmla="*/ 40122 w 593956"/>
                  <a:gd name="connsiteY6" fmla="*/ 293465 h 532670"/>
                  <a:gd name="connsiteX7" fmla="*/ 96113 w 593956"/>
                  <a:gd name="connsiteY7" fmla="*/ 259669 h 532670"/>
                  <a:gd name="connsiteX8" fmla="*/ 140879 w 593956"/>
                  <a:gd name="connsiteY8" fmla="*/ 213778 h 532670"/>
                  <a:gd name="connsiteX9" fmla="*/ 390915 w 593956"/>
                  <a:gd name="connsiteY9" fmla="*/ 341941 h 532670"/>
                  <a:gd name="connsiteX10" fmla="*/ 557405 w 593956"/>
                  <a:gd name="connsiteY10" fmla="*/ 502617 h 532670"/>
                  <a:gd name="connsiteX11" fmla="*/ 563439 w 593956"/>
                  <a:gd name="connsiteY11" fmla="*/ 532670 h 532670"/>
                  <a:gd name="connsiteX12" fmla="*/ 572634 w 593956"/>
                  <a:gd name="connsiteY12" fmla="*/ 494063 h 532670"/>
                  <a:gd name="connsiteX13" fmla="*/ 581589 w 593956"/>
                  <a:gd name="connsiteY13" fmla="*/ 449267 h 532670"/>
                  <a:gd name="connsiteX14" fmla="*/ 593103 w 593956"/>
                  <a:gd name="connsiteY14" fmla="*/ 356021 h 532670"/>
                  <a:gd name="connsiteX15" fmla="*/ 579184 w 593956"/>
                  <a:gd name="connsiteY15" fmla="*/ 198167 h 532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93956" h="532670" fill="none" extrusionOk="0">
                    <a:moveTo>
                      <a:pt x="579184" y="198167"/>
                    </a:moveTo>
                    <a:cubicBezTo>
                      <a:pt x="526552" y="27960"/>
                      <a:pt x="285323" y="-57387"/>
                      <a:pt x="133036" y="69186"/>
                    </a:cubicBezTo>
                    <a:cubicBezTo>
                      <a:pt x="106517" y="87893"/>
                      <a:pt x="85712" y="117040"/>
                      <a:pt x="73875" y="141747"/>
                    </a:cubicBezTo>
                    <a:cubicBezTo>
                      <a:pt x="57829" y="166146"/>
                      <a:pt x="39420" y="183424"/>
                      <a:pt x="25178" y="206397"/>
                    </a:cubicBezTo>
                    <a:cubicBezTo>
                      <a:pt x="13341" y="232686"/>
                      <a:pt x="6281" y="260279"/>
                      <a:pt x="503" y="288981"/>
                    </a:cubicBezTo>
                    <a:cubicBezTo>
                      <a:pt x="-2585" y="317832"/>
                      <a:pt x="2392" y="340801"/>
                      <a:pt x="7648" y="368400"/>
                    </a:cubicBezTo>
                    <a:cubicBezTo>
                      <a:pt x="5597" y="340989"/>
                      <a:pt x="25345" y="312827"/>
                      <a:pt x="40122" y="293465"/>
                    </a:cubicBezTo>
                    <a:cubicBezTo>
                      <a:pt x="57755" y="279988"/>
                      <a:pt x="75265" y="270514"/>
                      <a:pt x="96113" y="259669"/>
                    </a:cubicBezTo>
                    <a:cubicBezTo>
                      <a:pt x="117205" y="252615"/>
                      <a:pt x="135686" y="237164"/>
                      <a:pt x="140879" y="213778"/>
                    </a:cubicBezTo>
                    <a:cubicBezTo>
                      <a:pt x="186254" y="294050"/>
                      <a:pt x="293960" y="316273"/>
                      <a:pt x="390915" y="341941"/>
                    </a:cubicBezTo>
                    <a:cubicBezTo>
                      <a:pt x="476389" y="380602"/>
                      <a:pt x="561462" y="430150"/>
                      <a:pt x="557405" y="502617"/>
                    </a:cubicBezTo>
                    <a:cubicBezTo>
                      <a:pt x="557476" y="514143"/>
                      <a:pt x="559201" y="517584"/>
                      <a:pt x="563439" y="532670"/>
                    </a:cubicBezTo>
                    <a:cubicBezTo>
                      <a:pt x="568697" y="519327"/>
                      <a:pt x="570079" y="510630"/>
                      <a:pt x="572634" y="494063"/>
                    </a:cubicBezTo>
                    <a:cubicBezTo>
                      <a:pt x="576473" y="477626"/>
                      <a:pt x="578337" y="463336"/>
                      <a:pt x="581589" y="449267"/>
                    </a:cubicBezTo>
                    <a:cubicBezTo>
                      <a:pt x="587591" y="417197"/>
                      <a:pt x="595513" y="393811"/>
                      <a:pt x="593103" y="356021"/>
                    </a:cubicBezTo>
                    <a:cubicBezTo>
                      <a:pt x="588015" y="300739"/>
                      <a:pt x="587960" y="248730"/>
                      <a:pt x="579184" y="198167"/>
                    </a:cubicBezTo>
                    <a:close/>
                  </a:path>
                  <a:path w="593956" h="532670" stroke="0" extrusionOk="0">
                    <a:moveTo>
                      <a:pt x="579184" y="198167"/>
                    </a:moveTo>
                    <a:cubicBezTo>
                      <a:pt x="562267" y="6073"/>
                      <a:pt x="281768" y="-67703"/>
                      <a:pt x="133036" y="69186"/>
                    </a:cubicBezTo>
                    <a:cubicBezTo>
                      <a:pt x="109415" y="84425"/>
                      <a:pt x="90009" y="110279"/>
                      <a:pt x="73875" y="141747"/>
                    </a:cubicBezTo>
                    <a:cubicBezTo>
                      <a:pt x="58783" y="165135"/>
                      <a:pt x="42791" y="177755"/>
                      <a:pt x="25178" y="206397"/>
                    </a:cubicBezTo>
                    <a:cubicBezTo>
                      <a:pt x="11661" y="226758"/>
                      <a:pt x="-2423" y="260937"/>
                      <a:pt x="503" y="288981"/>
                    </a:cubicBezTo>
                    <a:cubicBezTo>
                      <a:pt x="-274" y="317548"/>
                      <a:pt x="7505" y="342681"/>
                      <a:pt x="7648" y="368400"/>
                    </a:cubicBezTo>
                    <a:cubicBezTo>
                      <a:pt x="3350" y="345295"/>
                      <a:pt x="15563" y="310454"/>
                      <a:pt x="40122" y="293465"/>
                    </a:cubicBezTo>
                    <a:cubicBezTo>
                      <a:pt x="56402" y="275333"/>
                      <a:pt x="79016" y="273572"/>
                      <a:pt x="96113" y="259669"/>
                    </a:cubicBezTo>
                    <a:cubicBezTo>
                      <a:pt x="113169" y="250414"/>
                      <a:pt x="131722" y="237109"/>
                      <a:pt x="140879" y="213778"/>
                    </a:cubicBezTo>
                    <a:cubicBezTo>
                      <a:pt x="197438" y="296692"/>
                      <a:pt x="292380" y="327903"/>
                      <a:pt x="390915" y="341941"/>
                    </a:cubicBezTo>
                    <a:cubicBezTo>
                      <a:pt x="480109" y="358910"/>
                      <a:pt x="560578" y="411203"/>
                      <a:pt x="557405" y="502617"/>
                    </a:cubicBezTo>
                    <a:cubicBezTo>
                      <a:pt x="558219" y="514742"/>
                      <a:pt x="558504" y="516887"/>
                      <a:pt x="563439" y="532670"/>
                    </a:cubicBezTo>
                    <a:cubicBezTo>
                      <a:pt x="568012" y="516715"/>
                      <a:pt x="572120" y="507205"/>
                      <a:pt x="572634" y="494063"/>
                    </a:cubicBezTo>
                    <a:cubicBezTo>
                      <a:pt x="572183" y="481742"/>
                      <a:pt x="578777" y="463333"/>
                      <a:pt x="581589" y="449267"/>
                    </a:cubicBezTo>
                    <a:cubicBezTo>
                      <a:pt x="586648" y="418283"/>
                      <a:pt x="590485" y="388226"/>
                      <a:pt x="593103" y="356021"/>
                    </a:cubicBezTo>
                    <a:cubicBezTo>
                      <a:pt x="596497" y="299878"/>
                      <a:pt x="598447" y="243589"/>
                      <a:pt x="579184" y="198167"/>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195406707">
                      <a:custGeom>
                        <a:avLst/>
                        <a:gdLst/>
                        <a:ahLst/>
                        <a:cxnLst/>
                        <a:rect l="l" t="t" r="r" b="b"/>
                        <a:pathLst>
                          <a:path w="1026457" h="920545">
                            <a:moveTo>
                              <a:pt x="1000929" y="342468"/>
                            </a:moveTo>
                            <a:cubicBezTo>
                              <a:pt x="910566" y="142"/>
                              <a:pt x="496223" y="-107048"/>
                              <a:pt x="229910" y="119566"/>
                            </a:cubicBezTo>
                            <a:cubicBezTo>
                              <a:pt x="187425" y="155720"/>
                              <a:pt x="157965" y="198861"/>
                              <a:pt x="127670" y="244964"/>
                            </a:cubicBezTo>
                            <a:cubicBezTo>
                              <a:pt x="101956" y="284089"/>
                              <a:pt x="66184" y="313694"/>
                              <a:pt x="43513" y="356690"/>
                            </a:cubicBezTo>
                            <a:cubicBezTo>
                              <a:pt x="20218" y="400872"/>
                              <a:pt x="5692" y="449701"/>
                              <a:pt x="870" y="499409"/>
                            </a:cubicBezTo>
                            <a:cubicBezTo>
                              <a:pt x="-3828" y="547818"/>
                              <a:pt x="11980" y="590140"/>
                              <a:pt x="13218" y="636659"/>
                            </a:cubicBezTo>
                            <a:cubicBezTo>
                              <a:pt x="11928" y="588109"/>
                              <a:pt x="33030" y="539417"/>
                              <a:pt x="69338" y="507158"/>
                            </a:cubicBezTo>
                            <a:cubicBezTo>
                              <a:pt x="97572" y="482075"/>
                              <a:pt x="133237" y="467365"/>
                              <a:pt x="166100" y="448754"/>
                            </a:cubicBezTo>
                            <a:cubicBezTo>
                              <a:pt x="198963" y="430143"/>
                              <a:pt x="231093" y="405128"/>
                              <a:pt x="243463" y="369446"/>
                            </a:cubicBezTo>
                            <a:cubicBezTo>
                              <a:pt x="349415" y="508324"/>
                              <a:pt x="513822" y="550857"/>
                              <a:pt x="675568" y="590933"/>
                            </a:cubicBezTo>
                            <a:cubicBezTo>
                              <a:pt x="811288" y="624559"/>
                              <a:pt x="960223" y="710117"/>
                              <a:pt x="963291" y="868609"/>
                            </a:cubicBezTo>
                            <a:cubicBezTo>
                              <a:pt x="963682" y="888712"/>
                              <a:pt x="965066" y="894284"/>
                              <a:pt x="973720" y="920546"/>
                            </a:cubicBezTo>
                            <a:cubicBezTo>
                              <a:pt x="983244" y="896719"/>
                              <a:pt x="986729" y="879261"/>
                              <a:pt x="989609" y="853826"/>
                            </a:cubicBezTo>
                            <a:cubicBezTo>
                              <a:pt x="992532" y="827988"/>
                              <a:pt x="1000029" y="802250"/>
                              <a:pt x="1005086" y="776412"/>
                            </a:cubicBezTo>
                            <a:cubicBezTo>
                              <a:pt x="1015498" y="723263"/>
                              <a:pt x="1022188" y="669359"/>
                              <a:pt x="1024984" y="615266"/>
                            </a:cubicBezTo>
                            <a:cubicBezTo>
                              <a:pt x="1030097" y="516374"/>
                              <a:pt x="1021867" y="421806"/>
                              <a:pt x="1000929" y="342468"/>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139" name="Freeform 19">
                <a:extLst>
                  <a:ext uri="{FF2B5EF4-FFF2-40B4-BE49-F238E27FC236}">
                    <a16:creationId xmlns:a16="http://schemas.microsoft.com/office/drawing/2014/main" id="{B7257D18-E5A6-FFA8-6A62-7D2643099F9A}"/>
                  </a:ext>
                </a:extLst>
              </p:cNvPr>
              <p:cNvSpPr/>
              <p:nvPr/>
            </p:nvSpPr>
            <p:spPr>
              <a:xfrm>
                <a:off x="5407655" y="1703466"/>
                <a:ext cx="1314612" cy="1005931"/>
              </a:xfrm>
              <a:custGeom>
                <a:avLst/>
                <a:gdLst>
                  <a:gd name="connsiteX0" fmla="*/ 708828 w 760695"/>
                  <a:gd name="connsiteY0" fmla="*/ 572575 h 582079"/>
                  <a:gd name="connsiteX1" fmla="*/ 742958 w 760695"/>
                  <a:gd name="connsiteY1" fmla="*/ 525084 h 582079"/>
                  <a:gd name="connsiteX2" fmla="*/ 759085 w 760695"/>
                  <a:gd name="connsiteY2" fmla="*/ 329486 h 582079"/>
                  <a:gd name="connsiteX3" fmla="*/ 746094 w 760695"/>
                  <a:gd name="connsiteY3" fmla="*/ 220368 h 582079"/>
                  <a:gd name="connsiteX4" fmla="*/ 689706 w 760695"/>
                  <a:gd name="connsiteY4" fmla="*/ 119086 h 582079"/>
                  <a:gd name="connsiteX5" fmla="*/ 410721 w 760695"/>
                  <a:gd name="connsiteY5" fmla="*/ 1113 h 582079"/>
                  <a:gd name="connsiteX6" fmla="*/ 303721 w 760695"/>
                  <a:gd name="connsiteY6" fmla="*/ 40877 h 582079"/>
                  <a:gd name="connsiteX7" fmla="*/ 190460 w 760695"/>
                  <a:gd name="connsiteY7" fmla="*/ 78229 h 582079"/>
                  <a:gd name="connsiteX8" fmla="*/ 70218 w 760695"/>
                  <a:gd name="connsiteY8" fmla="*/ 136509 h 582079"/>
                  <a:gd name="connsiteX9" fmla="*/ 14666 w 760695"/>
                  <a:gd name="connsiteY9" fmla="*/ 216675 h 582079"/>
                  <a:gd name="connsiteX10" fmla="*/ 2156 w 760695"/>
                  <a:gd name="connsiteY10" fmla="*/ 331648 h 582079"/>
                  <a:gd name="connsiteX11" fmla="*/ 24071 w 760695"/>
                  <a:gd name="connsiteY11" fmla="*/ 427058 h 582079"/>
                  <a:gd name="connsiteX12" fmla="*/ 93016 w 760695"/>
                  <a:gd name="connsiteY12" fmla="*/ 486856 h 582079"/>
                  <a:gd name="connsiteX13" fmla="*/ 92389 w 760695"/>
                  <a:gd name="connsiteY13" fmla="*/ 431865 h 582079"/>
                  <a:gd name="connsiteX14" fmla="*/ 106695 w 760695"/>
                  <a:gd name="connsiteY14" fmla="*/ 310978 h 582079"/>
                  <a:gd name="connsiteX15" fmla="*/ 174769 w 760695"/>
                  <a:gd name="connsiteY15" fmla="*/ 226757 h 582079"/>
                  <a:gd name="connsiteX16" fmla="*/ 210619 w 760695"/>
                  <a:gd name="connsiteY16" fmla="*/ 196285 h 582079"/>
                  <a:gd name="connsiteX17" fmla="*/ 235155 w 760695"/>
                  <a:gd name="connsiteY17" fmla="*/ 155245 h 582079"/>
                  <a:gd name="connsiteX18" fmla="*/ 316167 w 760695"/>
                  <a:gd name="connsiteY18" fmla="*/ 261163 h 582079"/>
                  <a:gd name="connsiteX19" fmla="*/ 532258 w 760695"/>
                  <a:gd name="connsiteY19" fmla="*/ 374412 h 582079"/>
                  <a:gd name="connsiteX20" fmla="*/ 548943 w 760695"/>
                  <a:gd name="connsiteY20" fmla="*/ 380950 h 582079"/>
                  <a:gd name="connsiteX21" fmla="*/ 607010 w 760695"/>
                  <a:gd name="connsiteY21" fmla="*/ 414185 h 582079"/>
                  <a:gd name="connsiteX22" fmla="*/ 646299 w 760695"/>
                  <a:gd name="connsiteY22" fmla="*/ 549651 h 582079"/>
                  <a:gd name="connsiteX23" fmla="*/ 647723 w 760695"/>
                  <a:gd name="connsiteY23" fmla="*/ 565239 h 582079"/>
                  <a:gd name="connsiteX24" fmla="*/ 708828 w 760695"/>
                  <a:gd name="connsiteY24" fmla="*/ 572575 h 582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60695" h="582079" fill="none" extrusionOk="0">
                    <a:moveTo>
                      <a:pt x="708828" y="572575"/>
                    </a:moveTo>
                    <a:cubicBezTo>
                      <a:pt x="723435" y="564340"/>
                      <a:pt x="736690" y="541514"/>
                      <a:pt x="742958" y="525084"/>
                    </a:cubicBezTo>
                    <a:cubicBezTo>
                      <a:pt x="753664" y="457010"/>
                      <a:pt x="766752" y="382643"/>
                      <a:pt x="759085" y="329486"/>
                    </a:cubicBezTo>
                    <a:cubicBezTo>
                      <a:pt x="756446" y="285181"/>
                      <a:pt x="753819" y="246694"/>
                      <a:pt x="746094" y="220368"/>
                    </a:cubicBezTo>
                    <a:cubicBezTo>
                      <a:pt x="734141" y="180600"/>
                      <a:pt x="717855" y="149049"/>
                      <a:pt x="689706" y="119086"/>
                    </a:cubicBezTo>
                    <a:cubicBezTo>
                      <a:pt x="614766" y="33116"/>
                      <a:pt x="517864" y="-21007"/>
                      <a:pt x="410721" y="1113"/>
                    </a:cubicBezTo>
                    <a:cubicBezTo>
                      <a:pt x="370337" y="3562"/>
                      <a:pt x="334420" y="23978"/>
                      <a:pt x="303721" y="40877"/>
                    </a:cubicBezTo>
                    <a:cubicBezTo>
                      <a:pt x="269546" y="55976"/>
                      <a:pt x="221530" y="67942"/>
                      <a:pt x="190460" y="78229"/>
                    </a:cubicBezTo>
                    <a:cubicBezTo>
                      <a:pt x="145047" y="91413"/>
                      <a:pt x="97352" y="98786"/>
                      <a:pt x="70218" y="136509"/>
                    </a:cubicBezTo>
                    <a:cubicBezTo>
                      <a:pt x="50575" y="157605"/>
                      <a:pt x="28115" y="188547"/>
                      <a:pt x="14666" y="216675"/>
                    </a:cubicBezTo>
                    <a:cubicBezTo>
                      <a:pt x="-6869" y="245443"/>
                      <a:pt x="-526" y="290006"/>
                      <a:pt x="2156" y="331648"/>
                    </a:cubicBezTo>
                    <a:cubicBezTo>
                      <a:pt x="8838" y="359006"/>
                      <a:pt x="12089" y="395750"/>
                      <a:pt x="24071" y="427058"/>
                    </a:cubicBezTo>
                    <a:cubicBezTo>
                      <a:pt x="40973" y="451928"/>
                      <a:pt x="68752" y="472203"/>
                      <a:pt x="93016" y="486856"/>
                    </a:cubicBezTo>
                    <a:cubicBezTo>
                      <a:pt x="88811" y="484682"/>
                      <a:pt x="94247" y="438938"/>
                      <a:pt x="92389" y="431865"/>
                    </a:cubicBezTo>
                    <a:cubicBezTo>
                      <a:pt x="94185" y="394905"/>
                      <a:pt x="86209" y="349184"/>
                      <a:pt x="106695" y="310978"/>
                    </a:cubicBezTo>
                    <a:cubicBezTo>
                      <a:pt x="120544" y="277118"/>
                      <a:pt x="145791" y="248393"/>
                      <a:pt x="174769" y="226757"/>
                    </a:cubicBezTo>
                    <a:cubicBezTo>
                      <a:pt x="190848" y="218951"/>
                      <a:pt x="202583" y="207769"/>
                      <a:pt x="210619" y="196285"/>
                    </a:cubicBezTo>
                    <a:cubicBezTo>
                      <a:pt x="215280" y="190948"/>
                      <a:pt x="239519" y="165750"/>
                      <a:pt x="235155" y="155245"/>
                    </a:cubicBezTo>
                    <a:cubicBezTo>
                      <a:pt x="250338" y="188732"/>
                      <a:pt x="278535" y="237326"/>
                      <a:pt x="316167" y="261163"/>
                    </a:cubicBezTo>
                    <a:cubicBezTo>
                      <a:pt x="374293" y="307409"/>
                      <a:pt x="464606" y="337781"/>
                      <a:pt x="532258" y="374412"/>
                    </a:cubicBezTo>
                    <a:cubicBezTo>
                      <a:pt x="536478" y="376577"/>
                      <a:pt x="544124" y="378336"/>
                      <a:pt x="548943" y="380950"/>
                    </a:cubicBezTo>
                    <a:cubicBezTo>
                      <a:pt x="571098" y="388766"/>
                      <a:pt x="587230" y="400011"/>
                      <a:pt x="607010" y="414185"/>
                    </a:cubicBezTo>
                    <a:cubicBezTo>
                      <a:pt x="640630" y="449277"/>
                      <a:pt x="649909" y="502932"/>
                      <a:pt x="646299" y="549651"/>
                    </a:cubicBezTo>
                    <a:cubicBezTo>
                      <a:pt x="646529" y="554457"/>
                      <a:pt x="645532" y="559227"/>
                      <a:pt x="647723" y="565239"/>
                    </a:cubicBezTo>
                    <a:cubicBezTo>
                      <a:pt x="656268" y="587864"/>
                      <a:pt x="691473" y="584686"/>
                      <a:pt x="708828" y="572575"/>
                    </a:cubicBezTo>
                    <a:close/>
                  </a:path>
                  <a:path w="760695" h="582079" stroke="0" extrusionOk="0">
                    <a:moveTo>
                      <a:pt x="708828" y="572575"/>
                    </a:moveTo>
                    <a:cubicBezTo>
                      <a:pt x="724502" y="562092"/>
                      <a:pt x="738109" y="546422"/>
                      <a:pt x="742958" y="525084"/>
                    </a:cubicBezTo>
                    <a:cubicBezTo>
                      <a:pt x="753567" y="457947"/>
                      <a:pt x="757395" y="397082"/>
                      <a:pt x="759085" y="329486"/>
                    </a:cubicBezTo>
                    <a:cubicBezTo>
                      <a:pt x="765022" y="289607"/>
                      <a:pt x="757987" y="256261"/>
                      <a:pt x="746094" y="220368"/>
                    </a:cubicBezTo>
                    <a:cubicBezTo>
                      <a:pt x="737415" y="181852"/>
                      <a:pt x="716797" y="142511"/>
                      <a:pt x="689706" y="119086"/>
                    </a:cubicBezTo>
                    <a:cubicBezTo>
                      <a:pt x="620713" y="38908"/>
                      <a:pt x="510095" y="-5332"/>
                      <a:pt x="410721" y="1113"/>
                    </a:cubicBezTo>
                    <a:cubicBezTo>
                      <a:pt x="365770" y="6799"/>
                      <a:pt x="336052" y="24320"/>
                      <a:pt x="303721" y="40877"/>
                    </a:cubicBezTo>
                    <a:cubicBezTo>
                      <a:pt x="274103" y="50776"/>
                      <a:pt x="224383" y="67798"/>
                      <a:pt x="190460" y="78229"/>
                    </a:cubicBezTo>
                    <a:cubicBezTo>
                      <a:pt x="149321" y="90500"/>
                      <a:pt x="109876" y="111633"/>
                      <a:pt x="70218" y="136509"/>
                    </a:cubicBezTo>
                    <a:cubicBezTo>
                      <a:pt x="48727" y="159873"/>
                      <a:pt x="30970" y="188470"/>
                      <a:pt x="14666" y="216675"/>
                    </a:cubicBezTo>
                    <a:cubicBezTo>
                      <a:pt x="-1167" y="244806"/>
                      <a:pt x="-8119" y="297452"/>
                      <a:pt x="2156" y="331648"/>
                    </a:cubicBezTo>
                    <a:cubicBezTo>
                      <a:pt x="3312" y="359793"/>
                      <a:pt x="6249" y="401302"/>
                      <a:pt x="24071" y="427058"/>
                    </a:cubicBezTo>
                    <a:cubicBezTo>
                      <a:pt x="38152" y="460121"/>
                      <a:pt x="67336" y="473562"/>
                      <a:pt x="93016" y="486856"/>
                    </a:cubicBezTo>
                    <a:cubicBezTo>
                      <a:pt x="89424" y="483766"/>
                      <a:pt x="91551" y="438843"/>
                      <a:pt x="92389" y="431865"/>
                    </a:cubicBezTo>
                    <a:cubicBezTo>
                      <a:pt x="89147" y="393236"/>
                      <a:pt x="85569" y="355318"/>
                      <a:pt x="106695" y="310978"/>
                    </a:cubicBezTo>
                    <a:cubicBezTo>
                      <a:pt x="116656" y="265685"/>
                      <a:pt x="142485" y="253911"/>
                      <a:pt x="174769" y="226757"/>
                    </a:cubicBezTo>
                    <a:cubicBezTo>
                      <a:pt x="188073" y="216491"/>
                      <a:pt x="198745" y="208472"/>
                      <a:pt x="210619" y="196285"/>
                    </a:cubicBezTo>
                    <a:cubicBezTo>
                      <a:pt x="216145" y="190272"/>
                      <a:pt x="237915" y="163238"/>
                      <a:pt x="235155" y="155245"/>
                    </a:cubicBezTo>
                    <a:cubicBezTo>
                      <a:pt x="251547" y="194464"/>
                      <a:pt x="275577" y="227085"/>
                      <a:pt x="316167" y="261163"/>
                    </a:cubicBezTo>
                    <a:cubicBezTo>
                      <a:pt x="392751" y="300168"/>
                      <a:pt x="455612" y="336944"/>
                      <a:pt x="532258" y="374412"/>
                    </a:cubicBezTo>
                    <a:cubicBezTo>
                      <a:pt x="537962" y="376341"/>
                      <a:pt x="541782" y="379067"/>
                      <a:pt x="548943" y="380950"/>
                    </a:cubicBezTo>
                    <a:cubicBezTo>
                      <a:pt x="568328" y="387150"/>
                      <a:pt x="585707" y="397558"/>
                      <a:pt x="607010" y="414185"/>
                    </a:cubicBezTo>
                    <a:cubicBezTo>
                      <a:pt x="643757" y="456333"/>
                      <a:pt x="647909" y="494397"/>
                      <a:pt x="646299" y="549651"/>
                    </a:cubicBezTo>
                    <a:cubicBezTo>
                      <a:pt x="647251" y="554983"/>
                      <a:pt x="645551" y="560178"/>
                      <a:pt x="647723" y="565239"/>
                    </a:cubicBezTo>
                    <a:cubicBezTo>
                      <a:pt x="657877" y="590874"/>
                      <a:pt x="695182" y="587941"/>
                      <a:pt x="708828" y="572575"/>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505064244">
                      <a:custGeom>
                        <a:avLst/>
                        <a:gdLst/>
                        <a:ahLst/>
                        <a:cxnLst/>
                        <a:rect l="l" t="t" r="r" b="b"/>
                        <a:pathLst>
                          <a:path w="1314612" h="1005931">
                            <a:moveTo>
                              <a:pt x="1224978" y="989507"/>
                            </a:moveTo>
                            <a:cubicBezTo>
                              <a:pt x="1251831" y="969053"/>
                              <a:pt x="1272483" y="938994"/>
                              <a:pt x="1283961" y="907434"/>
                            </a:cubicBezTo>
                            <a:cubicBezTo>
                              <a:pt x="1320150" y="801088"/>
                              <a:pt x="1316241" y="683362"/>
                              <a:pt x="1311830" y="569408"/>
                            </a:cubicBezTo>
                            <a:cubicBezTo>
                              <a:pt x="1309366" y="505860"/>
                              <a:pt x="1306764" y="441399"/>
                              <a:pt x="1289379" y="380834"/>
                            </a:cubicBezTo>
                            <a:cubicBezTo>
                              <a:pt x="1270408" y="314766"/>
                              <a:pt x="1234455" y="256083"/>
                              <a:pt x="1191931" y="205801"/>
                            </a:cubicBezTo>
                            <a:cubicBezTo>
                              <a:pt x="1069156" y="60626"/>
                              <a:pt x="885940" y="-13132"/>
                              <a:pt x="709797" y="1925"/>
                            </a:cubicBezTo>
                            <a:cubicBezTo>
                              <a:pt x="639039" y="7973"/>
                              <a:pt x="587013" y="41873"/>
                              <a:pt x="524883" y="70643"/>
                            </a:cubicBezTo>
                            <a:cubicBezTo>
                              <a:pt x="464224" y="98730"/>
                              <a:pt x="392957" y="114152"/>
                              <a:pt x="329148" y="135193"/>
                            </a:cubicBezTo>
                            <a:cubicBezTo>
                              <a:pt x="255527" y="159471"/>
                              <a:pt x="179759" y="184944"/>
                              <a:pt x="121350" y="235912"/>
                            </a:cubicBezTo>
                            <a:cubicBezTo>
                              <a:pt x="78655" y="273168"/>
                              <a:pt x="47571" y="322327"/>
                              <a:pt x="25346" y="374452"/>
                            </a:cubicBezTo>
                            <a:cubicBezTo>
                              <a:pt x="-1301" y="436950"/>
                              <a:pt x="-3886" y="506460"/>
                              <a:pt x="3727" y="573145"/>
                            </a:cubicBezTo>
                            <a:cubicBezTo>
                              <a:pt x="10002" y="628095"/>
                              <a:pt x="17224" y="686744"/>
                              <a:pt x="41600" y="738029"/>
                            </a:cubicBezTo>
                            <a:cubicBezTo>
                              <a:pt x="64429" y="786065"/>
                              <a:pt x="115242" y="817436"/>
                              <a:pt x="160749" y="841370"/>
                            </a:cubicBezTo>
                            <a:cubicBezTo>
                              <a:pt x="154007" y="837821"/>
                              <a:pt x="159845" y="758556"/>
                              <a:pt x="159665" y="746336"/>
                            </a:cubicBezTo>
                            <a:cubicBezTo>
                              <a:pt x="158631" y="676324"/>
                              <a:pt x="162459" y="604431"/>
                              <a:pt x="184388" y="537424"/>
                            </a:cubicBezTo>
                            <a:cubicBezTo>
                              <a:pt x="205562" y="471921"/>
                              <a:pt x="247486" y="431836"/>
                              <a:pt x="302032" y="391875"/>
                            </a:cubicBezTo>
                            <a:cubicBezTo>
                              <a:pt x="323910" y="375845"/>
                              <a:pt x="345705" y="359390"/>
                              <a:pt x="363986" y="339215"/>
                            </a:cubicBezTo>
                            <a:cubicBezTo>
                              <a:pt x="373129" y="329125"/>
                              <a:pt x="412905" y="282662"/>
                              <a:pt x="406390" y="268290"/>
                            </a:cubicBezTo>
                            <a:cubicBezTo>
                              <a:pt x="437328" y="336531"/>
                              <a:pt x="485792" y="406595"/>
                              <a:pt x="546392" y="451334"/>
                            </a:cubicBezTo>
                            <a:cubicBezTo>
                              <a:pt x="661576" y="536365"/>
                              <a:pt x="789778" y="596415"/>
                              <a:pt x="919835" y="647049"/>
                            </a:cubicBezTo>
                            <a:cubicBezTo>
                              <a:pt x="929419" y="650778"/>
                              <a:pt x="939063" y="654494"/>
                              <a:pt x="948669" y="658347"/>
                            </a:cubicBezTo>
                            <a:cubicBezTo>
                              <a:pt x="984421" y="672698"/>
                              <a:pt x="1019632" y="689045"/>
                              <a:pt x="1049019" y="715783"/>
                            </a:cubicBezTo>
                            <a:cubicBezTo>
                              <a:pt x="1114603" y="775452"/>
                              <a:pt x="1119356" y="867191"/>
                              <a:pt x="1116917" y="949890"/>
                            </a:cubicBezTo>
                            <a:cubicBezTo>
                              <a:pt x="1116651" y="958951"/>
                              <a:pt x="1116476" y="968235"/>
                              <a:pt x="1119378" y="976829"/>
                            </a:cubicBezTo>
                            <a:cubicBezTo>
                              <a:pt x="1133068" y="1017407"/>
                              <a:pt x="1198682" y="1009537"/>
                              <a:pt x="1224978" y="989507"/>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grpSp>
        <p:sp>
          <p:nvSpPr>
            <p:cNvPr id="6" name="Freeform 20">
              <a:extLst>
                <a:ext uri="{FF2B5EF4-FFF2-40B4-BE49-F238E27FC236}">
                  <a16:creationId xmlns:a16="http://schemas.microsoft.com/office/drawing/2014/main" id="{5A239260-1257-5855-9EE2-751FCA9C87D9}"/>
                </a:ext>
              </a:extLst>
            </p:cNvPr>
            <p:cNvSpPr/>
            <p:nvPr/>
          </p:nvSpPr>
          <p:spPr>
            <a:xfrm>
              <a:off x="1152366" y="2793256"/>
              <a:ext cx="4006635" cy="135892"/>
            </a:xfrm>
            <a:custGeom>
              <a:avLst/>
              <a:gdLst>
                <a:gd name="connsiteX0" fmla="*/ 5188414 w 5282380"/>
                <a:gd name="connsiteY0" fmla="*/ 179161 h 179161"/>
                <a:gd name="connsiteX1" fmla="*/ 4500664 w 5282380"/>
                <a:gd name="connsiteY1" fmla="*/ 179161 h 179161"/>
                <a:gd name="connsiteX2" fmla="*/ 3914803 w 5282380"/>
                <a:gd name="connsiteY2" fmla="*/ 179161 h 179161"/>
                <a:gd name="connsiteX3" fmla="*/ 3430830 w 5282380"/>
                <a:gd name="connsiteY3" fmla="*/ 179161 h 179161"/>
                <a:gd name="connsiteX4" fmla="*/ 2794024 w 5282380"/>
                <a:gd name="connsiteY4" fmla="*/ 179161 h 179161"/>
                <a:gd name="connsiteX5" fmla="*/ 2106274 w 5282380"/>
                <a:gd name="connsiteY5" fmla="*/ 179161 h 179161"/>
                <a:gd name="connsiteX6" fmla="*/ 1520413 w 5282380"/>
                <a:gd name="connsiteY6" fmla="*/ 179161 h 179161"/>
                <a:gd name="connsiteX7" fmla="*/ 934552 w 5282380"/>
                <a:gd name="connsiteY7" fmla="*/ 179161 h 179161"/>
                <a:gd name="connsiteX8" fmla="*/ 93968 w 5282380"/>
                <a:gd name="connsiteY8" fmla="*/ 179161 h 179161"/>
                <a:gd name="connsiteX9" fmla="*/ 0 w 5282380"/>
                <a:gd name="connsiteY9" fmla="*/ 89580 h 179161"/>
                <a:gd name="connsiteX10" fmla="*/ 0 w 5282380"/>
                <a:gd name="connsiteY10" fmla="*/ 89580 h 179161"/>
                <a:gd name="connsiteX11" fmla="*/ 93968 w 5282380"/>
                <a:gd name="connsiteY11" fmla="*/ 0 h 179161"/>
                <a:gd name="connsiteX12" fmla="*/ 679829 w 5282380"/>
                <a:gd name="connsiteY12" fmla="*/ 0 h 179161"/>
                <a:gd name="connsiteX13" fmla="*/ 1163802 w 5282380"/>
                <a:gd name="connsiteY13" fmla="*/ 0 h 179161"/>
                <a:gd name="connsiteX14" fmla="*/ 1647774 w 5282380"/>
                <a:gd name="connsiteY14" fmla="*/ 0 h 179161"/>
                <a:gd name="connsiteX15" fmla="*/ 2335524 w 5282380"/>
                <a:gd name="connsiteY15" fmla="*/ 0 h 179161"/>
                <a:gd name="connsiteX16" fmla="*/ 2921386 w 5282380"/>
                <a:gd name="connsiteY16" fmla="*/ 0 h 179161"/>
                <a:gd name="connsiteX17" fmla="*/ 3558191 w 5282380"/>
                <a:gd name="connsiteY17" fmla="*/ 0 h 179161"/>
                <a:gd name="connsiteX18" fmla="*/ 4245941 w 5282380"/>
                <a:gd name="connsiteY18" fmla="*/ 0 h 179161"/>
                <a:gd name="connsiteX19" fmla="*/ 5188414 w 5282380"/>
                <a:gd name="connsiteY19" fmla="*/ 0 h 179161"/>
                <a:gd name="connsiteX20" fmla="*/ 5282380 w 5282380"/>
                <a:gd name="connsiteY20" fmla="*/ 89580 h 179161"/>
                <a:gd name="connsiteX21" fmla="*/ 5282380 w 5282380"/>
                <a:gd name="connsiteY21" fmla="*/ 89580 h 179161"/>
                <a:gd name="connsiteX22" fmla="*/ 5188414 w 5282380"/>
                <a:gd name="connsiteY22" fmla="*/ 179161 h 179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82380" h="179161" fill="none" extrusionOk="0">
                  <a:moveTo>
                    <a:pt x="5188414" y="179161"/>
                  </a:moveTo>
                  <a:cubicBezTo>
                    <a:pt x="5031192" y="172954"/>
                    <a:pt x="4655025" y="198504"/>
                    <a:pt x="4500664" y="179161"/>
                  </a:cubicBezTo>
                  <a:cubicBezTo>
                    <a:pt x="4346303" y="159819"/>
                    <a:pt x="4163708" y="160277"/>
                    <a:pt x="3914803" y="179161"/>
                  </a:cubicBezTo>
                  <a:cubicBezTo>
                    <a:pt x="3665898" y="198045"/>
                    <a:pt x="3648744" y="168579"/>
                    <a:pt x="3430830" y="179161"/>
                  </a:cubicBezTo>
                  <a:cubicBezTo>
                    <a:pt x="3212916" y="189743"/>
                    <a:pt x="2990464" y="210518"/>
                    <a:pt x="2794024" y="179161"/>
                  </a:cubicBezTo>
                  <a:cubicBezTo>
                    <a:pt x="2597584" y="147804"/>
                    <a:pt x="2326203" y="166534"/>
                    <a:pt x="2106274" y="179161"/>
                  </a:cubicBezTo>
                  <a:cubicBezTo>
                    <a:pt x="1886345" y="191789"/>
                    <a:pt x="1785642" y="199206"/>
                    <a:pt x="1520413" y="179161"/>
                  </a:cubicBezTo>
                  <a:cubicBezTo>
                    <a:pt x="1255184" y="159116"/>
                    <a:pt x="1061131" y="176673"/>
                    <a:pt x="934552" y="179161"/>
                  </a:cubicBezTo>
                  <a:cubicBezTo>
                    <a:pt x="807973" y="181649"/>
                    <a:pt x="302372" y="142938"/>
                    <a:pt x="93968" y="179161"/>
                  </a:cubicBezTo>
                  <a:cubicBezTo>
                    <a:pt x="39395" y="175572"/>
                    <a:pt x="1873" y="146676"/>
                    <a:pt x="0" y="89580"/>
                  </a:cubicBezTo>
                  <a:lnTo>
                    <a:pt x="0" y="89580"/>
                  </a:lnTo>
                  <a:cubicBezTo>
                    <a:pt x="5520" y="39142"/>
                    <a:pt x="44952" y="-1775"/>
                    <a:pt x="93968" y="0"/>
                  </a:cubicBezTo>
                  <a:cubicBezTo>
                    <a:pt x="260869" y="14547"/>
                    <a:pt x="504000" y="-28634"/>
                    <a:pt x="679829" y="0"/>
                  </a:cubicBezTo>
                  <a:cubicBezTo>
                    <a:pt x="855658" y="28634"/>
                    <a:pt x="961735" y="-2568"/>
                    <a:pt x="1163802" y="0"/>
                  </a:cubicBezTo>
                  <a:cubicBezTo>
                    <a:pt x="1365869" y="2568"/>
                    <a:pt x="1457797" y="14569"/>
                    <a:pt x="1647774" y="0"/>
                  </a:cubicBezTo>
                  <a:cubicBezTo>
                    <a:pt x="1837751" y="-14569"/>
                    <a:pt x="2168746" y="15586"/>
                    <a:pt x="2335524" y="0"/>
                  </a:cubicBezTo>
                  <a:cubicBezTo>
                    <a:pt x="2502302" y="-15586"/>
                    <a:pt x="2754524" y="27191"/>
                    <a:pt x="2921386" y="0"/>
                  </a:cubicBezTo>
                  <a:cubicBezTo>
                    <a:pt x="3088248" y="-27191"/>
                    <a:pt x="3260847" y="-16700"/>
                    <a:pt x="3558191" y="0"/>
                  </a:cubicBezTo>
                  <a:cubicBezTo>
                    <a:pt x="3855535" y="16700"/>
                    <a:pt x="4008903" y="22025"/>
                    <a:pt x="4245941" y="0"/>
                  </a:cubicBezTo>
                  <a:cubicBezTo>
                    <a:pt x="4482979" y="-22025"/>
                    <a:pt x="4999700" y="-21643"/>
                    <a:pt x="5188414" y="0"/>
                  </a:cubicBezTo>
                  <a:cubicBezTo>
                    <a:pt x="5244425" y="11244"/>
                    <a:pt x="5293825" y="42911"/>
                    <a:pt x="5282380" y="89580"/>
                  </a:cubicBezTo>
                  <a:lnTo>
                    <a:pt x="5282380" y="89580"/>
                  </a:lnTo>
                  <a:cubicBezTo>
                    <a:pt x="5286700" y="134096"/>
                    <a:pt x="5236018" y="172070"/>
                    <a:pt x="5188414" y="179161"/>
                  </a:cubicBezTo>
                  <a:close/>
                </a:path>
                <a:path w="5282380" h="179161" stroke="0" extrusionOk="0">
                  <a:moveTo>
                    <a:pt x="5188414" y="179161"/>
                  </a:moveTo>
                  <a:cubicBezTo>
                    <a:pt x="5014458" y="199779"/>
                    <a:pt x="4808543" y="163386"/>
                    <a:pt x="4500664" y="179161"/>
                  </a:cubicBezTo>
                  <a:cubicBezTo>
                    <a:pt x="4192785" y="194937"/>
                    <a:pt x="4071827" y="179512"/>
                    <a:pt x="3812914" y="179161"/>
                  </a:cubicBezTo>
                  <a:cubicBezTo>
                    <a:pt x="3554001" y="178811"/>
                    <a:pt x="3406323" y="155190"/>
                    <a:pt x="3227052" y="179161"/>
                  </a:cubicBezTo>
                  <a:cubicBezTo>
                    <a:pt x="3047781" y="203132"/>
                    <a:pt x="2954130" y="199736"/>
                    <a:pt x="2743080" y="179161"/>
                  </a:cubicBezTo>
                  <a:cubicBezTo>
                    <a:pt x="2532030" y="158586"/>
                    <a:pt x="2447045" y="171274"/>
                    <a:pt x="2208163" y="179161"/>
                  </a:cubicBezTo>
                  <a:cubicBezTo>
                    <a:pt x="1969281" y="187048"/>
                    <a:pt x="1815526" y="181353"/>
                    <a:pt x="1520413" y="179161"/>
                  </a:cubicBezTo>
                  <a:cubicBezTo>
                    <a:pt x="1225300" y="176970"/>
                    <a:pt x="1186630" y="186816"/>
                    <a:pt x="883607" y="179161"/>
                  </a:cubicBezTo>
                  <a:cubicBezTo>
                    <a:pt x="580584" y="171506"/>
                    <a:pt x="404255" y="194013"/>
                    <a:pt x="93968" y="179161"/>
                  </a:cubicBezTo>
                  <a:cubicBezTo>
                    <a:pt x="36967" y="176303"/>
                    <a:pt x="1335" y="136075"/>
                    <a:pt x="0" y="89580"/>
                  </a:cubicBezTo>
                  <a:lnTo>
                    <a:pt x="0" y="89580"/>
                  </a:lnTo>
                  <a:cubicBezTo>
                    <a:pt x="3758" y="48671"/>
                    <a:pt x="51854" y="-828"/>
                    <a:pt x="93968" y="0"/>
                  </a:cubicBezTo>
                  <a:cubicBezTo>
                    <a:pt x="258718" y="4784"/>
                    <a:pt x="463324" y="11340"/>
                    <a:pt x="781718" y="0"/>
                  </a:cubicBezTo>
                  <a:cubicBezTo>
                    <a:pt x="1100112" y="-11340"/>
                    <a:pt x="1288820" y="-1628"/>
                    <a:pt x="1520413" y="0"/>
                  </a:cubicBezTo>
                  <a:cubicBezTo>
                    <a:pt x="1752006" y="1628"/>
                    <a:pt x="1918686" y="-26028"/>
                    <a:pt x="2157219" y="0"/>
                  </a:cubicBezTo>
                  <a:cubicBezTo>
                    <a:pt x="2395752" y="26028"/>
                    <a:pt x="2596680" y="3096"/>
                    <a:pt x="2743080" y="0"/>
                  </a:cubicBezTo>
                  <a:cubicBezTo>
                    <a:pt x="2889480" y="-3096"/>
                    <a:pt x="3252115" y="-22893"/>
                    <a:pt x="3481775" y="0"/>
                  </a:cubicBezTo>
                  <a:cubicBezTo>
                    <a:pt x="3711436" y="22893"/>
                    <a:pt x="3774429" y="-23504"/>
                    <a:pt x="3965747" y="0"/>
                  </a:cubicBezTo>
                  <a:cubicBezTo>
                    <a:pt x="4157065" y="23504"/>
                    <a:pt x="4855396" y="-51467"/>
                    <a:pt x="5188414" y="0"/>
                  </a:cubicBezTo>
                  <a:cubicBezTo>
                    <a:pt x="5241785" y="5886"/>
                    <a:pt x="5272110" y="42929"/>
                    <a:pt x="5282380" y="89580"/>
                  </a:cubicBezTo>
                  <a:lnTo>
                    <a:pt x="5282380" y="89580"/>
                  </a:lnTo>
                  <a:cubicBezTo>
                    <a:pt x="5289640" y="147370"/>
                    <a:pt x="5241005" y="191241"/>
                    <a:pt x="5188414" y="179161"/>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316544298">
                    <a:custGeom>
                      <a:avLst/>
                      <a:gdLst/>
                      <a:ahLst/>
                      <a:cxnLst/>
                      <a:rect l="l" t="t" r="r" b="b"/>
                      <a:pathLst>
                        <a:path w="9128855" h="309621">
                          <a:moveTo>
                            <a:pt x="8966467" y="309622"/>
                          </a:moveTo>
                          <a:lnTo>
                            <a:pt x="162393" y="309622"/>
                          </a:lnTo>
                          <a:cubicBezTo>
                            <a:pt x="72708" y="309622"/>
                            <a:pt x="0" y="240313"/>
                            <a:pt x="0" y="154811"/>
                          </a:cubicBezTo>
                          <a:lnTo>
                            <a:pt x="0" y="154811"/>
                          </a:lnTo>
                          <a:cubicBezTo>
                            <a:pt x="0" y="69313"/>
                            <a:pt x="72703" y="0"/>
                            <a:pt x="162393" y="0"/>
                          </a:cubicBezTo>
                          <a:lnTo>
                            <a:pt x="8966467" y="0"/>
                          </a:lnTo>
                          <a:cubicBezTo>
                            <a:pt x="9056153" y="0"/>
                            <a:pt x="9128856" y="69309"/>
                            <a:pt x="9128856" y="154811"/>
                          </a:cubicBezTo>
                          <a:lnTo>
                            <a:pt x="9128856" y="154811"/>
                          </a:lnTo>
                          <a:cubicBezTo>
                            <a:pt x="9128856" y="240309"/>
                            <a:pt x="9056153" y="309622"/>
                            <a:pt x="8966467" y="309622"/>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40000" lnSpcReduction="20000"/>
            </a:bodyPr>
            <a:lstStyle/>
            <a:p>
              <a:pPr marL="0" algn="l"/>
              <a:endParaRPr/>
            </a:p>
          </p:txBody>
        </p:sp>
        <p:grpSp>
          <p:nvGrpSpPr>
            <p:cNvPr id="7" name="Group 21">
              <a:extLst>
                <a:ext uri="{FF2B5EF4-FFF2-40B4-BE49-F238E27FC236}">
                  <a16:creationId xmlns:a16="http://schemas.microsoft.com/office/drawing/2014/main" id="{A0954F8B-052B-E51E-3A87-779BEA80160F}"/>
                </a:ext>
              </a:extLst>
            </p:cNvPr>
            <p:cNvGrpSpPr/>
            <p:nvPr/>
          </p:nvGrpSpPr>
          <p:grpSpPr>
            <a:xfrm>
              <a:off x="2604960" y="1993824"/>
              <a:ext cx="1114359" cy="801739"/>
              <a:chOff x="4780587" y="3588045"/>
              <a:chExt cx="2538994" cy="1826709"/>
            </a:xfrm>
            <a:grpFill/>
          </p:grpSpPr>
          <p:sp>
            <p:nvSpPr>
              <p:cNvPr id="122" name="Freeform 22">
                <a:extLst>
                  <a:ext uri="{FF2B5EF4-FFF2-40B4-BE49-F238E27FC236}">
                    <a16:creationId xmlns:a16="http://schemas.microsoft.com/office/drawing/2014/main" id="{4222F8E2-C8E1-CB64-6AED-D9ED19231009}"/>
                  </a:ext>
                </a:extLst>
              </p:cNvPr>
              <p:cNvSpPr/>
              <p:nvPr/>
            </p:nvSpPr>
            <p:spPr>
              <a:xfrm>
                <a:off x="4800201" y="3588045"/>
                <a:ext cx="2499767" cy="1681941"/>
              </a:xfrm>
              <a:custGeom>
                <a:avLst/>
                <a:gdLst>
                  <a:gd name="connsiteX0" fmla="*/ 1355712 w 1446481"/>
                  <a:gd name="connsiteY0" fmla="*/ 973249 h 973249"/>
                  <a:gd name="connsiteX1" fmla="*/ 748536 w 1446481"/>
                  <a:gd name="connsiteY1" fmla="*/ 973249 h 973249"/>
                  <a:gd name="connsiteX2" fmla="*/ 90763 w 1446481"/>
                  <a:gd name="connsiteY2" fmla="*/ 973249 h 973249"/>
                  <a:gd name="connsiteX3" fmla="*/ 43637 w 1446481"/>
                  <a:gd name="connsiteY3" fmla="*/ 483547 h 973249"/>
                  <a:gd name="connsiteX4" fmla="*/ 136 w 1446481"/>
                  <a:gd name="connsiteY4" fmla="*/ 31515 h 973249"/>
                  <a:gd name="connsiteX5" fmla="*/ 28282 w 1446481"/>
                  <a:gd name="connsiteY5" fmla="*/ 0 h 973249"/>
                  <a:gd name="connsiteX6" fmla="*/ 695442 w 1446481"/>
                  <a:gd name="connsiteY6" fmla="*/ 0 h 973249"/>
                  <a:gd name="connsiteX7" fmla="*/ 1418199 w 1446481"/>
                  <a:gd name="connsiteY7" fmla="*/ 0 h 973249"/>
                  <a:gd name="connsiteX8" fmla="*/ 1446344 w 1446481"/>
                  <a:gd name="connsiteY8" fmla="*/ 31518 h 973249"/>
                  <a:gd name="connsiteX9" fmla="*/ 1401934 w 1446481"/>
                  <a:gd name="connsiteY9" fmla="*/ 492966 h 973249"/>
                  <a:gd name="connsiteX10" fmla="*/ 1355712 w 1446481"/>
                  <a:gd name="connsiteY10" fmla="*/ 973249 h 9732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46481" h="973249" fill="none" extrusionOk="0">
                    <a:moveTo>
                      <a:pt x="1355712" y="973249"/>
                    </a:moveTo>
                    <a:cubicBezTo>
                      <a:pt x="1184773" y="946201"/>
                      <a:pt x="1007588" y="998523"/>
                      <a:pt x="748536" y="973249"/>
                    </a:cubicBezTo>
                    <a:cubicBezTo>
                      <a:pt x="489484" y="947975"/>
                      <a:pt x="346707" y="992162"/>
                      <a:pt x="90763" y="973249"/>
                    </a:cubicBezTo>
                    <a:cubicBezTo>
                      <a:pt x="98188" y="810727"/>
                      <a:pt x="39016" y="685321"/>
                      <a:pt x="43637" y="483547"/>
                    </a:cubicBezTo>
                    <a:cubicBezTo>
                      <a:pt x="48258" y="281773"/>
                      <a:pt x="16983" y="195786"/>
                      <a:pt x="136" y="31515"/>
                    </a:cubicBezTo>
                    <a:cubicBezTo>
                      <a:pt x="-1994" y="13952"/>
                      <a:pt x="9554" y="-739"/>
                      <a:pt x="28282" y="0"/>
                    </a:cubicBezTo>
                    <a:cubicBezTo>
                      <a:pt x="335954" y="-787"/>
                      <a:pt x="520579" y="-9000"/>
                      <a:pt x="695442" y="0"/>
                    </a:cubicBezTo>
                    <a:cubicBezTo>
                      <a:pt x="870305" y="9000"/>
                      <a:pt x="1188238" y="29172"/>
                      <a:pt x="1418199" y="0"/>
                    </a:cubicBezTo>
                    <a:cubicBezTo>
                      <a:pt x="1436290" y="95"/>
                      <a:pt x="1448309" y="15367"/>
                      <a:pt x="1446344" y="31518"/>
                    </a:cubicBezTo>
                    <a:cubicBezTo>
                      <a:pt x="1444579" y="241768"/>
                      <a:pt x="1389577" y="393427"/>
                      <a:pt x="1401934" y="492966"/>
                    </a:cubicBezTo>
                    <a:cubicBezTo>
                      <a:pt x="1414291" y="592505"/>
                      <a:pt x="1356340" y="778030"/>
                      <a:pt x="1355712" y="973249"/>
                    </a:cubicBezTo>
                    <a:close/>
                  </a:path>
                  <a:path w="1446481" h="973249" stroke="0" extrusionOk="0">
                    <a:moveTo>
                      <a:pt x="1355712" y="973249"/>
                    </a:moveTo>
                    <a:cubicBezTo>
                      <a:pt x="1211507" y="981156"/>
                      <a:pt x="1011967" y="951103"/>
                      <a:pt x="761186" y="973249"/>
                    </a:cubicBezTo>
                    <a:cubicBezTo>
                      <a:pt x="510405" y="995395"/>
                      <a:pt x="367942" y="960013"/>
                      <a:pt x="90763" y="973249"/>
                    </a:cubicBezTo>
                    <a:cubicBezTo>
                      <a:pt x="56864" y="860957"/>
                      <a:pt x="80254" y="638761"/>
                      <a:pt x="44543" y="492965"/>
                    </a:cubicBezTo>
                    <a:cubicBezTo>
                      <a:pt x="8832" y="347169"/>
                      <a:pt x="34775" y="245038"/>
                      <a:pt x="136" y="31515"/>
                    </a:cubicBezTo>
                    <a:cubicBezTo>
                      <a:pt x="-5104" y="15276"/>
                      <a:pt x="13075" y="1104"/>
                      <a:pt x="28282" y="0"/>
                    </a:cubicBezTo>
                    <a:cubicBezTo>
                      <a:pt x="299620" y="31283"/>
                      <a:pt x="571266" y="5374"/>
                      <a:pt x="751039" y="0"/>
                    </a:cubicBezTo>
                    <a:cubicBezTo>
                      <a:pt x="930812" y="-5374"/>
                      <a:pt x="1099746" y="5969"/>
                      <a:pt x="1418199" y="0"/>
                    </a:cubicBezTo>
                    <a:cubicBezTo>
                      <a:pt x="1435908" y="-96"/>
                      <a:pt x="1448716" y="16892"/>
                      <a:pt x="1446344" y="31518"/>
                    </a:cubicBezTo>
                    <a:cubicBezTo>
                      <a:pt x="1421720" y="236838"/>
                      <a:pt x="1431111" y="329880"/>
                      <a:pt x="1403747" y="474132"/>
                    </a:cubicBezTo>
                    <a:cubicBezTo>
                      <a:pt x="1376383" y="618384"/>
                      <a:pt x="1350682" y="837279"/>
                      <a:pt x="1355712" y="973249"/>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862531203">
                      <a:custGeom>
                        <a:avLst/>
                        <a:gdLst/>
                        <a:ahLst/>
                        <a:cxnLst/>
                        <a:rect l="l" t="t" r="r" b="b"/>
                        <a:pathLst>
                          <a:path w="2499767" h="1681941">
                            <a:moveTo>
                              <a:pt x="2342903" y="1681942"/>
                            </a:moveTo>
                            <a:lnTo>
                              <a:pt x="156855" y="1681942"/>
                            </a:lnTo>
                            <a:lnTo>
                              <a:pt x="236" y="54465"/>
                            </a:lnTo>
                            <a:cubicBezTo>
                              <a:pt x="-2571" y="25285"/>
                              <a:pt x="20004" y="0"/>
                              <a:pt x="48877" y="0"/>
                            </a:cubicBezTo>
                            <a:lnTo>
                              <a:pt x="2450891" y="0"/>
                            </a:lnTo>
                            <a:cubicBezTo>
                              <a:pt x="2479759" y="0"/>
                              <a:pt x="2502339" y="25285"/>
                              <a:pt x="2499531" y="54470"/>
                            </a:cubicBezTo>
                            <a:lnTo>
                              <a:pt x="2342903" y="1681942"/>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123" name="Freeform 23">
                <a:extLst>
                  <a:ext uri="{FF2B5EF4-FFF2-40B4-BE49-F238E27FC236}">
                    <a16:creationId xmlns:a16="http://schemas.microsoft.com/office/drawing/2014/main" id="{449EBFD2-BDBD-A8B5-E394-3F94C32D29FF}"/>
                  </a:ext>
                </a:extLst>
              </p:cNvPr>
              <p:cNvSpPr/>
              <p:nvPr/>
            </p:nvSpPr>
            <p:spPr>
              <a:xfrm>
                <a:off x="4780587" y="3634062"/>
                <a:ext cx="2538994" cy="1681937"/>
              </a:xfrm>
              <a:custGeom>
                <a:avLst/>
                <a:gdLst>
                  <a:gd name="connsiteX0" fmla="*/ 1376988 w 1469180"/>
                  <a:gd name="connsiteY0" fmla="*/ 973247 h 973247"/>
                  <a:gd name="connsiteX1" fmla="*/ 734588 w 1469180"/>
                  <a:gd name="connsiteY1" fmla="*/ 973247 h 973247"/>
                  <a:gd name="connsiteX2" fmla="*/ 92187 w 1469180"/>
                  <a:gd name="connsiteY2" fmla="*/ 973247 h 973247"/>
                  <a:gd name="connsiteX3" fmla="*/ 46163 w 1469180"/>
                  <a:gd name="connsiteY3" fmla="*/ 502382 h 973247"/>
                  <a:gd name="connsiteX4" fmla="*/ 138 w 1469180"/>
                  <a:gd name="connsiteY4" fmla="*/ 31516 h 973247"/>
                  <a:gd name="connsiteX5" fmla="*/ 28726 w 1469180"/>
                  <a:gd name="connsiteY5" fmla="*/ 0 h 973247"/>
                  <a:gd name="connsiteX6" fmla="*/ 456950 w 1469180"/>
                  <a:gd name="connsiteY6" fmla="*/ 0 h 973247"/>
                  <a:gd name="connsiteX7" fmla="*/ 941643 w 1469180"/>
                  <a:gd name="connsiteY7" fmla="*/ 0 h 973247"/>
                  <a:gd name="connsiteX8" fmla="*/ 1440454 w 1469180"/>
                  <a:gd name="connsiteY8" fmla="*/ 0 h 973247"/>
                  <a:gd name="connsiteX9" fmla="*/ 1469041 w 1469180"/>
                  <a:gd name="connsiteY9" fmla="*/ 31516 h 973247"/>
                  <a:gd name="connsiteX10" fmla="*/ 1422094 w 1469180"/>
                  <a:gd name="connsiteY10" fmla="*/ 511799 h 973247"/>
                  <a:gd name="connsiteX11" fmla="*/ 1376988 w 1469180"/>
                  <a:gd name="connsiteY11" fmla="*/ 973247 h 973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9180" h="973247" fill="none" extrusionOk="0">
                    <a:moveTo>
                      <a:pt x="1376988" y="973247"/>
                    </a:moveTo>
                    <a:cubicBezTo>
                      <a:pt x="1145957" y="974878"/>
                      <a:pt x="1031500" y="973576"/>
                      <a:pt x="734588" y="973247"/>
                    </a:cubicBezTo>
                    <a:cubicBezTo>
                      <a:pt x="437676" y="972918"/>
                      <a:pt x="252394" y="986522"/>
                      <a:pt x="92187" y="973247"/>
                    </a:cubicBezTo>
                    <a:cubicBezTo>
                      <a:pt x="87078" y="809986"/>
                      <a:pt x="58848" y="728567"/>
                      <a:pt x="46163" y="502382"/>
                    </a:cubicBezTo>
                    <a:cubicBezTo>
                      <a:pt x="33478" y="276197"/>
                      <a:pt x="8890" y="256931"/>
                      <a:pt x="138" y="31516"/>
                    </a:cubicBezTo>
                    <a:cubicBezTo>
                      <a:pt x="-1787" y="10923"/>
                      <a:pt x="13201" y="840"/>
                      <a:pt x="28726" y="0"/>
                    </a:cubicBezTo>
                    <a:cubicBezTo>
                      <a:pt x="239802" y="15919"/>
                      <a:pt x="351001" y="-4176"/>
                      <a:pt x="456950" y="0"/>
                    </a:cubicBezTo>
                    <a:cubicBezTo>
                      <a:pt x="562899" y="4176"/>
                      <a:pt x="822945" y="6096"/>
                      <a:pt x="941643" y="0"/>
                    </a:cubicBezTo>
                    <a:cubicBezTo>
                      <a:pt x="1060341" y="-6096"/>
                      <a:pt x="1326743" y="3112"/>
                      <a:pt x="1440454" y="0"/>
                    </a:cubicBezTo>
                    <a:cubicBezTo>
                      <a:pt x="1455052" y="2581"/>
                      <a:pt x="1474740" y="15072"/>
                      <a:pt x="1469041" y="31516"/>
                    </a:cubicBezTo>
                    <a:cubicBezTo>
                      <a:pt x="1467602" y="153443"/>
                      <a:pt x="1426557" y="382920"/>
                      <a:pt x="1422094" y="511799"/>
                    </a:cubicBezTo>
                    <a:cubicBezTo>
                      <a:pt x="1417630" y="640678"/>
                      <a:pt x="1373804" y="866163"/>
                      <a:pt x="1376988" y="973247"/>
                    </a:cubicBezTo>
                    <a:close/>
                  </a:path>
                  <a:path w="1469180" h="973247" stroke="0" extrusionOk="0">
                    <a:moveTo>
                      <a:pt x="1376988" y="973247"/>
                    </a:moveTo>
                    <a:cubicBezTo>
                      <a:pt x="1097076" y="978768"/>
                      <a:pt x="945120" y="985207"/>
                      <a:pt x="773132" y="973247"/>
                    </a:cubicBezTo>
                    <a:cubicBezTo>
                      <a:pt x="601144" y="961287"/>
                      <a:pt x="322916" y="946485"/>
                      <a:pt x="92187" y="973247"/>
                    </a:cubicBezTo>
                    <a:cubicBezTo>
                      <a:pt x="85191" y="874853"/>
                      <a:pt x="76480" y="613281"/>
                      <a:pt x="44322" y="483547"/>
                    </a:cubicBezTo>
                    <a:cubicBezTo>
                      <a:pt x="12164" y="353813"/>
                      <a:pt x="25995" y="256407"/>
                      <a:pt x="138" y="31516"/>
                    </a:cubicBezTo>
                    <a:cubicBezTo>
                      <a:pt x="293" y="13724"/>
                      <a:pt x="8040" y="1729"/>
                      <a:pt x="28726" y="0"/>
                    </a:cubicBezTo>
                    <a:cubicBezTo>
                      <a:pt x="210250" y="2195"/>
                      <a:pt x="318789" y="852"/>
                      <a:pt x="499302" y="0"/>
                    </a:cubicBezTo>
                    <a:cubicBezTo>
                      <a:pt x="679815" y="-852"/>
                      <a:pt x="863028" y="-9947"/>
                      <a:pt x="983995" y="0"/>
                    </a:cubicBezTo>
                    <a:cubicBezTo>
                      <a:pt x="1104962" y="9947"/>
                      <a:pt x="1282462" y="182"/>
                      <a:pt x="1440454" y="0"/>
                    </a:cubicBezTo>
                    <a:cubicBezTo>
                      <a:pt x="1459903" y="-1289"/>
                      <a:pt x="1473077" y="16066"/>
                      <a:pt x="1469041" y="31516"/>
                    </a:cubicBezTo>
                    <a:cubicBezTo>
                      <a:pt x="1469897" y="213794"/>
                      <a:pt x="1443312" y="319292"/>
                      <a:pt x="1421173" y="521216"/>
                    </a:cubicBezTo>
                    <a:cubicBezTo>
                      <a:pt x="1399034" y="723141"/>
                      <a:pt x="1400682" y="819759"/>
                      <a:pt x="1376988" y="973247"/>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996474129">
                      <a:custGeom>
                        <a:avLst/>
                        <a:gdLst/>
                        <a:ahLst/>
                        <a:cxnLst/>
                        <a:rect l="l" t="t" r="r" b="b"/>
                        <a:pathLst>
                          <a:path w="2538994" h="1681937">
                            <a:moveTo>
                              <a:pt x="2379671" y="1681937"/>
                            </a:moveTo>
                            <a:lnTo>
                              <a:pt x="159316" y="1681937"/>
                            </a:lnTo>
                            <a:lnTo>
                              <a:pt x="240" y="54466"/>
                            </a:lnTo>
                            <a:cubicBezTo>
                              <a:pt x="-2614" y="25280"/>
                              <a:pt x="20322" y="0"/>
                              <a:pt x="49644" y="0"/>
                            </a:cubicBezTo>
                            <a:lnTo>
                              <a:pt x="2489352" y="0"/>
                            </a:lnTo>
                            <a:cubicBezTo>
                              <a:pt x="2518674" y="0"/>
                              <a:pt x="2541605" y="25280"/>
                              <a:pt x="2538755" y="54466"/>
                            </a:cubicBezTo>
                            <a:lnTo>
                              <a:pt x="2379671" y="1681937"/>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124" name="Freeform 24">
                <a:extLst>
                  <a:ext uri="{FF2B5EF4-FFF2-40B4-BE49-F238E27FC236}">
                    <a16:creationId xmlns:a16="http://schemas.microsoft.com/office/drawing/2014/main" id="{99367AD3-D347-8127-74B5-77A9085B9447}"/>
                  </a:ext>
                </a:extLst>
              </p:cNvPr>
              <p:cNvSpPr/>
              <p:nvPr/>
            </p:nvSpPr>
            <p:spPr>
              <a:xfrm>
                <a:off x="4939903" y="5316000"/>
                <a:ext cx="2219025" cy="98755"/>
              </a:xfrm>
              <a:custGeom>
                <a:avLst/>
                <a:gdLst>
                  <a:gd name="connsiteX0" fmla="*/ 0 w 1284031"/>
                  <a:gd name="connsiteY0" fmla="*/ 0 h 57144"/>
                  <a:gd name="connsiteX1" fmla="*/ 642016 w 1284031"/>
                  <a:gd name="connsiteY1" fmla="*/ 0 h 57144"/>
                  <a:gd name="connsiteX2" fmla="*/ 1284031 w 1284031"/>
                  <a:gd name="connsiteY2" fmla="*/ 0 h 57144"/>
                  <a:gd name="connsiteX3" fmla="*/ 1284031 w 1284031"/>
                  <a:gd name="connsiteY3" fmla="*/ 57144 h 57144"/>
                  <a:gd name="connsiteX4" fmla="*/ 616335 w 1284031"/>
                  <a:gd name="connsiteY4" fmla="*/ 57144 h 57144"/>
                  <a:gd name="connsiteX5" fmla="*/ 0 w 1284031"/>
                  <a:gd name="connsiteY5" fmla="*/ 57144 h 57144"/>
                  <a:gd name="connsiteX6" fmla="*/ 0 w 1284031"/>
                  <a:gd name="connsiteY6" fmla="*/ 0 h 57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4031" h="57144" fill="none" extrusionOk="0">
                    <a:moveTo>
                      <a:pt x="0" y="0"/>
                    </a:moveTo>
                    <a:cubicBezTo>
                      <a:pt x="187959" y="5240"/>
                      <a:pt x="493809" y="-22087"/>
                      <a:pt x="642016" y="0"/>
                    </a:cubicBezTo>
                    <a:cubicBezTo>
                      <a:pt x="790223" y="22087"/>
                      <a:pt x="1127678" y="13372"/>
                      <a:pt x="1284031" y="0"/>
                    </a:cubicBezTo>
                    <a:cubicBezTo>
                      <a:pt x="1283867" y="16062"/>
                      <a:pt x="1281951" y="32626"/>
                      <a:pt x="1284031" y="57144"/>
                    </a:cubicBezTo>
                    <a:cubicBezTo>
                      <a:pt x="963002" y="69409"/>
                      <a:pt x="899353" y="37490"/>
                      <a:pt x="616335" y="57144"/>
                    </a:cubicBezTo>
                    <a:cubicBezTo>
                      <a:pt x="333317" y="76798"/>
                      <a:pt x="157707" y="41163"/>
                      <a:pt x="0" y="57144"/>
                    </a:cubicBezTo>
                    <a:cubicBezTo>
                      <a:pt x="1624" y="34118"/>
                      <a:pt x="-331" y="16739"/>
                      <a:pt x="0" y="0"/>
                    </a:cubicBezTo>
                    <a:close/>
                  </a:path>
                  <a:path w="1284031" h="57144" stroke="0" extrusionOk="0">
                    <a:moveTo>
                      <a:pt x="0" y="0"/>
                    </a:moveTo>
                    <a:cubicBezTo>
                      <a:pt x="327303" y="-8395"/>
                      <a:pt x="374815" y="-22389"/>
                      <a:pt x="667696" y="0"/>
                    </a:cubicBezTo>
                    <a:cubicBezTo>
                      <a:pt x="960577" y="22389"/>
                      <a:pt x="1091247" y="-17911"/>
                      <a:pt x="1284031" y="0"/>
                    </a:cubicBezTo>
                    <a:cubicBezTo>
                      <a:pt x="1282415" y="28409"/>
                      <a:pt x="1282843" y="43921"/>
                      <a:pt x="1284031" y="57144"/>
                    </a:cubicBezTo>
                    <a:cubicBezTo>
                      <a:pt x="1096960" y="69285"/>
                      <a:pt x="981411" y="73553"/>
                      <a:pt x="680536" y="57144"/>
                    </a:cubicBezTo>
                    <a:cubicBezTo>
                      <a:pt x="379662" y="40735"/>
                      <a:pt x="329487" y="80254"/>
                      <a:pt x="0" y="57144"/>
                    </a:cubicBezTo>
                    <a:cubicBezTo>
                      <a:pt x="-1261" y="28636"/>
                      <a:pt x="-1518" y="19594"/>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653758907">
                      <a:custGeom>
                        <a:avLst/>
                        <a:gdLst/>
                        <a:ahLst/>
                        <a:cxnLst/>
                        <a:rect l="l" t="t" r="r" b="b"/>
                        <a:pathLst>
                          <a:path w="2219025" h="98755">
                            <a:moveTo>
                              <a:pt x="0" y="0"/>
                            </a:moveTo>
                            <a:lnTo>
                              <a:pt x="2219026" y="0"/>
                            </a:lnTo>
                            <a:lnTo>
                              <a:pt x="2219026" y="98755"/>
                            </a:lnTo>
                            <a:lnTo>
                              <a:pt x="0" y="98755"/>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125" name="Freeform 25">
                <a:extLst>
                  <a:ext uri="{FF2B5EF4-FFF2-40B4-BE49-F238E27FC236}">
                    <a16:creationId xmlns:a16="http://schemas.microsoft.com/office/drawing/2014/main" id="{BFB3C59D-DB30-610F-BA25-34DC2F451985}"/>
                  </a:ext>
                </a:extLst>
              </p:cNvPr>
              <p:cNvSpPr/>
              <p:nvPr/>
            </p:nvSpPr>
            <p:spPr>
              <a:xfrm>
                <a:off x="5896131" y="4321079"/>
                <a:ext cx="307906" cy="307903"/>
              </a:xfrm>
              <a:custGeom>
                <a:avLst/>
                <a:gdLst>
                  <a:gd name="connsiteX0" fmla="*/ 178169 w 178169"/>
                  <a:gd name="connsiteY0" fmla="*/ 89084 h 178167"/>
                  <a:gd name="connsiteX1" fmla="*/ 89084 w 178169"/>
                  <a:gd name="connsiteY1" fmla="*/ 178167 h 178167"/>
                  <a:gd name="connsiteX2" fmla="*/ 0 w 178169"/>
                  <a:gd name="connsiteY2" fmla="*/ 89084 h 178167"/>
                  <a:gd name="connsiteX3" fmla="*/ 89084 w 178169"/>
                  <a:gd name="connsiteY3" fmla="*/ 0 h 178167"/>
                  <a:gd name="connsiteX4" fmla="*/ 178169 w 178169"/>
                  <a:gd name="connsiteY4" fmla="*/ 89084 h 178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169" h="178167" fill="none" extrusionOk="0">
                    <a:moveTo>
                      <a:pt x="178169" y="89084"/>
                    </a:moveTo>
                    <a:cubicBezTo>
                      <a:pt x="178941" y="144457"/>
                      <a:pt x="133377" y="187640"/>
                      <a:pt x="89084" y="178167"/>
                    </a:cubicBezTo>
                    <a:cubicBezTo>
                      <a:pt x="37775" y="177212"/>
                      <a:pt x="-7050" y="144077"/>
                      <a:pt x="0" y="89084"/>
                    </a:cubicBezTo>
                    <a:cubicBezTo>
                      <a:pt x="-983" y="45196"/>
                      <a:pt x="42077" y="3833"/>
                      <a:pt x="89084" y="0"/>
                    </a:cubicBezTo>
                    <a:cubicBezTo>
                      <a:pt x="141603" y="7568"/>
                      <a:pt x="185857" y="39885"/>
                      <a:pt x="178169" y="89084"/>
                    </a:cubicBezTo>
                    <a:close/>
                  </a:path>
                  <a:path w="178169" h="178167" stroke="0" extrusionOk="0">
                    <a:moveTo>
                      <a:pt x="178169" y="89084"/>
                    </a:moveTo>
                    <a:cubicBezTo>
                      <a:pt x="177058" y="135950"/>
                      <a:pt x="146906" y="181538"/>
                      <a:pt x="89084" y="178167"/>
                    </a:cubicBezTo>
                    <a:cubicBezTo>
                      <a:pt x="40840" y="182315"/>
                      <a:pt x="-1945" y="141047"/>
                      <a:pt x="0" y="89084"/>
                    </a:cubicBezTo>
                    <a:cubicBezTo>
                      <a:pt x="-2915" y="38496"/>
                      <a:pt x="42421" y="7453"/>
                      <a:pt x="89084" y="0"/>
                    </a:cubicBezTo>
                    <a:cubicBezTo>
                      <a:pt x="140448" y="-808"/>
                      <a:pt x="176861" y="46142"/>
                      <a:pt x="178169" y="89084"/>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4236895822">
                      <a:custGeom>
                        <a:avLst/>
                        <a:gdLst/>
                        <a:ahLst/>
                        <a:cxnLst/>
                        <a:rect l="l" t="t" r="r" b="b"/>
                        <a:pathLst>
                          <a:path w="307906" h="307903">
                            <a:moveTo>
                              <a:pt x="307907" y="153953"/>
                            </a:moveTo>
                            <a:cubicBezTo>
                              <a:pt x="307907" y="238980"/>
                              <a:pt x="238980" y="307903"/>
                              <a:pt x="153953" y="307903"/>
                            </a:cubicBezTo>
                            <a:cubicBezTo>
                              <a:pt x="68927" y="307903"/>
                              <a:pt x="0" y="238976"/>
                              <a:pt x="0" y="153953"/>
                            </a:cubicBezTo>
                            <a:cubicBezTo>
                              <a:pt x="0" y="68927"/>
                              <a:pt x="68927" y="0"/>
                              <a:pt x="153953" y="0"/>
                            </a:cubicBezTo>
                            <a:cubicBezTo>
                              <a:pt x="238980" y="0"/>
                              <a:pt x="307907" y="68927"/>
                              <a:pt x="307907" y="153953"/>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40000" lnSpcReduction="20000"/>
              </a:bodyPr>
              <a:lstStyle/>
              <a:p>
                <a:pPr marL="0" algn="l"/>
                <a:endParaRPr/>
              </a:p>
            </p:txBody>
          </p:sp>
        </p:grpSp>
        <p:grpSp>
          <p:nvGrpSpPr>
            <p:cNvPr id="8" name="Group 26">
              <a:extLst>
                <a:ext uri="{FF2B5EF4-FFF2-40B4-BE49-F238E27FC236}">
                  <a16:creationId xmlns:a16="http://schemas.microsoft.com/office/drawing/2014/main" id="{5429AE5B-6269-3EEC-1E42-931F5E05C517}"/>
                </a:ext>
              </a:extLst>
            </p:cNvPr>
            <p:cNvGrpSpPr/>
            <p:nvPr/>
          </p:nvGrpSpPr>
          <p:grpSpPr>
            <a:xfrm>
              <a:off x="1275308" y="1015025"/>
              <a:ext cx="1129612" cy="1777304"/>
              <a:chOff x="1751062" y="1357917"/>
              <a:chExt cx="2573746" cy="4049469"/>
            </a:xfrm>
            <a:grpFill/>
          </p:grpSpPr>
          <p:sp>
            <p:nvSpPr>
              <p:cNvPr id="101" name="Freeform 27">
                <a:extLst>
                  <a:ext uri="{FF2B5EF4-FFF2-40B4-BE49-F238E27FC236}">
                    <a16:creationId xmlns:a16="http://schemas.microsoft.com/office/drawing/2014/main" id="{C95E1A5A-310C-11B9-75C7-D47F1D32E023}"/>
                  </a:ext>
                </a:extLst>
              </p:cNvPr>
              <p:cNvSpPr/>
              <p:nvPr/>
            </p:nvSpPr>
            <p:spPr>
              <a:xfrm rot="-803821">
                <a:off x="2043421" y="3084254"/>
                <a:ext cx="58739" cy="2243099"/>
              </a:xfrm>
              <a:custGeom>
                <a:avLst/>
                <a:gdLst>
                  <a:gd name="connsiteX0" fmla="*/ 0 w 33989"/>
                  <a:gd name="connsiteY0" fmla="*/ 0 h 1297962"/>
                  <a:gd name="connsiteX1" fmla="*/ 33989 w 33989"/>
                  <a:gd name="connsiteY1" fmla="*/ 0 h 1297962"/>
                  <a:gd name="connsiteX2" fmla="*/ 33989 w 33989"/>
                  <a:gd name="connsiteY2" fmla="*/ 674940 h 1297962"/>
                  <a:gd name="connsiteX3" fmla="*/ 33989 w 33989"/>
                  <a:gd name="connsiteY3" fmla="*/ 1297962 h 1297962"/>
                  <a:gd name="connsiteX4" fmla="*/ 0 w 33989"/>
                  <a:gd name="connsiteY4" fmla="*/ 1297962 h 1297962"/>
                  <a:gd name="connsiteX5" fmla="*/ 0 w 33989"/>
                  <a:gd name="connsiteY5" fmla="*/ 648981 h 1297962"/>
                  <a:gd name="connsiteX6" fmla="*/ 0 w 33989"/>
                  <a:gd name="connsiteY6" fmla="*/ 0 h 1297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89" h="1297962" fill="none" extrusionOk="0">
                    <a:moveTo>
                      <a:pt x="0" y="0"/>
                    </a:moveTo>
                    <a:cubicBezTo>
                      <a:pt x="15300" y="-304"/>
                      <a:pt x="20666" y="-470"/>
                      <a:pt x="33989" y="0"/>
                    </a:cubicBezTo>
                    <a:cubicBezTo>
                      <a:pt x="66504" y="145206"/>
                      <a:pt x="19552" y="366828"/>
                      <a:pt x="33989" y="674940"/>
                    </a:cubicBezTo>
                    <a:cubicBezTo>
                      <a:pt x="48426" y="983052"/>
                      <a:pt x="39021" y="1168525"/>
                      <a:pt x="33989" y="1297962"/>
                    </a:cubicBezTo>
                    <a:cubicBezTo>
                      <a:pt x="26480" y="1298833"/>
                      <a:pt x="6831" y="1299527"/>
                      <a:pt x="0" y="1297962"/>
                    </a:cubicBezTo>
                    <a:cubicBezTo>
                      <a:pt x="-21212" y="1088440"/>
                      <a:pt x="7531" y="956631"/>
                      <a:pt x="0" y="648981"/>
                    </a:cubicBezTo>
                    <a:cubicBezTo>
                      <a:pt x="-7531" y="341331"/>
                      <a:pt x="-20660" y="313575"/>
                      <a:pt x="0" y="0"/>
                    </a:cubicBezTo>
                    <a:close/>
                  </a:path>
                  <a:path w="33989" h="1297962" stroke="0" extrusionOk="0">
                    <a:moveTo>
                      <a:pt x="0" y="0"/>
                    </a:moveTo>
                    <a:cubicBezTo>
                      <a:pt x="15727" y="181"/>
                      <a:pt x="18040" y="812"/>
                      <a:pt x="33989" y="0"/>
                    </a:cubicBezTo>
                    <a:cubicBezTo>
                      <a:pt x="57802" y="268314"/>
                      <a:pt x="57706" y="357065"/>
                      <a:pt x="33989" y="648981"/>
                    </a:cubicBezTo>
                    <a:cubicBezTo>
                      <a:pt x="10272" y="940897"/>
                      <a:pt x="2202" y="1047587"/>
                      <a:pt x="33989" y="1297962"/>
                    </a:cubicBezTo>
                    <a:cubicBezTo>
                      <a:pt x="18443" y="1299567"/>
                      <a:pt x="7152" y="1298241"/>
                      <a:pt x="0" y="1297962"/>
                    </a:cubicBezTo>
                    <a:cubicBezTo>
                      <a:pt x="18460" y="1126585"/>
                      <a:pt x="-16586" y="928970"/>
                      <a:pt x="0" y="623022"/>
                    </a:cubicBezTo>
                    <a:cubicBezTo>
                      <a:pt x="16586" y="317074"/>
                      <a:pt x="27475" y="243502"/>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994774741">
                      <a:custGeom>
                        <a:avLst/>
                        <a:gdLst/>
                        <a:ahLst/>
                        <a:cxnLst/>
                        <a:rect l="l" t="t" r="r" b="b"/>
                        <a:pathLst>
                          <a:path w="58739" h="2243099">
                            <a:moveTo>
                              <a:pt x="0" y="0"/>
                            </a:moveTo>
                            <a:lnTo>
                              <a:pt x="58740" y="0"/>
                            </a:lnTo>
                            <a:lnTo>
                              <a:pt x="58740" y="2243100"/>
                            </a:lnTo>
                            <a:lnTo>
                              <a:pt x="0" y="224310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102" name="Freeform 28">
                <a:extLst>
                  <a:ext uri="{FF2B5EF4-FFF2-40B4-BE49-F238E27FC236}">
                    <a16:creationId xmlns:a16="http://schemas.microsoft.com/office/drawing/2014/main" id="{99403618-D086-9978-2C89-0B80DDAA952C}"/>
                  </a:ext>
                </a:extLst>
              </p:cNvPr>
              <p:cNvSpPr/>
              <p:nvPr/>
            </p:nvSpPr>
            <p:spPr>
              <a:xfrm rot="-803821">
                <a:off x="2165936" y="3059506"/>
                <a:ext cx="58739" cy="2300784"/>
              </a:xfrm>
              <a:custGeom>
                <a:avLst/>
                <a:gdLst>
                  <a:gd name="connsiteX0" fmla="*/ 0 w 33989"/>
                  <a:gd name="connsiteY0" fmla="*/ 0 h 1331342"/>
                  <a:gd name="connsiteX1" fmla="*/ 33989 w 33989"/>
                  <a:gd name="connsiteY1" fmla="*/ 0 h 1331342"/>
                  <a:gd name="connsiteX2" fmla="*/ 33989 w 33989"/>
                  <a:gd name="connsiteY2" fmla="*/ 678984 h 1331342"/>
                  <a:gd name="connsiteX3" fmla="*/ 33989 w 33989"/>
                  <a:gd name="connsiteY3" fmla="*/ 1331342 h 1331342"/>
                  <a:gd name="connsiteX4" fmla="*/ 0 w 33989"/>
                  <a:gd name="connsiteY4" fmla="*/ 1331342 h 1331342"/>
                  <a:gd name="connsiteX5" fmla="*/ 0 w 33989"/>
                  <a:gd name="connsiteY5" fmla="*/ 692298 h 1331342"/>
                  <a:gd name="connsiteX6" fmla="*/ 0 w 33989"/>
                  <a:gd name="connsiteY6" fmla="*/ 0 h 13313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89" h="1331342" fill="none" extrusionOk="0">
                    <a:moveTo>
                      <a:pt x="0" y="0"/>
                    </a:moveTo>
                    <a:cubicBezTo>
                      <a:pt x="7592" y="548"/>
                      <a:pt x="19573" y="404"/>
                      <a:pt x="33989" y="0"/>
                    </a:cubicBezTo>
                    <a:cubicBezTo>
                      <a:pt x="61721" y="172259"/>
                      <a:pt x="54452" y="436125"/>
                      <a:pt x="33989" y="678984"/>
                    </a:cubicBezTo>
                    <a:cubicBezTo>
                      <a:pt x="13526" y="921843"/>
                      <a:pt x="52441" y="1053035"/>
                      <a:pt x="33989" y="1331342"/>
                    </a:cubicBezTo>
                    <a:cubicBezTo>
                      <a:pt x="18712" y="1330544"/>
                      <a:pt x="9385" y="1332351"/>
                      <a:pt x="0" y="1331342"/>
                    </a:cubicBezTo>
                    <a:cubicBezTo>
                      <a:pt x="-27274" y="1063586"/>
                      <a:pt x="7166" y="914904"/>
                      <a:pt x="0" y="692298"/>
                    </a:cubicBezTo>
                    <a:cubicBezTo>
                      <a:pt x="-7166" y="469692"/>
                      <a:pt x="-30362" y="150313"/>
                      <a:pt x="0" y="0"/>
                    </a:cubicBezTo>
                    <a:close/>
                  </a:path>
                  <a:path w="33989" h="1331342" stroke="0" extrusionOk="0">
                    <a:moveTo>
                      <a:pt x="0" y="0"/>
                    </a:moveTo>
                    <a:cubicBezTo>
                      <a:pt x="10255" y="42"/>
                      <a:pt x="22802" y="196"/>
                      <a:pt x="33989" y="0"/>
                    </a:cubicBezTo>
                    <a:cubicBezTo>
                      <a:pt x="19179" y="128233"/>
                      <a:pt x="31504" y="463981"/>
                      <a:pt x="33989" y="639044"/>
                    </a:cubicBezTo>
                    <a:cubicBezTo>
                      <a:pt x="36474" y="814107"/>
                      <a:pt x="13407" y="1035983"/>
                      <a:pt x="33989" y="1331342"/>
                    </a:cubicBezTo>
                    <a:cubicBezTo>
                      <a:pt x="21995" y="1332792"/>
                      <a:pt x="14421" y="1330747"/>
                      <a:pt x="0" y="1331342"/>
                    </a:cubicBezTo>
                    <a:cubicBezTo>
                      <a:pt x="9969" y="1088746"/>
                      <a:pt x="23975" y="791246"/>
                      <a:pt x="0" y="652358"/>
                    </a:cubicBezTo>
                    <a:cubicBezTo>
                      <a:pt x="-23975" y="513470"/>
                      <a:pt x="-11237" y="166593"/>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790486099">
                      <a:custGeom>
                        <a:avLst/>
                        <a:gdLst/>
                        <a:ahLst/>
                        <a:cxnLst/>
                        <a:rect l="l" t="t" r="r" b="b"/>
                        <a:pathLst>
                          <a:path w="58739" h="2300784">
                            <a:moveTo>
                              <a:pt x="0" y="0"/>
                            </a:moveTo>
                            <a:lnTo>
                              <a:pt x="58739" y="0"/>
                            </a:lnTo>
                            <a:lnTo>
                              <a:pt x="58739" y="2300785"/>
                            </a:lnTo>
                            <a:lnTo>
                              <a:pt x="0" y="2300785"/>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103" name="Freeform 29">
                <a:extLst>
                  <a:ext uri="{FF2B5EF4-FFF2-40B4-BE49-F238E27FC236}">
                    <a16:creationId xmlns:a16="http://schemas.microsoft.com/office/drawing/2014/main" id="{33F74B70-A648-1731-8F60-167923BD89E6}"/>
                  </a:ext>
                </a:extLst>
              </p:cNvPr>
              <p:cNvSpPr/>
              <p:nvPr/>
            </p:nvSpPr>
            <p:spPr>
              <a:xfrm rot="2871441">
                <a:off x="2495592" y="1638718"/>
                <a:ext cx="58740" cy="1570608"/>
              </a:xfrm>
              <a:custGeom>
                <a:avLst/>
                <a:gdLst>
                  <a:gd name="connsiteX0" fmla="*/ 0 w 33990"/>
                  <a:gd name="connsiteY0" fmla="*/ 0 h 908827"/>
                  <a:gd name="connsiteX1" fmla="*/ 33990 w 33990"/>
                  <a:gd name="connsiteY1" fmla="*/ 0 h 908827"/>
                  <a:gd name="connsiteX2" fmla="*/ 33990 w 33990"/>
                  <a:gd name="connsiteY2" fmla="*/ 454414 h 908827"/>
                  <a:gd name="connsiteX3" fmla="*/ 33990 w 33990"/>
                  <a:gd name="connsiteY3" fmla="*/ 908827 h 908827"/>
                  <a:gd name="connsiteX4" fmla="*/ 0 w 33990"/>
                  <a:gd name="connsiteY4" fmla="*/ 908827 h 908827"/>
                  <a:gd name="connsiteX5" fmla="*/ 0 w 33990"/>
                  <a:gd name="connsiteY5" fmla="*/ 436237 h 908827"/>
                  <a:gd name="connsiteX6" fmla="*/ 0 w 33990"/>
                  <a:gd name="connsiteY6" fmla="*/ 0 h 90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90" h="908827" fill="none" extrusionOk="0">
                    <a:moveTo>
                      <a:pt x="0" y="0"/>
                    </a:moveTo>
                    <a:cubicBezTo>
                      <a:pt x="8945" y="-626"/>
                      <a:pt x="27169" y="1186"/>
                      <a:pt x="33990" y="0"/>
                    </a:cubicBezTo>
                    <a:cubicBezTo>
                      <a:pt x="28603" y="196124"/>
                      <a:pt x="47421" y="248002"/>
                      <a:pt x="33990" y="454414"/>
                    </a:cubicBezTo>
                    <a:cubicBezTo>
                      <a:pt x="20559" y="660826"/>
                      <a:pt x="37951" y="713971"/>
                      <a:pt x="33990" y="908827"/>
                    </a:cubicBezTo>
                    <a:cubicBezTo>
                      <a:pt x="22811" y="907429"/>
                      <a:pt x="8274" y="907335"/>
                      <a:pt x="0" y="908827"/>
                    </a:cubicBezTo>
                    <a:cubicBezTo>
                      <a:pt x="99" y="801166"/>
                      <a:pt x="-2121" y="618028"/>
                      <a:pt x="0" y="436237"/>
                    </a:cubicBezTo>
                    <a:cubicBezTo>
                      <a:pt x="2121" y="254446"/>
                      <a:pt x="-5762" y="185939"/>
                      <a:pt x="0" y="0"/>
                    </a:cubicBezTo>
                    <a:close/>
                  </a:path>
                  <a:path w="33990" h="908827" stroke="0" extrusionOk="0">
                    <a:moveTo>
                      <a:pt x="0" y="0"/>
                    </a:moveTo>
                    <a:cubicBezTo>
                      <a:pt x="14546" y="-465"/>
                      <a:pt x="22179" y="-569"/>
                      <a:pt x="33990" y="0"/>
                    </a:cubicBezTo>
                    <a:cubicBezTo>
                      <a:pt x="15104" y="111923"/>
                      <a:pt x="29051" y="333076"/>
                      <a:pt x="33990" y="454414"/>
                    </a:cubicBezTo>
                    <a:cubicBezTo>
                      <a:pt x="38929" y="575752"/>
                      <a:pt x="43991" y="755521"/>
                      <a:pt x="33990" y="908827"/>
                    </a:cubicBezTo>
                    <a:cubicBezTo>
                      <a:pt x="19312" y="910362"/>
                      <a:pt x="12461" y="908032"/>
                      <a:pt x="0" y="908827"/>
                    </a:cubicBezTo>
                    <a:cubicBezTo>
                      <a:pt x="15299" y="724944"/>
                      <a:pt x="-6975" y="656902"/>
                      <a:pt x="0" y="472590"/>
                    </a:cubicBezTo>
                    <a:cubicBezTo>
                      <a:pt x="6975" y="288278"/>
                      <a:pt x="-11064" y="177409"/>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275867653">
                      <a:custGeom>
                        <a:avLst/>
                        <a:gdLst/>
                        <a:ahLst/>
                        <a:cxnLst/>
                        <a:rect l="l" t="t" r="r" b="b"/>
                        <a:pathLst>
                          <a:path w="58740" h="1570608">
                            <a:moveTo>
                              <a:pt x="0" y="0"/>
                            </a:moveTo>
                            <a:lnTo>
                              <a:pt x="58741" y="0"/>
                            </a:lnTo>
                            <a:lnTo>
                              <a:pt x="58741" y="1570609"/>
                            </a:lnTo>
                            <a:lnTo>
                              <a:pt x="0" y="1570609"/>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104" name="Freeform 30">
                <a:extLst>
                  <a:ext uri="{FF2B5EF4-FFF2-40B4-BE49-F238E27FC236}">
                    <a16:creationId xmlns:a16="http://schemas.microsoft.com/office/drawing/2014/main" id="{FD936511-647B-C33C-3821-B21AD3491AB8}"/>
                  </a:ext>
                </a:extLst>
              </p:cNvPr>
              <p:cNvSpPr/>
              <p:nvPr/>
            </p:nvSpPr>
            <p:spPr>
              <a:xfrm rot="2871441">
                <a:off x="2529489" y="1767456"/>
                <a:ext cx="58740" cy="1570608"/>
              </a:xfrm>
              <a:custGeom>
                <a:avLst/>
                <a:gdLst>
                  <a:gd name="connsiteX0" fmla="*/ 0 w 33990"/>
                  <a:gd name="connsiteY0" fmla="*/ 0 h 908827"/>
                  <a:gd name="connsiteX1" fmla="*/ 33990 w 33990"/>
                  <a:gd name="connsiteY1" fmla="*/ 0 h 908827"/>
                  <a:gd name="connsiteX2" fmla="*/ 33990 w 33990"/>
                  <a:gd name="connsiteY2" fmla="*/ 472590 h 908827"/>
                  <a:gd name="connsiteX3" fmla="*/ 33990 w 33990"/>
                  <a:gd name="connsiteY3" fmla="*/ 908827 h 908827"/>
                  <a:gd name="connsiteX4" fmla="*/ 0 w 33990"/>
                  <a:gd name="connsiteY4" fmla="*/ 908827 h 908827"/>
                  <a:gd name="connsiteX5" fmla="*/ 0 w 33990"/>
                  <a:gd name="connsiteY5" fmla="*/ 463502 h 908827"/>
                  <a:gd name="connsiteX6" fmla="*/ 0 w 33990"/>
                  <a:gd name="connsiteY6" fmla="*/ 0 h 9088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990" h="908827" fill="none" extrusionOk="0">
                    <a:moveTo>
                      <a:pt x="0" y="0"/>
                    </a:moveTo>
                    <a:cubicBezTo>
                      <a:pt x="9843" y="41"/>
                      <a:pt x="18645" y="-801"/>
                      <a:pt x="33990" y="0"/>
                    </a:cubicBezTo>
                    <a:cubicBezTo>
                      <a:pt x="27702" y="225676"/>
                      <a:pt x="37504" y="360765"/>
                      <a:pt x="33990" y="472590"/>
                    </a:cubicBezTo>
                    <a:cubicBezTo>
                      <a:pt x="30477" y="584415"/>
                      <a:pt x="37702" y="728427"/>
                      <a:pt x="33990" y="908827"/>
                    </a:cubicBezTo>
                    <a:cubicBezTo>
                      <a:pt x="21625" y="907431"/>
                      <a:pt x="8586" y="909227"/>
                      <a:pt x="0" y="908827"/>
                    </a:cubicBezTo>
                    <a:cubicBezTo>
                      <a:pt x="21894" y="747531"/>
                      <a:pt x="-19066" y="682528"/>
                      <a:pt x="0" y="463502"/>
                    </a:cubicBezTo>
                    <a:cubicBezTo>
                      <a:pt x="19066" y="244477"/>
                      <a:pt x="21755" y="121353"/>
                      <a:pt x="0" y="0"/>
                    </a:cubicBezTo>
                    <a:close/>
                  </a:path>
                  <a:path w="33990" h="908827" stroke="0" extrusionOk="0">
                    <a:moveTo>
                      <a:pt x="0" y="0"/>
                    </a:moveTo>
                    <a:cubicBezTo>
                      <a:pt x="13315" y="31"/>
                      <a:pt x="20576" y="624"/>
                      <a:pt x="33990" y="0"/>
                    </a:cubicBezTo>
                    <a:cubicBezTo>
                      <a:pt x="44147" y="163170"/>
                      <a:pt x="29769" y="303180"/>
                      <a:pt x="33990" y="463502"/>
                    </a:cubicBezTo>
                    <a:cubicBezTo>
                      <a:pt x="38211" y="623824"/>
                      <a:pt x="48967" y="801594"/>
                      <a:pt x="33990" y="908827"/>
                    </a:cubicBezTo>
                    <a:cubicBezTo>
                      <a:pt x="18598" y="909581"/>
                      <a:pt x="13450" y="909670"/>
                      <a:pt x="0" y="908827"/>
                    </a:cubicBezTo>
                    <a:cubicBezTo>
                      <a:pt x="9823" y="724684"/>
                      <a:pt x="-20030" y="624230"/>
                      <a:pt x="0" y="463502"/>
                    </a:cubicBezTo>
                    <a:cubicBezTo>
                      <a:pt x="20030" y="302774"/>
                      <a:pt x="10237" y="151702"/>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759698033">
                      <a:custGeom>
                        <a:avLst/>
                        <a:gdLst/>
                        <a:ahLst/>
                        <a:cxnLst/>
                        <a:rect l="l" t="t" r="r" b="b"/>
                        <a:pathLst>
                          <a:path w="58740" h="1570608">
                            <a:moveTo>
                              <a:pt x="0" y="0"/>
                            </a:moveTo>
                            <a:lnTo>
                              <a:pt x="58741" y="0"/>
                            </a:lnTo>
                            <a:lnTo>
                              <a:pt x="58741" y="1570609"/>
                            </a:lnTo>
                            <a:lnTo>
                              <a:pt x="0" y="1570609"/>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105" name="Freeform 31">
                <a:extLst>
                  <a:ext uri="{FF2B5EF4-FFF2-40B4-BE49-F238E27FC236}">
                    <a16:creationId xmlns:a16="http://schemas.microsoft.com/office/drawing/2014/main" id="{7D88459D-DB7A-EFAE-3ED2-2F08F73F0AD0}"/>
                  </a:ext>
                </a:extLst>
              </p:cNvPr>
              <p:cNvSpPr/>
              <p:nvPr/>
            </p:nvSpPr>
            <p:spPr>
              <a:xfrm>
                <a:off x="2222124" y="5315820"/>
                <a:ext cx="1181834" cy="91567"/>
              </a:xfrm>
              <a:custGeom>
                <a:avLst/>
                <a:gdLst>
                  <a:gd name="connsiteX0" fmla="*/ 0 w 683865"/>
                  <a:gd name="connsiteY0" fmla="*/ 0 h 52985"/>
                  <a:gd name="connsiteX1" fmla="*/ 683865 w 683865"/>
                  <a:gd name="connsiteY1" fmla="*/ 0 h 52985"/>
                  <a:gd name="connsiteX2" fmla="*/ 683865 w 683865"/>
                  <a:gd name="connsiteY2" fmla="*/ 52985 h 52985"/>
                  <a:gd name="connsiteX3" fmla="*/ 0 w 683865"/>
                  <a:gd name="connsiteY3" fmla="*/ 52985 h 52985"/>
                  <a:gd name="connsiteX4" fmla="*/ 0 w 683865"/>
                  <a:gd name="connsiteY4" fmla="*/ 0 h 529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3865" h="52985" fill="none" extrusionOk="0">
                    <a:moveTo>
                      <a:pt x="0" y="0"/>
                    </a:moveTo>
                    <a:cubicBezTo>
                      <a:pt x="264425" y="-14835"/>
                      <a:pt x="432548" y="18512"/>
                      <a:pt x="683865" y="0"/>
                    </a:cubicBezTo>
                    <a:cubicBezTo>
                      <a:pt x="682250" y="20471"/>
                      <a:pt x="683244" y="34483"/>
                      <a:pt x="683865" y="52985"/>
                    </a:cubicBezTo>
                    <a:cubicBezTo>
                      <a:pt x="467051" y="81891"/>
                      <a:pt x="137025" y="75707"/>
                      <a:pt x="0" y="52985"/>
                    </a:cubicBezTo>
                    <a:cubicBezTo>
                      <a:pt x="-2445" y="33391"/>
                      <a:pt x="486" y="11652"/>
                      <a:pt x="0" y="0"/>
                    </a:cubicBezTo>
                    <a:close/>
                  </a:path>
                  <a:path w="683865" h="52985" stroke="0" extrusionOk="0">
                    <a:moveTo>
                      <a:pt x="0" y="0"/>
                    </a:moveTo>
                    <a:cubicBezTo>
                      <a:pt x="252821" y="-10942"/>
                      <a:pt x="513690" y="24317"/>
                      <a:pt x="683865" y="0"/>
                    </a:cubicBezTo>
                    <a:cubicBezTo>
                      <a:pt x="683646" y="24343"/>
                      <a:pt x="686487" y="42143"/>
                      <a:pt x="683865" y="52985"/>
                    </a:cubicBezTo>
                    <a:cubicBezTo>
                      <a:pt x="497118" y="71996"/>
                      <a:pt x="165410" y="26099"/>
                      <a:pt x="0" y="52985"/>
                    </a:cubicBezTo>
                    <a:cubicBezTo>
                      <a:pt x="-1303" y="41393"/>
                      <a:pt x="947" y="19502"/>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898392632">
                      <a:custGeom>
                        <a:avLst/>
                        <a:gdLst/>
                        <a:ahLst/>
                        <a:cxnLst/>
                        <a:rect l="l" t="t" r="r" b="b"/>
                        <a:pathLst>
                          <a:path w="1181834" h="91567">
                            <a:moveTo>
                              <a:pt x="0" y="0"/>
                            </a:moveTo>
                            <a:lnTo>
                              <a:pt x="1181835" y="0"/>
                            </a:lnTo>
                            <a:lnTo>
                              <a:pt x="1181835" y="91567"/>
                            </a:lnTo>
                            <a:lnTo>
                              <a:pt x="0" y="91567"/>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106" name="Freeform 32">
                <a:extLst>
                  <a:ext uri="{FF2B5EF4-FFF2-40B4-BE49-F238E27FC236}">
                    <a16:creationId xmlns:a16="http://schemas.microsoft.com/office/drawing/2014/main" id="{E865F926-7191-7CB1-C27A-6BB79621238C}"/>
                  </a:ext>
                </a:extLst>
              </p:cNvPr>
              <p:cNvSpPr/>
              <p:nvPr/>
            </p:nvSpPr>
            <p:spPr>
              <a:xfrm>
                <a:off x="2222125" y="5132686"/>
                <a:ext cx="1181834" cy="183134"/>
              </a:xfrm>
              <a:custGeom>
                <a:avLst/>
                <a:gdLst>
                  <a:gd name="connsiteX0" fmla="*/ 586300 w 683865"/>
                  <a:gd name="connsiteY0" fmla="*/ 0 h 105970"/>
                  <a:gd name="connsiteX1" fmla="*/ 97564 w 683865"/>
                  <a:gd name="connsiteY1" fmla="*/ 0 h 105970"/>
                  <a:gd name="connsiteX2" fmla="*/ 0 w 683865"/>
                  <a:gd name="connsiteY2" fmla="*/ 97564 h 105970"/>
                  <a:gd name="connsiteX3" fmla="*/ 0 w 683865"/>
                  <a:gd name="connsiteY3" fmla="*/ 105970 h 105970"/>
                  <a:gd name="connsiteX4" fmla="*/ 683865 w 683865"/>
                  <a:gd name="connsiteY4" fmla="*/ 105970 h 105970"/>
                  <a:gd name="connsiteX5" fmla="*/ 683865 w 683865"/>
                  <a:gd name="connsiteY5" fmla="*/ 97564 h 105970"/>
                  <a:gd name="connsiteX6" fmla="*/ 586300 w 683865"/>
                  <a:gd name="connsiteY6" fmla="*/ 0 h 105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3865" h="105970" fill="none" extrusionOk="0">
                    <a:moveTo>
                      <a:pt x="586300" y="0"/>
                    </a:moveTo>
                    <a:cubicBezTo>
                      <a:pt x="342868" y="19318"/>
                      <a:pt x="253119" y="-4111"/>
                      <a:pt x="97564" y="0"/>
                    </a:cubicBezTo>
                    <a:cubicBezTo>
                      <a:pt x="47138" y="11785"/>
                      <a:pt x="-1529" y="49333"/>
                      <a:pt x="0" y="97564"/>
                    </a:cubicBezTo>
                    <a:cubicBezTo>
                      <a:pt x="300" y="101595"/>
                      <a:pt x="211" y="104217"/>
                      <a:pt x="0" y="105970"/>
                    </a:cubicBezTo>
                    <a:cubicBezTo>
                      <a:pt x="270360" y="115504"/>
                      <a:pt x="393864" y="139394"/>
                      <a:pt x="683865" y="105970"/>
                    </a:cubicBezTo>
                    <a:cubicBezTo>
                      <a:pt x="683894" y="102503"/>
                      <a:pt x="684282" y="99848"/>
                      <a:pt x="683865" y="97564"/>
                    </a:cubicBezTo>
                    <a:cubicBezTo>
                      <a:pt x="686869" y="46005"/>
                      <a:pt x="643366" y="-961"/>
                      <a:pt x="586300" y="0"/>
                    </a:cubicBezTo>
                    <a:close/>
                  </a:path>
                  <a:path w="683865" h="105970" stroke="0" extrusionOk="0">
                    <a:moveTo>
                      <a:pt x="586300" y="0"/>
                    </a:moveTo>
                    <a:cubicBezTo>
                      <a:pt x="378170" y="-2902"/>
                      <a:pt x="251062" y="-1586"/>
                      <a:pt x="97564" y="0"/>
                    </a:cubicBezTo>
                    <a:cubicBezTo>
                      <a:pt x="45859" y="-4002"/>
                      <a:pt x="-2694" y="45455"/>
                      <a:pt x="0" y="97564"/>
                    </a:cubicBezTo>
                    <a:cubicBezTo>
                      <a:pt x="-417" y="100530"/>
                      <a:pt x="49" y="103246"/>
                      <a:pt x="0" y="105970"/>
                    </a:cubicBezTo>
                    <a:cubicBezTo>
                      <a:pt x="215481" y="88649"/>
                      <a:pt x="481830" y="132371"/>
                      <a:pt x="683865" y="105970"/>
                    </a:cubicBezTo>
                    <a:cubicBezTo>
                      <a:pt x="683948" y="103862"/>
                      <a:pt x="684178" y="101603"/>
                      <a:pt x="683865" y="97564"/>
                    </a:cubicBezTo>
                    <a:cubicBezTo>
                      <a:pt x="681380" y="43284"/>
                      <a:pt x="646871" y="11282"/>
                      <a:pt x="58630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824068113">
                      <a:custGeom>
                        <a:avLst/>
                        <a:gdLst/>
                        <a:ahLst/>
                        <a:cxnLst/>
                        <a:rect l="l" t="t" r="r" b="b"/>
                        <a:pathLst>
                          <a:path w="1181834" h="183134">
                            <a:moveTo>
                              <a:pt x="1013226" y="0"/>
                            </a:moveTo>
                            <a:lnTo>
                              <a:pt x="168608" y="0"/>
                            </a:lnTo>
                            <a:cubicBezTo>
                              <a:pt x="75489" y="0"/>
                              <a:pt x="0" y="75489"/>
                              <a:pt x="0" y="168608"/>
                            </a:cubicBezTo>
                            <a:lnTo>
                              <a:pt x="0" y="183134"/>
                            </a:lnTo>
                            <a:lnTo>
                              <a:pt x="1181835" y="183134"/>
                            </a:lnTo>
                            <a:lnTo>
                              <a:pt x="1181835" y="168608"/>
                            </a:lnTo>
                            <a:cubicBezTo>
                              <a:pt x="1181835" y="75489"/>
                              <a:pt x="1106345" y="0"/>
                              <a:pt x="1013226" y="0"/>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107" name="Freeform 33">
                <a:extLst>
                  <a:ext uri="{FF2B5EF4-FFF2-40B4-BE49-F238E27FC236}">
                    <a16:creationId xmlns:a16="http://schemas.microsoft.com/office/drawing/2014/main" id="{5104E5A7-03D7-A8B5-C78C-60AC182B2EB6}"/>
                  </a:ext>
                </a:extLst>
              </p:cNvPr>
              <p:cNvSpPr/>
              <p:nvPr/>
            </p:nvSpPr>
            <p:spPr>
              <a:xfrm rot="3599956">
                <a:off x="3281713" y="1723738"/>
                <a:ext cx="58737" cy="404073"/>
              </a:xfrm>
              <a:custGeom>
                <a:avLst/>
                <a:gdLst>
                  <a:gd name="connsiteX0" fmla="*/ 0 w 33988"/>
                  <a:gd name="connsiteY0" fmla="*/ 0 h 233816"/>
                  <a:gd name="connsiteX1" fmla="*/ 33988 w 33988"/>
                  <a:gd name="connsiteY1" fmla="*/ 0 h 233816"/>
                  <a:gd name="connsiteX2" fmla="*/ 33988 w 33988"/>
                  <a:gd name="connsiteY2" fmla="*/ 233816 h 233816"/>
                  <a:gd name="connsiteX3" fmla="*/ 0 w 33988"/>
                  <a:gd name="connsiteY3" fmla="*/ 233816 h 233816"/>
                  <a:gd name="connsiteX4" fmla="*/ 0 w 33988"/>
                  <a:gd name="connsiteY4" fmla="*/ 0 h 2338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88" h="233816" fill="none" extrusionOk="0">
                    <a:moveTo>
                      <a:pt x="0" y="0"/>
                    </a:moveTo>
                    <a:cubicBezTo>
                      <a:pt x="11515" y="-1237"/>
                      <a:pt x="25405" y="738"/>
                      <a:pt x="33988" y="0"/>
                    </a:cubicBezTo>
                    <a:cubicBezTo>
                      <a:pt x="38225" y="76307"/>
                      <a:pt x="42645" y="121261"/>
                      <a:pt x="33988" y="233816"/>
                    </a:cubicBezTo>
                    <a:cubicBezTo>
                      <a:pt x="17108" y="235473"/>
                      <a:pt x="7313" y="235169"/>
                      <a:pt x="0" y="233816"/>
                    </a:cubicBezTo>
                    <a:cubicBezTo>
                      <a:pt x="-1420" y="119346"/>
                      <a:pt x="11572" y="74022"/>
                      <a:pt x="0" y="0"/>
                    </a:cubicBezTo>
                    <a:close/>
                  </a:path>
                  <a:path w="33988" h="233816" stroke="0" extrusionOk="0">
                    <a:moveTo>
                      <a:pt x="0" y="0"/>
                    </a:moveTo>
                    <a:cubicBezTo>
                      <a:pt x="9906" y="1573"/>
                      <a:pt x="24787" y="-1357"/>
                      <a:pt x="33988" y="0"/>
                    </a:cubicBezTo>
                    <a:cubicBezTo>
                      <a:pt x="36518" y="89342"/>
                      <a:pt x="41105" y="126695"/>
                      <a:pt x="33988" y="233816"/>
                    </a:cubicBezTo>
                    <a:cubicBezTo>
                      <a:pt x="17550" y="234451"/>
                      <a:pt x="11698" y="234136"/>
                      <a:pt x="0" y="233816"/>
                    </a:cubicBezTo>
                    <a:cubicBezTo>
                      <a:pt x="10574" y="173749"/>
                      <a:pt x="7361" y="78258"/>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782637801">
                      <a:custGeom>
                        <a:avLst/>
                        <a:gdLst/>
                        <a:ahLst/>
                        <a:cxnLst/>
                        <a:rect l="l" t="t" r="r" b="b"/>
                        <a:pathLst>
                          <a:path w="58737" h="404073">
                            <a:moveTo>
                              <a:pt x="0" y="0"/>
                            </a:moveTo>
                            <a:lnTo>
                              <a:pt x="58737" y="0"/>
                            </a:lnTo>
                            <a:lnTo>
                              <a:pt x="58737" y="404073"/>
                            </a:lnTo>
                            <a:lnTo>
                              <a:pt x="0" y="404073"/>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62500" lnSpcReduction="20000"/>
              </a:bodyPr>
              <a:lstStyle/>
              <a:p>
                <a:pPr marL="0" algn="l"/>
                <a:endParaRPr/>
              </a:p>
            </p:txBody>
          </p:sp>
          <p:sp>
            <p:nvSpPr>
              <p:cNvPr id="108" name="Freeform 34">
                <a:extLst>
                  <a:ext uri="{FF2B5EF4-FFF2-40B4-BE49-F238E27FC236}">
                    <a16:creationId xmlns:a16="http://schemas.microsoft.com/office/drawing/2014/main" id="{2B5C90CC-8CCE-F1BB-851A-D3021C6878E2}"/>
                  </a:ext>
                </a:extLst>
              </p:cNvPr>
              <p:cNvSpPr/>
              <p:nvPr/>
            </p:nvSpPr>
            <p:spPr>
              <a:xfrm>
                <a:off x="1751062" y="2878015"/>
                <a:ext cx="340657" cy="353274"/>
              </a:xfrm>
              <a:custGeom>
                <a:avLst/>
                <a:gdLst>
                  <a:gd name="connsiteX0" fmla="*/ 192571 w 197120"/>
                  <a:gd name="connsiteY0" fmla="*/ 127719 h 204421"/>
                  <a:gd name="connsiteX1" fmla="*/ 144566 w 197120"/>
                  <a:gd name="connsiteY1" fmla="*/ 194390 h 204421"/>
                  <a:gd name="connsiteX2" fmla="*/ 114013 w 197120"/>
                  <a:gd name="connsiteY2" fmla="*/ 201778 h 204421"/>
                  <a:gd name="connsiteX3" fmla="*/ 13157 w 197120"/>
                  <a:gd name="connsiteY3" fmla="*/ 150264 h 204421"/>
                  <a:gd name="connsiteX4" fmla="*/ 4671 w 197120"/>
                  <a:gd name="connsiteY4" fmla="*/ 114517 h 204421"/>
                  <a:gd name="connsiteX5" fmla="*/ 81373 w 197120"/>
                  <a:gd name="connsiteY5" fmla="*/ 9863 h 204421"/>
                  <a:gd name="connsiteX6" fmla="*/ 119615 w 197120"/>
                  <a:gd name="connsiteY6" fmla="*/ 8983 h 204421"/>
                  <a:gd name="connsiteX7" fmla="*/ 191775 w 197120"/>
                  <a:gd name="connsiteY7" fmla="*/ 98479 h 204421"/>
                  <a:gd name="connsiteX8" fmla="*/ 192571 w 197120"/>
                  <a:gd name="connsiteY8" fmla="*/ 127719 h 204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7120" h="204421" fill="none" extrusionOk="0">
                    <a:moveTo>
                      <a:pt x="192571" y="127719"/>
                    </a:moveTo>
                    <a:cubicBezTo>
                      <a:pt x="168484" y="156157"/>
                      <a:pt x="159527" y="180437"/>
                      <a:pt x="144566" y="194390"/>
                    </a:cubicBezTo>
                    <a:cubicBezTo>
                      <a:pt x="137660" y="204686"/>
                      <a:pt x="123729" y="206660"/>
                      <a:pt x="114013" y="201778"/>
                    </a:cubicBezTo>
                    <a:cubicBezTo>
                      <a:pt x="85173" y="187427"/>
                      <a:pt x="61286" y="170620"/>
                      <a:pt x="13157" y="150264"/>
                    </a:cubicBezTo>
                    <a:cubicBezTo>
                      <a:pt x="1415" y="141976"/>
                      <a:pt x="-5678" y="127478"/>
                      <a:pt x="4671" y="114517"/>
                    </a:cubicBezTo>
                    <a:cubicBezTo>
                      <a:pt x="38804" y="76870"/>
                      <a:pt x="57844" y="31407"/>
                      <a:pt x="81373" y="9863"/>
                    </a:cubicBezTo>
                    <a:cubicBezTo>
                      <a:pt x="87724" y="-3791"/>
                      <a:pt x="108798" y="-4217"/>
                      <a:pt x="119615" y="8983"/>
                    </a:cubicBezTo>
                    <a:cubicBezTo>
                      <a:pt x="136011" y="38352"/>
                      <a:pt x="169249" y="75585"/>
                      <a:pt x="191775" y="98479"/>
                    </a:cubicBezTo>
                    <a:cubicBezTo>
                      <a:pt x="199008" y="106929"/>
                      <a:pt x="199464" y="121489"/>
                      <a:pt x="192571" y="127719"/>
                    </a:cubicBezTo>
                    <a:close/>
                  </a:path>
                  <a:path w="197120" h="204421" stroke="0" extrusionOk="0">
                    <a:moveTo>
                      <a:pt x="192571" y="127719"/>
                    </a:moveTo>
                    <a:cubicBezTo>
                      <a:pt x="170927" y="159116"/>
                      <a:pt x="159217" y="176845"/>
                      <a:pt x="144566" y="194390"/>
                    </a:cubicBezTo>
                    <a:cubicBezTo>
                      <a:pt x="135966" y="204586"/>
                      <a:pt x="125714" y="204591"/>
                      <a:pt x="114013" y="201778"/>
                    </a:cubicBezTo>
                    <a:cubicBezTo>
                      <a:pt x="72004" y="180409"/>
                      <a:pt x="34011" y="164526"/>
                      <a:pt x="13157" y="150264"/>
                    </a:cubicBezTo>
                    <a:cubicBezTo>
                      <a:pt x="1253" y="145672"/>
                      <a:pt x="-2684" y="123473"/>
                      <a:pt x="4671" y="114517"/>
                    </a:cubicBezTo>
                    <a:cubicBezTo>
                      <a:pt x="24441" y="86010"/>
                      <a:pt x="56714" y="44106"/>
                      <a:pt x="81373" y="9863"/>
                    </a:cubicBezTo>
                    <a:cubicBezTo>
                      <a:pt x="91884" y="-2376"/>
                      <a:pt x="110566" y="-616"/>
                      <a:pt x="119615" y="8983"/>
                    </a:cubicBezTo>
                    <a:cubicBezTo>
                      <a:pt x="132084" y="33005"/>
                      <a:pt x="179474" y="75824"/>
                      <a:pt x="191775" y="98479"/>
                    </a:cubicBezTo>
                    <a:cubicBezTo>
                      <a:pt x="196406" y="107994"/>
                      <a:pt x="198761" y="119291"/>
                      <a:pt x="192571" y="127719"/>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456013963">
                      <a:custGeom>
                        <a:avLst/>
                        <a:gdLst/>
                        <a:ahLst/>
                        <a:cxnLst/>
                        <a:rect l="l" t="t" r="r" b="b"/>
                        <a:pathLst>
                          <a:path w="340657" h="353274">
                            <a:moveTo>
                              <a:pt x="332796" y="220720"/>
                            </a:moveTo>
                            <a:lnTo>
                              <a:pt x="249836" y="335939"/>
                            </a:lnTo>
                            <a:cubicBezTo>
                              <a:pt x="237804" y="352651"/>
                              <a:pt x="215375" y="358073"/>
                              <a:pt x="197034" y="348708"/>
                            </a:cubicBezTo>
                            <a:lnTo>
                              <a:pt x="22738" y="259682"/>
                            </a:lnTo>
                            <a:cubicBezTo>
                              <a:pt x="-134" y="247998"/>
                              <a:pt x="-7107" y="218616"/>
                              <a:pt x="8074" y="197905"/>
                            </a:cubicBezTo>
                            <a:lnTo>
                              <a:pt x="140627" y="17046"/>
                            </a:lnTo>
                            <a:cubicBezTo>
                              <a:pt x="156811" y="-5036"/>
                              <a:pt x="189528" y="-5791"/>
                              <a:pt x="206716" y="15525"/>
                            </a:cubicBezTo>
                            <a:lnTo>
                              <a:pt x="331420" y="170190"/>
                            </a:lnTo>
                            <a:cubicBezTo>
                              <a:pt x="343203" y="184802"/>
                              <a:pt x="343769" y="205487"/>
                              <a:pt x="332796" y="220720"/>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47500" lnSpcReduction="20000"/>
              </a:bodyPr>
              <a:lstStyle/>
              <a:p>
                <a:pPr marL="0" algn="l"/>
                <a:endParaRPr/>
              </a:p>
            </p:txBody>
          </p:sp>
          <p:sp>
            <p:nvSpPr>
              <p:cNvPr id="109" name="Freeform 35">
                <a:extLst>
                  <a:ext uri="{FF2B5EF4-FFF2-40B4-BE49-F238E27FC236}">
                    <a16:creationId xmlns:a16="http://schemas.microsoft.com/office/drawing/2014/main" id="{2043B36C-9D8E-9264-0261-3563177FCBF9}"/>
                  </a:ext>
                </a:extLst>
              </p:cNvPr>
              <p:cNvSpPr/>
              <p:nvPr/>
            </p:nvSpPr>
            <p:spPr>
              <a:xfrm>
                <a:off x="1772715" y="3077248"/>
                <a:ext cx="38216" cy="38216"/>
              </a:xfrm>
              <a:custGeom>
                <a:avLst/>
                <a:gdLst>
                  <a:gd name="connsiteX0" fmla="*/ 22114 w 22114"/>
                  <a:gd name="connsiteY0" fmla="*/ 11057 h 22114"/>
                  <a:gd name="connsiteX1" fmla="*/ 11057 w 22114"/>
                  <a:gd name="connsiteY1" fmla="*/ 22114 h 22114"/>
                  <a:gd name="connsiteX2" fmla="*/ 0 w 22114"/>
                  <a:gd name="connsiteY2" fmla="*/ 11057 h 22114"/>
                  <a:gd name="connsiteX3" fmla="*/ 11057 w 22114"/>
                  <a:gd name="connsiteY3" fmla="*/ 0 h 22114"/>
                  <a:gd name="connsiteX4" fmla="*/ 22114 w 22114"/>
                  <a:gd name="connsiteY4" fmla="*/ 11057 h 22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4" h="22114" fill="none" extrusionOk="0">
                    <a:moveTo>
                      <a:pt x="22114" y="11057"/>
                    </a:moveTo>
                    <a:cubicBezTo>
                      <a:pt x="22220" y="18358"/>
                      <a:pt x="17078" y="22995"/>
                      <a:pt x="11057" y="22114"/>
                    </a:cubicBezTo>
                    <a:cubicBezTo>
                      <a:pt x="4872" y="21796"/>
                      <a:pt x="-411" y="16566"/>
                      <a:pt x="0" y="11057"/>
                    </a:cubicBezTo>
                    <a:cubicBezTo>
                      <a:pt x="-16" y="5114"/>
                      <a:pt x="5784" y="1233"/>
                      <a:pt x="11057" y="0"/>
                    </a:cubicBezTo>
                    <a:cubicBezTo>
                      <a:pt x="17816" y="-324"/>
                      <a:pt x="21494" y="4365"/>
                      <a:pt x="22114" y="11057"/>
                    </a:cubicBezTo>
                    <a:close/>
                  </a:path>
                  <a:path w="22114" h="22114" stroke="0" extrusionOk="0">
                    <a:moveTo>
                      <a:pt x="22114" y="11057"/>
                    </a:moveTo>
                    <a:cubicBezTo>
                      <a:pt x="22323" y="17002"/>
                      <a:pt x="16991" y="22115"/>
                      <a:pt x="11057" y="22114"/>
                    </a:cubicBezTo>
                    <a:cubicBezTo>
                      <a:pt x="4859" y="23180"/>
                      <a:pt x="-320" y="17177"/>
                      <a:pt x="0" y="11057"/>
                    </a:cubicBezTo>
                    <a:cubicBezTo>
                      <a:pt x="126" y="5584"/>
                      <a:pt x="4679" y="623"/>
                      <a:pt x="11057" y="0"/>
                    </a:cubicBezTo>
                    <a:cubicBezTo>
                      <a:pt x="17350" y="1334"/>
                      <a:pt x="22826" y="6093"/>
                      <a:pt x="22114" y="11057"/>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699670776">
                      <a:custGeom>
                        <a:avLst/>
                        <a:gdLst/>
                        <a:ahLst/>
                        <a:cxnLst/>
                        <a:rect l="l" t="t" r="r" b="b"/>
                        <a:pathLst>
                          <a:path w="38216" h="38216">
                            <a:moveTo>
                              <a:pt x="38216" y="19108"/>
                            </a:moveTo>
                            <a:cubicBezTo>
                              <a:pt x="38216" y="29661"/>
                              <a:pt x="29661" y="38216"/>
                              <a:pt x="19108" y="38216"/>
                            </a:cubicBezTo>
                            <a:cubicBezTo>
                              <a:pt x="8555" y="38216"/>
                              <a:pt x="0" y="29661"/>
                              <a:pt x="0" y="19108"/>
                            </a:cubicBezTo>
                            <a:cubicBezTo>
                              <a:pt x="0" y="8555"/>
                              <a:pt x="8555" y="0"/>
                              <a:pt x="19108" y="0"/>
                            </a:cubicBezTo>
                            <a:cubicBezTo>
                              <a:pt x="29661" y="0"/>
                              <a:pt x="38216" y="8555"/>
                              <a:pt x="38216" y="19108"/>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110" name="Freeform 36">
                <a:extLst>
                  <a:ext uri="{FF2B5EF4-FFF2-40B4-BE49-F238E27FC236}">
                    <a16:creationId xmlns:a16="http://schemas.microsoft.com/office/drawing/2014/main" id="{2FA7D609-D903-1442-BCF5-B258D70175BD}"/>
                  </a:ext>
                </a:extLst>
              </p:cNvPr>
              <p:cNvSpPr/>
              <p:nvPr/>
            </p:nvSpPr>
            <p:spPr>
              <a:xfrm>
                <a:off x="1950788" y="3168455"/>
                <a:ext cx="38216" cy="38216"/>
              </a:xfrm>
              <a:custGeom>
                <a:avLst/>
                <a:gdLst>
                  <a:gd name="connsiteX0" fmla="*/ 22114 w 22114"/>
                  <a:gd name="connsiteY0" fmla="*/ 11057 h 22114"/>
                  <a:gd name="connsiteX1" fmla="*/ 11057 w 22114"/>
                  <a:gd name="connsiteY1" fmla="*/ 22114 h 22114"/>
                  <a:gd name="connsiteX2" fmla="*/ 0 w 22114"/>
                  <a:gd name="connsiteY2" fmla="*/ 11057 h 22114"/>
                  <a:gd name="connsiteX3" fmla="*/ 11057 w 22114"/>
                  <a:gd name="connsiteY3" fmla="*/ 0 h 22114"/>
                  <a:gd name="connsiteX4" fmla="*/ 22114 w 22114"/>
                  <a:gd name="connsiteY4" fmla="*/ 11057 h 22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4" h="22114" fill="none" extrusionOk="0">
                    <a:moveTo>
                      <a:pt x="22114" y="11057"/>
                    </a:moveTo>
                    <a:cubicBezTo>
                      <a:pt x="21679" y="18481"/>
                      <a:pt x="17671" y="22182"/>
                      <a:pt x="11057" y="22114"/>
                    </a:cubicBezTo>
                    <a:cubicBezTo>
                      <a:pt x="5521" y="22049"/>
                      <a:pt x="-184" y="16972"/>
                      <a:pt x="0" y="11057"/>
                    </a:cubicBezTo>
                    <a:cubicBezTo>
                      <a:pt x="-38" y="6189"/>
                      <a:pt x="5349" y="-311"/>
                      <a:pt x="11057" y="0"/>
                    </a:cubicBezTo>
                    <a:cubicBezTo>
                      <a:pt x="16184" y="-1019"/>
                      <a:pt x="22354" y="4144"/>
                      <a:pt x="22114" y="11057"/>
                    </a:cubicBezTo>
                    <a:close/>
                  </a:path>
                  <a:path w="22114" h="22114" stroke="0" extrusionOk="0">
                    <a:moveTo>
                      <a:pt x="22114" y="11057"/>
                    </a:moveTo>
                    <a:cubicBezTo>
                      <a:pt x="21571" y="16813"/>
                      <a:pt x="16859" y="22101"/>
                      <a:pt x="11057" y="22114"/>
                    </a:cubicBezTo>
                    <a:cubicBezTo>
                      <a:pt x="5355" y="23302"/>
                      <a:pt x="-271" y="15865"/>
                      <a:pt x="0" y="11057"/>
                    </a:cubicBezTo>
                    <a:cubicBezTo>
                      <a:pt x="136" y="4157"/>
                      <a:pt x="5805" y="-165"/>
                      <a:pt x="11057" y="0"/>
                    </a:cubicBezTo>
                    <a:cubicBezTo>
                      <a:pt x="16403" y="1015"/>
                      <a:pt x="22719" y="5603"/>
                      <a:pt x="22114" y="11057"/>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940122781">
                      <a:custGeom>
                        <a:avLst/>
                        <a:gdLst/>
                        <a:ahLst/>
                        <a:cxnLst/>
                        <a:rect l="l" t="t" r="r" b="b"/>
                        <a:pathLst>
                          <a:path w="38216" h="38216">
                            <a:moveTo>
                              <a:pt x="38216" y="19108"/>
                            </a:moveTo>
                            <a:cubicBezTo>
                              <a:pt x="38216" y="29661"/>
                              <a:pt x="29661" y="38216"/>
                              <a:pt x="19108" y="38216"/>
                            </a:cubicBezTo>
                            <a:cubicBezTo>
                              <a:pt x="8555" y="38216"/>
                              <a:pt x="0" y="29661"/>
                              <a:pt x="0" y="19108"/>
                            </a:cubicBezTo>
                            <a:cubicBezTo>
                              <a:pt x="0" y="8555"/>
                              <a:pt x="8555" y="0"/>
                              <a:pt x="19108" y="0"/>
                            </a:cubicBezTo>
                            <a:cubicBezTo>
                              <a:pt x="29661" y="0"/>
                              <a:pt x="38216" y="8555"/>
                              <a:pt x="38216" y="19108"/>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111" name="Freeform 37">
                <a:extLst>
                  <a:ext uri="{FF2B5EF4-FFF2-40B4-BE49-F238E27FC236}">
                    <a16:creationId xmlns:a16="http://schemas.microsoft.com/office/drawing/2014/main" id="{FC080228-0EFF-4EFB-7042-1632E2ABA254}"/>
                  </a:ext>
                </a:extLst>
              </p:cNvPr>
              <p:cNvSpPr/>
              <p:nvPr/>
            </p:nvSpPr>
            <p:spPr>
              <a:xfrm>
                <a:off x="2030700" y="3053798"/>
                <a:ext cx="38220" cy="38220"/>
              </a:xfrm>
              <a:custGeom>
                <a:avLst/>
                <a:gdLst>
                  <a:gd name="connsiteX0" fmla="*/ 22116 w 22116"/>
                  <a:gd name="connsiteY0" fmla="*/ 11056 h 22116"/>
                  <a:gd name="connsiteX1" fmla="*/ 11059 w 22116"/>
                  <a:gd name="connsiteY1" fmla="*/ 22116 h 22116"/>
                  <a:gd name="connsiteX2" fmla="*/ 0 w 22116"/>
                  <a:gd name="connsiteY2" fmla="*/ 11056 h 22116"/>
                  <a:gd name="connsiteX3" fmla="*/ 11059 w 22116"/>
                  <a:gd name="connsiteY3" fmla="*/ 0 h 22116"/>
                  <a:gd name="connsiteX4" fmla="*/ 22116 w 22116"/>
                  <a:gd name="connsiteY4" fmla="*/ 11056 h 22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6" h="22116" fill="none" extrusionOk="0">
                    <a:moveTo>
                      <a:pt x="22116" y="11056"/>
                    </a:moveTo>
                    <a:cubicBezTo>
                      <a:pt x="22988" y="17233"/>
                      <a:pt x="16619" y="22161"/>
                      <a:pt x="11059" y="22116"/>
                    </a:cubicBezTo>
                    <a:cubicBezTo>
                      <a:pt x="4199" y="22183"/>
                      <a:pt x="867" y="16603"/>
                      <a:pt x="0" y="11056"/>
                    </a:cubicBezTo>
                    <a:cubicBezTo>
                      <a:pt x="951" y="4277"/>
                      <a:pt x="4643" y="-1077"/>
                      <a:pt x="11059" y="0"/>
                    </a:cubicBezTo>
                    <a:cubicBezTo>
                      <a:pt x="17197" y="166"/>
                      <a:pt x="22353" y="5060"/>
                      <a:pt x="22116" y="11056"/>
                    </a:cubicBezTo>
                    <a:close/>
                  </a:path>
                  <a:path w="22116" h="22116" stroke="0" extrusionOk="0">
                    <a:moveTo>
                      <a:pt x="22116" y="11056"/>
                    </a:moveTo>
                    <a:cubicBezTo>
                      <a:pt x="23028" y="17216"/>
                      <a:pt x="17036" y="22030"/>
                      <a:pt x="11059" y="22116"/>
                    </a:cubicBezTo>
                    <a:cubicBezTo>
                      <a:pt x="4141" y="23250"/>
                      <a:pt x="846" y="17122"/>
                      <a:pt x="0" y="11056"/>
                    </a:cubicBezTo>
                    <a:cubicBezTo>
                      <a:pt x="-282" y="6004"/>
                      <a:pt x="5557" y="1397"/>
                      <a:pt x="11059" y="0"/>
                    </a:cubicBezTo>
                    <a:cubicBezTo>
                      <a:pt x="16643" y="849"/>
                      <a:pt x="23507" y="5015"/>
                      <a:pt x="22116" y="11056"/>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327203652">
                      <a:custGeom>
                        <a:avLst/>
                        <a:gdLst/>
                        <a:ahLst/>
                        <a:cxnLst/>
                        <a:rect l="l" t="t" r="r" b="b"/>
                        <a:pathLst>
                          <a:path w="38220" h="38220">
                            <a:moveTo>
                              <a:pt x="38220" y="19108"/>
                            </a:moveTo>
                            <a:cubicBezTo>
                              <a:pt x="38220" y="29661"/>
                              <a:pt x="29665" y="38220"/>
                              <a:pt x="19112" y="38220"/>
                            </a:cubicBezTo>
                            <a:cubicBezTo>
                              <a:pt x="8560" y="38220"/>
                              <a:pt x="0" y="29665"/>
                              <a:pt x="0" y="19108"/>
                            </a:cubicBezTo>
                            <a:cubicBezTo>
                              <a:pt x="0" y="8555"/>
                              <a:pt x="8555" y="0"/>
                              <a:pt x="19112" y="0"/>
                            </a:cubicBezTo>
                            <a:cubicBezTo>
                              <a:pt x="29665" y="-4"/>
                              <a:pt x="38220" y="8551"/>
                              <a:pt x="38220" y="19108"/>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112" name="Freeform 38">
                <a:extLst>
                  <a:ext uri="{FF2B5EF4-FFF2-40B4-BE49-F238E27FC236}">
                    <a16:creationId xmlns:a16="http://schemas.microsoft.com/office/drawing/2014/main" id="{5A078D2E-3E24-3C81-4602-30340C5D31CF}"/>
                  </a:ext>
                </a:extLst>
              </p:cNvPr>
              <p:cNvSpPr/>
              <p:nvPr/>
            </p:nvSpPr>
            <p:spPr>
              <a:xfrm>
                <a:off x="3014264" y="1854108"/>
                <a:ext cx="297727" cy="300030"/>
              </a:xfrm>
              <a:custGeom>
                <a:avLst/>
                <a:gdLst>
                  <a:gd name="connsiteX0" fmla="*/ 604 w 172279"/>
                  <a:gd name="connsiteY0" fmla="*/ 24642 h 173611"/>
                  <a:gd name="connsiteX1" fmla="*/ 33828 w 172279"/>
                  <a:gd name="connsiteY1" fmla="*/ 158534 h 173611"/>
                  <a:gd name="connsiteX2" fmla="*/ 66853 w 172279"/>
                  <a:gd name="connsiteY2" fmla="*/ 168044 h 173611"/>
                  <a:gd name="connsiteX3" fmla="*/ 166193 w 172279"/>
                  <a:gd name="connsiteY3" fmla="*/ 72327 h 173611"/>
                  <a:gd name="connsiteX4" fmla="*/ 157917 w 172279"/>
                  <a:gd name="connsiteY4" fmla="*/ 38971 h 173611"/>
                  <a:gd name="connsiteX5" fmla="*/ 25351 w 172279"/>
                  <a:gd name="connsiteY5" fmla="*/ 797 h 173611"/>
                  <a:gd name="connsiteX6" fmla="*/ 604 w 172279"/>
                  <a:gd name="connsiteY6" fmla="*/ 24642 h 173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2279" h="173611" fill="none" extrusionOk="0">
                    <a:moveTo>
                      <a:pt x="604" y="24642"/>
                    </a:moveTo>
                    <a:cubicBezTo>
                      <a:pt x="10228" y="82962"/>
                      <a:pt x="19531" y="93439"/>
                      <a:pt x="33828" y="158534"/>
                    </a:cubicBezTo>
                    <a:cubicBezTo>
                      <a:pt x="38781" y="171028"/>
                      <a:pt x="54258" y="181945"/>
                      <a:pt x="66853" y="168044"/>
                    </a:cubicBezTo>
                    <a:cubicBezTo>
                      <a:pt x="94335" y="150442"/>
                      <a:pt x="122762" y="114023"/>
                      <a:pt x="166193" y="72327"/>
                    </a:cubicBezTo>
                    <a:cubicBezTo>
                      <a:pt x="176526" y="60910"/>
                      <a:pt x="173533" y="40207"/>
                      <a:pt x="157917" y="38971"/>
                    </a:cubicBezTo>
                    <a:cubicBezTo>
                      <a:pt x="129643" y="32827"/>
                      <a:pt x="65691" y="17723"/>
                      <a:pt x="25351" y="797"/>
                    </a:cubicBezTo>
                    <a:cubicBezTo>
                      <a:pt x="10875" y="-2122"/>
                      <a:pt x="-3061" y="8292"/>
                      <a:pt x="604" y="24642"/>
                    </a:cubicBezTo>
                    <a:close/>
                  </a:path>
                  <a:path w="172279" h="173611" stroke="0" extrusionOk="0">
                    <a:moveTo>
                      <a:pt x="604" y="24642"/>
                    </a:moveTo>
                    <a:cubicBezTo>
                      <a:pt x="12749" y="74681"/>
                      <a:pt x="14395" y="105476"/>
                      <a:pt x="33828" y="158534"/>
                    </a:cubicBezTo>
                    <a:cubicBezTo>
                      <a:pt x="38127" y="176406"/>
                      <a:pt x="56655" y="179664"/>
                      <a:pt x="66853" y="168044"/>
                    </a:cubicBezTo>
                    <a:cubicBezTo>
                      <a:pt x="112433" y="123698"/>
                      <a:pt x="147180" y="92632"/>
                      <a:pt x="166193" y="72327"/>
                    </a:cubicBezTo>
                    <a:cubicBezTo>
                      <a:pt x="179770" y="59212"/>
                      <a:pt x="174630" y="42697"/>
                      <a:pt x="157917" y="38971"/>
                    </a:cubicBezTo>
                    <a:cubicBezTo>
                      <a:pt x="114735" y="22077"/>
                      <a:pt x="79302" y="19583"/>
                      <a:pt x="25351" y="797"/>
                    </a:cubicBezTo>
                    <a:cubicBezTo>
                      <a:pt x="11023" y="-271"/>
                      <a:pt x="-42" y="9383"/>
                      <a:pt x="604" y="24642"/>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590602409">
                      <a:custGeom>
                        <a:avLst/>
                        <a:gdLst/>
                        <a:ahLst/>
                        <a:cxnLst/>
                        <a:rect l="l" t="t" r="r" b="b"/>
                        <a:pathLst>
                          <a:path w="297727" h="300030">
                            <a:moveTo>
                              <a:pt x="1044" y="42587"/>
                            </a:moveTo>
                            <a:lnTo>
                              <a:pt x="58462" y="273976"/>
                            </a:lnTo>
                            <a:cubicBezTo>
                              <a:pt x="64819" y="299595"/>
                              <a:pt x="96524" y="308725"/>
                              <a:pt x="115534" y="290410"/>
                            </a:cubicBezTo>
                            <a:lnTo>
                              <a:pt x="287211" y="124995"/>
                            </a:lnTo>
                            <a:cubicBezTo>
                              <a:pt x="306220" y="106680"/>
                              <a:pt x="298274" y="74657"/>
                              <a:pt x="272908" y="67349"/>
                            </a:cubicBezTo>
                            <a:lnTo>
                              <a:pt x="43812" y="1379"/>
                            </a:lnTo>
                            <a:cubicBezTo>
                              <a:pt x="18446" y="-5929"/>
                              <a:pt x="-5317" y="16968"/>
                              <a:pt x="1044" y="42587"/>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32500" lnSpcReduction="20000"/>
              </a:bodyPr>
              <a:lstStyle/>
              <a:p>
                <a:pPr marL="0" algn="l"/>
                <a:endParaRPr/>
              </a:p>
            </p:txBody>
          </p:sp>
          <p:sp>
            <p:nvSpPr>
              <p:cNvPr id="113" name="Freeform 39">
                <a:extLst>
                  <a:ext uri="{FF2B5EF4-FFF2-40B4-BE49-F238E27FC236}">
                    <a16:creationId xmlns:a16="http://schemas.microsoft.com/office/drawing/2014/main" id="{B4B8CD32-D29D-6D00-400B-BDDB435369D7}"/>
                  </a:ext>
                </a:extLst>
              </p:cNvPr>
              <p:cNvSpPr/>
              <p:nvPr/>
            </p:nvSpPr>
            <p:spPr>
              <a:xfrm>
                <a:off x="3093636" y="2081052"/>
                <a:ext cx="38226" cy="38226"/>
              </a:xfrm>
              <a:custGeom>
                <a:avLst/>
                <a:gdLst>
                  <a:gd name="connsiteX0" fmla="*/ 20319 w 22119"/>
                  <a:gd name="connsiteY0" fmla="*/ 17105 h 22119"/>
                  <a:gd name="connsiteX1" fmla="*/ 5014 w 22119"/>
                  <a:gd name="connsiteY1" fmla="*/ 20319 h 22119"/>
                  <a:gd name="connsiteX2" fmla="*/ 1799 w 22119"/>
                  <a:gd name="connsiteY2" fmla="*/ 5013 h 22119"/>
                  <a:gd name="connsiteX3" fmla="*/ 17105 w 22119"/>
                  <a:gd name="connsiteY3" fmla="*/ 1799 h 22119"/>
                  <a:gd name="connsiteX4" fmla="*/ 20319 w 22119"/>
                  <a:gd name="connsiteY4" fmla="*/ 17105 h 221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9" h="22119" fill="none" extrusionOk="0">
                    <a:moveTo>
                      <a:pt x="20319" y="17105"/>
                    </a:moveTo>
                    <a:cubicBezTo>
                      <a:pt x="17638" y="22519"/>
                      <a:pt x="10202" y="23387"/>
                      <a:pt x="5014" y="20319"/>
                    </a:cubicBezTo>
                    <a:cubicBezTo>
                      <a:pt x="80" y="17496"/>
                      <a:pt x="-603" y="10541"/>
                      <a:pt x="1799" y="5013"/>
                    </a:cubicBezTo>
                    <a:cubicBezTo>
                      <a:pt x="5352" y="19"/>
                      <a:pt x="12144" y="-2456"/>
                      <a:pt x="17105" y="1799"/>
                    </a:cubicBezTo>
                    <a:cubicBezTo>
                      <a:pt x="23078" y="4410"/>
                      <a:pt x="23721" y="11220"/>
                      <a:pt x="20319" y="17105"/>
                    </a:cubicBezTo>
                    <a:close/>
                  </a:path>
                  <a:path w="22119" h="22119" stroke="0" extrusionOk="0">
                    <a:moveTo>
                      <a:pt x="20319" y="17105"/>
                    </a:moveTo>
                    <a:cubicBezTo>
                      <a:pt x="17479" y="21571"/>
                      <a:pt x="11142" y="23356"/>
                      <a:pt x="5014" y="20319"/>
                    </a:cubicBezTo>
                    <a:cubicBezTo>
                      <a:pt x="259" y="18054"/>
                      <a:pt x="-957" y="10705"/>
                      <a:pt x="1799" y="5013"/>
                    </a:cubicBezTo>
                    <a:cubicBezTo>
                      <a:pt x="5346" y="182"/>
                      <a:pt x="11491" y="-646"/>
                      <a:pt x="17105" y="1799"/>
                    </a:cubicBezTo>
                    <a:cubicBezTo>
                      <a:pt x="23146" y="6110"/>
                      <a:pt x="24176" y="11552"/>
                      <a:pt x="20319" y="17105"/>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016472133">
                      <a:custGeom>
                        <a:avLst/>
                        <a:gdLst/>
                        <a:ahLst/>
                        <a:cxnLst/>
                        <a:rect l="l" t="t" r="r" b="b"/>
                        <a:pathLst>
                          <a:path w="38226" h="38226">
                            <a:moveTo>
                              <a:pt x="35116" y="29561"/>
                            </a:moveTo>
                            <a:cubicBezTo>
                              <a:pt x="29346" y="38399"/>
                              <a:pt x="17504" y="40885"/>
                              <a:pt x="8666" y="35116"/>
                            </a:cubicBezTo>
                            <a:cubicBezTo>
                              <a:pt x="-173" y="29347"/>
                              <a:pt x="-2659" y="17504"/>
                              <a:pt x="3110" y="8665"/>
                            </a:cubicBezTo>
                            <a:cubicBezTo>
                              <a:pt x="8880" y="-173"/>
                              <a:pt x="20723" y="-2659"/>
                              <a:pt x="29561" y="3110"/>
                            </a:cubicBezTo>
                            <a:cubicBezTo>
                              <a:pt x="38399" y="8884"/>
                              <a:pt x="40885" y="20723"/>
                              <a:pt x="35116" y="29561"/>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114" name="Freeform 40">
                <a:extLst>
                  <a:ext uri="{FF2B5EF4-FFF2-40B4-BE49-F238E27FC236}">
                    <a16:creationId xmlns:a16="http://schemas.microsoft.com/office/drawing/2014/main" id="{49F2DFEE-CFE6-2548-0007-29D41FCD176B}"/>
                  </a:ext>
                </a:extLst>
              </p:cNvPr>
              <p:cNvSpPr/>
              <p:nvPr/>
            </p:nvSpPr>
            <p:spPr>
              <a:xfrm>
                <a:off x="3040105" y="1877023"/>
                <a:ext cx="38225" cy="38226"/>
              </a:xfrm>
              <a:custGeom>
                <a:avLst/>
                <a:gdLst>
                  <a:gd name="connsiteX0" fmla="*/ 20319 w 22119"/>
                  <a:gd name="connsiteY0" fmla="*/ 17105 h 22119"/>
                  <a:gd name="connsiteX1" fmla="*/ 5014 w 22119"/>
                  <a:gd name="connsiteY1" fmla="*/ 20319 h 22119"/>
                  <a:gd name="connsiteX2" fmla="*/ 1799 w 22119"/>
                  <a:gd name="connsiteY2" fmla="*/ 5013 h 22119"/>
                  <a:gd name="connsiteX3" fmla="*/ 17103 w 22119"/>
                  <a:gd name="connsiteY3" fmla="*/ 1799 h 22119"/>
                  <a:gd name="connsiteX4" fmla="*/ 20319 w 22119"/>
                  <a:gd name="connsiteY4" fmla="*/ 17105 h 221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9" h="22119" fill="none" extrusionOk="0">
                    <a:moveTo>
                      <a:pt x="20319" y="17105"/>
                    </a:moveTo>
                    <a:cubicBezTo>
                      <a:pt x="16661" y="20872"/>
                      <a:pt x="10199" y="25050"/>
                      <a:pt x="5014" y="20319"/>
                    </a:cubicBezTo>
                    <a:cubicBezTo>
                      <a:pt x="-400" y="16298"/>
                      <a:pt x="-1685" y="9547"/>
                      <a:pt x="1799" y="5013"/>
                    </a:cubicBezTo>
                    <a:cubicBezTo>
                      <a:pt x="4341" y="81"/>
                      <a:pt x="12197" y="-1236"/>
                      <a:pt x="17103" y="1799"/>
                    </a:cubicBezTo>
                    <a:cubicBezTo>
                      <a:pt x="22042" y="5406"/>
                      <a:pt x="23435" y="11334"/>
                      <a:pt x="20319" y="17105"/>
                    </a:cubicBezTo>
                    <a:close/>
                  </a:path>
                  <a:path w="22119" h="22119" stroke="0" extrusionOk="0">
                    <a:moveTo>
                      <a:pt x="20319" y="17105"/>
                    </a:moveTo>
                    <a:cubicBezTo>
                      <a:pt x="15913" y="22158"/>
                      <a:pt x="10390" y="24485"/>
                      <a:pt x="5014" y="20319"/>
                    </a:cubicBezTo>
                    <a:cubicBezTo>
                      <a:pt x="-815" y="16997"/>
                      <a:pt x="-1469" y="9176"/>
                      <a:pt x="1799" y="5013"/>
                    </a:cubicBezTo>
                    <a:cubicBezTo>
                      <a:pt x="5846" y="-602"/>
                      <a:pt x="11923" y="-2712"/>
                      <a:pt x="17103" y="1799"/>
                    </a:cubicBezTo>
                    <a:cubicBezTo>
                      <a:pt x="21925" y="5136"/>
                      <a:pt x="22294" y="11840"/>
                      <a:pt x="20319" y="17105"/>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4159704798">
                      <a:custGeom>
                        <a:avLst/>
                        <a:gdLst/>
                        <a:ahLst/>
                        <a:cxnLst/>
                        <a:rect l="l" t="t" r="r" b="b"/>
                        <a:pathLst>
                          <a:path w="38225" h="38226">
                            <a:moveTo>
                              <a:pt x="35116" y="29561"/>
                            </a:moveTo>
                            <a:cubicBezTo>
                              <a:pt x="29347" y="38399"/>
                              <a:pt x="17504" y="40885"/>
                              <a:pt x="8666" y="35116"/>
                            </a:cubicBezTo>
                            <a:cubicBezTo>
                              <a:pt x="-173" y="29347"/>
                              <a:pt x="-2659" y="17504"/>
                              <a:pt x="3110" y="8665"/>
                            </a:cubicBezTo>
                            <a:cubicBezTo>
                              <a:pt x="8880" y="-173"/>
                              <a:pt x="20723" y="-2659"/>
                              <a:pt x="29557" y="3110"/>
                            </a:cubicBezTo>
                            <a:cubicBezTo>
                              <a:pt x="38395" y="8880"/>
                              <a:pt x="40885" y="20723"/>
                              <a:pt x="35116" y="29561"/>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115" name="Freeform 41">
                <a:extLst>
                  <a:ext uri="{FF2B5EF4-FFF2-40B4-BE49-F238E27FC236}">
                    <a16:creationId xmlns:a16="http://schemas.microsoft.com/office/drawing/2014/main" id="{E52B11FB-5783-A748-B9AF-A34D140F8C3A}"/>
                  </a:ext>
                </a:extLst>
              </p:cNvPr>
              <p:cNvSpPr/>
              <p:nvPr/>
            </p:nvSpPr>
            <p:spPr>
              <a:xfrm>
                <a:off x="3246398" y="1940163"/>
                <a:ext cx="38223" cy="38226"/>
              </a:xfrm>
              <a:custGeom>
                <a:avLst/>
                <a:gdLst>
                  <a:gd name="connsiteX0" fmla="*/ 20320 w 22118"/>
                  <a:gd name="connsiteY0" fmla="*/ 17105 h 22119"/>
                  <a:gd name="connsiteX1" fmla="*/ 5014 w 22118"/>
                  <a:gd name="connsiteY1" fmla="*/ 20319 h 22119"/>
                  <a:gd name="connsiteX2" fmla="*/ 1800 w 22118"/>
                  <a:gd name="connsiteY2" fmla="*/ 5013 h 22119"/>
                  <a:gd name="connsiteX3" fmla="*/ 17103 w 22118"/>
                  <a:gd name="connsiteY3" fmla="*/ 1799 h 22119"/>
                  <a:gd name="connsiteX4" fmla="*/ 20320 w 22118"/>
                  <a:gd name="connsiteY4" fmla="*/ 17105 h 221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8" h="22119" fill="none" extrusionOk="0">
                    <a:moveTo>
                      <a:pt x="20320" y="17105"/>
                    </a:moveTo>
                    <a:cubicBezTo>
                      <a:pt x="16000" y="22034"/>
                      <a:pt x="9848" y="22687"/>
                      <a:pt x="5014" y="20319"/>
                    </a:cubicBezTo>
                    <a:cubicBezTo>
                      <a:pt x="-1136" y="17861"/>
                      <a:pt x="-982" y="11278"/>
                      <a:pt x="1800" y="5013"/>
                    </a:cubicBezTo>
                    <a:cubicBezTo>
                      <a:pt x="5399" y="1213"/>
                      <a:pt x="11510" y="-2170"/>
                      <a:pt x="17103" y="1799"/>
                    </a:cubicBezTo>
                    <a:cubicBezTo>
                      <a:pt x="21450" y="4065"/>
                      <a:pt x="23611" y="11741"/>
                      <a:pt x="20320" y="17105"/>
                    </a:cubicBezTo>
                    <a:close/>
                  </a:path>
                  <a:path w="22118" h="22119" stroke="0" extrusionOk="0">
                    <a:moveTo>
                      <a:pt x="20320" y="17105"/>
                    </a:moveTo>
                    <a:cubicBezTo>
                      <a:pt x="17921" y="22013"/>
                      <a:pt x="8875" y="22954"/>
                      <a:pt x="5014" y="20319"/>
                    </a:cubicBezTo>
                    <a:cubicBezTo>
                      <a:pt x="-1495" y="17144"/>
                      <a:pt x="-2009" y="10796"/>
                      <a:pt x="1800" y="5013"/>
                    </a:cubicBezTo>
                    <a:cubicBezTo>
                      <a:pt x="4171" y="-851"/>
                      <a:pt x="12072" y="-1339"/>
                      <a:pt x="17103" y="1799"/>
                    </a:cubicBezTo>
                    <a:cubicBezTo>
                      <a:pt x="21001" y="4752"/>
                      <a:pt x="22515" y="12636"/>
                      <a:pt x="20320" y="17105"/>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419268359">
                      <a:custGeom>
                        <a:avLst/>
                        <a:gdLst/>
                        <a:ahLst/>
                        <a:cxnLst/>
                        <a:rect l="l" t="t" r="r" b="b"/>
                        <a:pathLst>
                          <a:path w="38223" h="38226">
                            <a:moveTo>
                              <a:pt x="35116" y="29561"/>
                            </a:moveTo>
                            <a:cubicBezTo>
                              <a:pt x="29347" y="38399"/>
                              <a:pt x="17504" y="40885"/>
                              <a:pt x="8665" y="35116"/>
                            </a:cubicBezTo>
                            <a:cubicBezTo>
                              <a:pt x="-173" y="29347"/>
                              <a:pt x="-2659" y="17504"/>
                              <a:pt x="3111" y="8665"/>
                            </a:cubicBezTo>
                            <a:cubicBezTo>
                              <a:pt x="8880" y="-173"/>
                              <a:pt x="20723" y="-2659"/>
                              <a:pt x="29557" y="3110"/>
                            </a:cubicBezTo>
                            <a:cubicBezTo>
                              <a:pt x="38390" y="8880"/>
                              <a:pt x="40885" y="20723"/>
                              <a:pt x="35116" y="29561"/>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116" name="Freeform 42">
                <a:extLst>
                  <a:ext uri="{FF2B5EF4-FFF2-40B4-BE49-F238E27FC236}">
                    <a16:creationId xmlns:a16="http://schemas.microsoft.com/office/drawing/2014/main" id="{2C30520B-D34E-61F7-A938-96385FD8BF18}"/>
                  </a:ext>
                </a:extLst>
              </p:cNvPr>
              <p:cNvSpPr/>
              <p:nvPr/>
            </p:nvSpPr>
            <p:spPr>
              <a:xfrm>
                <a:off x="1907359" y="2896574"/>
                <a:ext cx="38216" cy="38216"/>
              </a:xfrm>
              <a:custGeom>
                <a:avLst/>
                <a:gdLst>
                  <a:gd name="connsiteX0" fmla="*/ 22114 w 22114"/>
                  <a:gd name="connsiteY0" fmla="*/ 11057 h 22114"/>
                  <a:gd name="connsiteX1" fmla="*/ 11057 w 22114"/>
                  <a:gd name="connsiteY1" fmla="*/ 22114 h 22114"/>
                  <a:gd name="connsiteX2" fmla="*/ 0 w 22114"/>
                  <a:gd name="connsiteY2" fmla="*/ 11057 h 22114"/>
                  <a:gd name="connsiteX3" fmla="*/ 11057 w 22114"/>
                  <a:gd name="connsiteY3" fmla="*/ 0 h 22114"/>
                  <a:gd name="connsiteX4" fmla="*/ 22114 w 22114"/>
                  <a:gd name="connsiteY4" fmla="*/ 11057 h 22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14" h="22114" fill="none" extrusionOk="0">
                    <a:moveTo>
                      <a:pt x="22114" y="11057"/>
                    </a:moveTo>
                    <a:cubicBezTo>
                      <a:pt x="22934" y="18084"/>
                      <a:pt x="18293" y="21470"/>
                      <a:pt x="11057" y="22114"/>
                    </a:cubicBezTo>
                    <a:cubicBezTo>
                      <a:pt x="4785" y="22339"/>
                      <a:pt x="-299" y="17280"/>
                      <a:pt x="0" y="11057"/>
                    </a:cubicBezTo>
                    <a:cubicBezTo>
                      <a:pt x="966" y="5250"/>
                      <a:pt x="5125" y="-119"/>
                      <a:pt x="11057" y="0"/>
                    </a:cubicBezTo>
                    <a:cubicBezTo>
                      <a:pt x="17869" y="803"/>
                      <a:pt x="22513" y="4616"/>
                      <a:pt x="22114" y="11057"/>
                    </a:cubicBezTo>
                    <a:close/>
                  </a:path>
                  <a:path w="22114" h="22114" stroke="0" extrusionOk="0">
                    <a:moveTo>
                      <a:pt x="22114" y="11057"/>
                    </a:moveTo>
                    <a:cubicBezTo>
                      <a:pt x="21725" y="18064"/>
                      <a:pt x="16815" y="22991"/>
                      <a:pt x="11057" y="22114"/>
                    </a:cubicBezTo>
                    <a:cubicBezTo>
                      <a:pt x="5034" y="21480"/>
                      <a:pt x="502" y="17065"/>
                      <a:pt x="0" y="11057"/>
                    </a:cubicBezTo>
                    <a:cubicBezTo>
                      <a:pt x="12" y="4786"/>
                      <a:pt x="4451" y="182"/>
                      <a:pt x="11057" y="0"/>
                    </a:cubicBezTo>
                    <a:cubicBezTo>
                      <a:pt x="16677" y="54"/>
                      <a:pt x="21618" y="5125"/>
                      <a:pt x="22114" y="11057"/>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238202716">
                      <a:custGeom>
                        <a:avLst/>
                        <a:gdLst/>
                        <a:ahLst/>
                        <a:cxnLst/>
                        <a:rect l="l" t="t" r="r" b="b"/>
                        <a:pathLst>
                          <a:path w="38216" h="38216">
                            <a:moveTo>
                              <a:pt x="38216" y="19108"/>
                            </a:moveTo>
                            <a:cubicBezTo>
                              <a:pt x="38216" y="29661"/>
                              <a:pt x="29661" y="38216"/>
                              <a:pt x="19108" y="38216"/>
                            </a:cubicBezTo>
                            <a:cubicBezTo>
                              <a:pt x="8555" y="38216"/>
                              <a:pt x="0" y="29661"/>
                              <a:pt x="0" y="19108"/>
                            </a:cubicBezTo>
                            <a:cubicBezTo>
                              <a:pt x="0" y="8555"/>
                              <a:pt x="8555" y="0"/>
                              <a:pt x="19108" y="0"/>
                            </a:cubicBezTo>
                            <a:cubicBezTo>
                              <a:pt x="29657" y="-4"/>
                              <a:pt x="38216" y="8551"/>
                              <a:pt x="38216" y="19108"/>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117" name="Freeform 43">
                <a:extLst>
                  <a:ext uri="{FF2B5EF4-FFF2-40B4-BE49-F238E27FC236}">
                    <a16:creationId xmlns:a16="http://schemas.microsoft.com/office/drawing/2014/main" id="{C399BDB5-A597-ED77-2644-B04837359AE3}"/>
                  </a:ext>
                </a:extLst>
              </p:cNvPr>
              <p:cNvSpPr/>
              <p:nvPr/>
            </p:nvSpPr>
            <p:spPr>
              <a:xfrm>
                <a:off x="3385026" y="1357917"/>
                <a:ext cx="493090" cy="642668"/>
              </a:xfrm>
              <a:custGeom>
                <a:avLst/>
                <a:gdLst>
                  <a:gd name="connsiteX0" fmla="*/ 285325 w 285325"/>
                  <a:gd name="connsiteY0" fmla="*/ 324781 h 371878"/>
                  <a:gd name="connsiteX1" fmla="*/ 65123 w 285325"/>
                  <a:gd name="connsiteY1" fmla="*/ 371878 h 371878"/>
                  <a:gd name="connsiteX2" fmla="*/ 660 w 285325"/>
                  <a:gd name="connsiteY2" fmla="*/ 70480 h 371878"/>
                  <a:gd name="connsiteX3" fmla="*/ 23381 w 285325"/>
                  <a:gd name="connsiteY3" fmla="*/ 35395 h 371878"/>
                  <a:gd name="connsiteX4" fmla="*/ 185774 w 285325"/>
                  <a:gd name="connsiteY4" fmla="*/ 660 h 371878"/>
                  <a:gd name="connsiteX5" fmla="*/ 220859 w 285325"/>
                  <a:gd name="connsiteY5" fmla="*/ 23381 h 371878"/>
                  <a:gd name="connsiteX6" fmla="*/ 285325 w 285325"/>
                  <a:gd name="connsiteY6" fmla="*/ 324781 h 371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325" h="371878" fill="none" extrusionOk="0">
                    <a:moveTo>
                      <a:pt x="285325" y="324781"/>
                    </a:moveTo>
                    <a:cubicBezTo>
                      <a:pt x="203318" y="344271"/>
                      <a:pt x="136521" y="360782"/>
                      <a:pt x="65123" y="371878"/>
                    </a:cubicBezTo>
                    <a:cubicBezTo>
                      <a:pt x="28232" y="238330"/>
                      <a:pt x="3792" y="136730"/>
                      <a:pt x="660" y="70480"/>
                    </a:cubicBezTo>
                    <a:cubicBezTo>
                      <a:pt x="-3819" y="56171"/>
                      <a:pt x="5400" y="40465"/>
                      <a:pt x="23381" y="35395"/>
                    </a:cubicBezTo>
                    <a:cubicBezTo>
                      <a:pt x="90757" y="17364"/>
                      <a:pt x="112021" y="9502"/>
                      <a:pt x="185774" y="660"/>
                    </a:cubicBezTo>
                    <a:cubicBezTo>
                      <a:pt x="204491" y="-3214"/>
                      <a:pt x="215486" y="10700"/>
                      <a:pt x="220859" y="23381"/>
                    </a:cubicBezTo>
                    <a:cubicBezTo>
                      <a:pt x="246939" y="83210"/>
                      <a:pt x="267566" y="249148"/>
                      <a:pt x="285325" y="324781"/>
                    </a:cubicBezTo>
                    <a:close/>
                  </a:path>
                  <a:path w="285325" h="371878" stroke="0" extrusionOk="0">
                    <a:moveTo>
                      <a:pt x="285325" y="324781"/>
                    </a:moveTo>
                    <a:cubicBezTo>
                      <a:pt x="205464" y="347966"/>
                      <a:pt x="159003" y="348316"/>
                      <a:pt x="65123" y="371878"/>
                    </a:cubicBezTo>
                    <a:cubicBezTo>
                      <a:pt x="56906" y="300718"/>
                      <a:pt x="35747" y="219530"/>
                      <a:pt x="660" y="70480"/>
                    </a:cubicBezTo>
                    <a:cubicBezTo>
                      <a:pt x="-6249" y="55691"/>
                      <a:pt x="11405" y="38476"/>
                      <a:pt x="23381" y="35395"/>
                    </a:cubicBezTo>
                    <a:cubicBezTo>
                      <a:pt x="56580" y="31773"/>
                      <a:pt x="107756" y="22840"/>
                      <a:pt x="185774" y="660"/>
                    </a:cubicBezTo>
                    <a:cubicBezTo>
                      <a:pt x="199188" y="-3114"/>
                      <a:pt x="219077" y="6170"/>
                      <a:pt x="220859" y="23381"/>
                    </a:cubicBezTo>
                    <a:cubicBezTo>
                      <a:pt x="240681" y="89477"/>
                      <a:pt x="282816" y="260205"/>
                      <a:pt x="285325" y="324781"/>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4048653285">
                      <a:custGeom>
                        <a:avLst/>
                        <a:gdLst/>
                        <a:ahLst/>
                        <a:cxnLst/>
                        <a:rect l="l" t="t" r="r" b="b"/>
                        <a:pathLst>
                          <a:path w="493090" h="642668">
                            <a:moveTo>
                              <a:pt x="493091" y="561277"/>
                            </a:moveTo>
                            <a:lnTo>
                              <a:pt x="112545" y="642668"/>
                            </a:lnTo>
                            <a:lnTo>
                              <a:pt x="1141" y="121803"/>
                            </a:lnTo>
                            <a:cubicBezTo>
                              <a:pt x="-4761" y="94217"/>
                              <a:pt x="12821" y="67072"/>
                              <a:pt x="40407" y="61170"/>
                            </a:cubicBezTo>
                            <a:lnTo>
                              <a:pt x="321049" y="1141"/>
                            </a:lnTo>
                            <a:cubicBezTo>
                              <a:pt x="348636" y="-4761"/>
                              <a:pt x="375780" y="12821"/>
                              <a:pt x="381683" y="40407"/>
                            </a:cubicBezTo>
                            <a:lnTo>
                              <a:pt x="493091" y="561277"/>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118" name="Freeform 44">
                <a:extLst>
                  <a:ext uri="{FF2B5EF4-FFF2-40B4-BE49-F238E27FC236}">
                    <a16:creationId xmlns:a16="http://schemas.microsoft.com/office/drawing/2014/main" id="{437AC7F6-332A-E9D0-7BE3-4FC8A08ADC9D}"/>
                  </a:ext>
                </a:extLst>
              </p:cNvPr>
              <p:cNvSpPr/>
              <p:nvPr/>
            </p:nvSpPr>
            <p:spPr>
              <a:xfrm rot="-724509">
                <a:off x="3455708" y="1735418"/>
                <a:ext cx="390779" cy="103691"/>
              </a:xfrm>
              <a:custGeom>
                <a:avLst/>
                <a:gdLst>
                  <a:gd name="connsiteX0" fmla="*/ 0 w 226123"/>
                  <a:gd name="connsiteY0" fmla="*/ 0 h 60000"/>
                  <a:gd name="connsiteX1" fmla="*/ 226123 w 226123"/>
                  <a:gd name="connsiteY1" fmla="*/ 0 h 60000"/>
                  <a:gd name="connsiteX2" fmla="*/ 226123 w 226123"/>
                  <a:gd name="connsiteY2" fmla="*/ 60000 h 60000"/>
                  <a:gd name="connsiteX3" fmla="*/ 0 w 226123"/>
                  <a:gd name="connsiteY3" fmla="*/ 60000 h 60000"/>
                  <a:gd name="connsiteX4" fmla="*/ 0 w 226123"/>
                  <a:gd name="connsiteY4" fmla="*/ 0 h 6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123" h="60000" fill="none" extrusionOk="0">
                    <a:moveTo>
                      <a:pt x="0" y="0"/>
                    </a:moveTo>
                    <a:cubicBezTo>
                      <a:pt x="107998" y="-9435"/>
                      <a:pt x="177209" y="-5620"/>
                      <a:pt x="226123" y="0"/>
                    </a:cubicBezTo>
                    <a:cubicBezTo>
                      <a:pt x="223591" y="20601"/>
                      <a:pt x="225351" y="31630"/>
                      <a:pt x="226123" y="60000"/>
                    </a:cubicBezTo>
                    <a:cubicBezTo>
                      <a:pt x="158031" y="67336"/>
                      <a:pt x="55311" y="65543"/>
                      <a:pt x="0" y="60000"/>
                    </a:cubicBezTo>
                    <a:cubicBezTo>
                      <a:pt x="2980" y="38429"/>
                      <a:pt x="-2967" y="22935"/>
                      <a:pt x="0" y="0"/>
                    </a:cubicBezTo>
                    <a:close/>
                  </a:path>
                  <a:path w="226123" h="60000" stroke="0" extrusionOk="0">
                    <a:moveTo>
                      <a:pt x="0" y="0"/>
                    </a:moveTo>
                    <a:cubicBezTo>
                      <a:pt x="109543" y="5324"/>
                      <a:pt x="174453" y="-2991"/>
                      <a:pt x="226123" y="0"/>
                    </a:cubicBezTo>
                    <a:cubicBezTo>
                      <a:pt x="224670" y="18064"/>
                      <a:pt x="228121" y="30702"/>
                      <a:pt x="226123" y="60000"/>
                    </a:cubicBezTo>
                    <a:cubicBezTo>
                      <a:pt x="178829" y="50957"/>
                      <a:pt x="95157" y="53703"/>
                      <a:pt x="0" y="60000"/>
                    </a:cubicBezTo>
                    <a:cubicBezTo>
                      <a:pt x="-873" y="46246"/>
                      <a:pt x="2974" y="25264"/>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815618699">
                      <a:custGeom>
                        <a:avLst/>
                        <a:gdLst/>
                        <a:ahLst/>
                        <a:cxnLst/>
                        <a:rect l="l" t="t" r="r" b="b"/>
                        <a:pathLst>
                          <a:path w="390779" h="103691">
                            <a:moveTo>
                              <a:pt x="0" y="0"/>
                            </a:moveTo>
                            <a:lnTo>
                              <a:pt x="390779" y="0"/>
                            </a:lnTo>
                            <a:lnTo>
                              <a:pt x="390779" y="103691"/>
                            </a:lnTo>
                            <a:lnTo>
                              <a:pt x="0" y="103691"/>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119" name="Freeform 45">
                <a:extLst>
                  <a:ext uri="{FF2B5EF4-FFF2-40B4-BE49-F238E27FC236}">
                    <a16:creationId xmlns:a16="http://schemas.microsoft.com/office/drawing/2014/main" id="{AA1BA3B4-83F7-3EC2-68B0-2E2028CF5D44}"/>
                  </a:ext>
                </a:extLst>
              </p:cNvPr>
              <p:cNvSpPr/>
              <p:nvPr/>
            </p:nvSpPr>
            <p:spPr>
              <a:xfrm>
                <a:off x="3231806" y="1796877"/>
                <a:ext cx="1093002" cy="606392"/>
              </a:xfrm>
              <a:custGeom>
                <a:avLst/>
                <a:gdLst>
                  <a:gd name="connsiteX0" fmla="*/ 632462 w 632462"/>
                  <a:gd name="connsiteY0" fmla="*/ 215616 h 350887"/>
                  <a:gd name="connsiteX1" fmla="*/ 0 w 632462"/>
                  <a:gd name="connsiteY1" fmla="*/ 350887 h 350887"/>
                  <a:gd name="connsiteX2" fmla="*/ 138644 w 632462"/>
                  <a:gd name="connsiteY2" fmla="*/ 47097 h 350887"/>
                  <a:gd name="connsiteX3" fmla="*/ 358846 w 632462"/>
                  <a:gd name="connsiteY3" fmla="*/ 0 h 350887"/>
                  <a:gd name="connsiteX4" fmla="*/ 632462 w 632462"/>
                  <a:gd name="connsiteY4" fmla="*/ 215616 h 3508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462" h="350887" fill="none" extrusionOk="0">
                    <a:moveTo>
                      <a:pt x="632462" y="215616"/>
                    </a:moveTo>
                    <a:cubicBezTo>
                      <a:pt x="476286" y="261638"/>
                      <a:pt x="132235" y="320077"/>
                      <a:pt x="0" y="350887"/>
                    </a:cubicBezTo>
                    <a:cubicBezTo>
                      <a:pt x="54329" y="199571"/>
                      <a:pt x="77413" y="189146"/>
                      <a:pt x="138644" y="47097"/>
                    </a:cubicBezTo>
                    <a:cubicBezTo>
                      <a:pt x="206193" y="26818"/>
                      <a:pt x="311673" y="5532"/>
                      <a:pt x="358846" y="0"/>
                    </a:cubicBezTo>
                    <a:cubicBezTo>
                      <a:pt x="415575" y="52857"/>
                      <a:pt x="537279" y="151134"/>
                      <a:pt x="632462" y="215616"/>
                    </a:cubicBezTo>
                    <a:close/>
                  </a:path>
                  <a:path w="632462" h="350887" stroke="0" extrusionOk="0">
                    <a:moveTo>
                      <a:pt x="632462" y="215616"/>
                    </a:moveTo>
                    <a:cubicBezTo>
                      <a:pt x="376964" y="279881"/>
                      <a:pt x="149973" y="286429"/>
                      <a:pt x="0" y="350887"/>
                    </a:cubicBezTo>
                    <a:cubicBezTo>
                      <a:pt x="64180" y="245726"/>
                      <a:pt x="66008" y="186877"/>
                      <a:pt x="138644" y="47097"/>
                    </a:cubicBezTo>
                    <a:cubicBezTo>
                      <a:pt x="218675" y="22391"/>
                      <a:pt x="271132" y="28095"/>
                      <a:pt x="358846" y="0"/>
                    </a:cubicBezTo>
                    <a:cubicBezTo>
                      <a:pt x="449084" y="59923"/>
                      <a:pt x="535048" y="135998"/>
                      <a:pt x="632462" y="215616"/>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4126872316">
                      <a:custGeom>
                        <a:avLst/>
                        <a:gdLst/>
                        <a:ahLst/>
                        <a:cxnLst/>
                        <a:rect l="l" t="t" r="r" b="b"/>
                        <a:pathLst>
                          <a:path w="1093002" h="606392">
                            <a:moveTo>
                              <a:pt x="1093002" y="372621"/>
                            </a:moveTo>
                            <a:lnTo>
                              <a:pt x="0" y="606393"/>
                            </a:lnTo>
                            <a:lnTo>
                              <a:pt x="239601" y="81392"/>
                            </a:lnTo>
                            <a:lnTo>
                              <a:pt x="620147" y="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lnSpcReduction="10000"/>
              </a:bodyPr>
              <a:lstStyle/>
              <a:p>
                <a:pPr marL="0" algn="l"/>
                <a:endParaRPr/>
              </a:p>
            </p:txBody>
          </p:sp>
          <p:sp>
            <p:nvSpPr>
              <p:cNvPr id="120" name="Freeform 46">
                <a:extLst>
                  <a:ext uri="{FF2B5EF4-FFF2-40B4-BE49-F238E27FC236}">
                    <a16:creationId xmlns:a16="http://schemas.microsoft.com/office/drawing/2014/main" id="{07F8AE83-1067-F15C-8051-345D3A6E9A12}"/>
                  </a:ext>
                </a:extLst>
              </p:cNvPr>
              <p:cNvSpPr/>
              <p:nvPr/>
            </p:nvSpPr>
            <p:spPr>
              <a:xfrm>
                <a:off x="3667345" y="1796877"/>
                <a:ext cx="657463" cy="492828"/>
              </a:xfrm>
              <a:custGeom>
                <a:avLst/>
                <a:gdLst>
                  <a:gd name="connsiteX0" fmla="*/ 0 w 380439"/>
                  <a:gd name="connsiteY0" fmla="*/ 22847 h 285173"/>
                  <a:gd name="connsiteX1" fmla="*/ 106823 w 380439"/>
                  <a:gd name="connsiteY1" fmla="*/ 0 h 285173"/>
                  <a:gd name="connsiteX2" fmla="*/ 380439 w 380439"/>
                  <a:gd name="connsiteY2" fmla="*/ 215615 h 285173"/>
                  <a:gd name="connsiteX3" fmla="*/ 59272 w 380439"/>
                  <a:gd name="connsiteY3" fmla="*/ 285173 h 285173"/>
                </a:gdLst>
                <a:ahLst/>
                <a:cxnLst>
                  <a:cxn ang="0">
                    <a:pos x="connsiteX0" y="connsiteY0"/>
                  </a:cxn>
                  <a:cxn ang="0">
                    <a:pos x="connsiteX1" y="connsiteY1"/>
                  </a:cxn>
                  <a:cxn ang="0">
                    <a:pos x="connsiteX2" y="connsiteY2"/>
                  </a:cxn>
                  <a:cxn ang="0">
                    <a:pos x="connsiteX3" y="connsiteY3"/>
                  </a:cxn>
                </a:cxnLst>
                <a:rect l="l" t="t" r="r" b="b"/>
                <a:pathLst>
                  <a:path w="380439" h="285173" extrusionOk="0">
                    <a:moveTo>
                      <a:pt x="0" y="22847"/>
                    </a:moveTo>
                    <a:cubicBezTo>
                      <a:pt x="26399" y="22541"/>
                      <a:pt x="73790" y="2014"/>
                      <a:pt x="106823" y="0"/>
                    </a:cubicBezTo>
                    <a:cubicBezTo>
                      <a:pt x="194179" y="49933"/>
                      <a:pt x="312542" y="160962"/>
                      <a:pt x="380439" y="215615"/>
                    </a:cubicBezTo>
                    <a:cubicBezTo>
                      <a:pt x="391261" y="235869"/>
                      <a:pt x="132534" y="262828"/>
                      <a:pt x="59272" y="285173"/>
                    </a:cubicBezTo>
                  </a:path>
                </a:pathLst>
              </a:custGeom>
              <a:ln>
                <a:extLst>
                  <a:ext uri="{C807C97D-BFC1-408E-A445-0C87EB9F89A2}">
                    <ask:lineSketchStyleProps xmlns:ask="http://schemas.microsoft.com/office/drawing/2018/sketchyshapes" sd="701622874">
                      <a:custGeom>
                        <a:avLst/>
                        <a:gdLst/>
                        <a:ahLst/>
                        <a:cxnLst/>
                        <a:rect l="l" t="t" r="r" b="b"/>
                        <a:pathLst>
                          <a:path w="657463" h="492828">
                            <a:moveTo>
                              <a:pt x="0" y="39485"/>
                            </a:moveTo>
                            <a:lnTo>
                              <a:pt x="184609" y="0"/>
                            </a:lnTo>
                            <a:lnTo>
                              <a:pt x="657464" y="372621"/>
                            </a:lnTo>
                            <a:cubicBezTo>
                              <a:pt x="657464" y="372621"/>
                              <a:pt x="262284" y="459718"/>
                              <a:pt x="102433" y="492829"/>
                            </a:cubicBezTo>
                          </a:path>
                        </a:pathLst>
                      </a:custGeom>
                      <ask:type>
                        <ask:lineSketchFreehand/>
                      </ask:type>
                    </ask:lineSketchStyleProps>
                  </a:ext>
                </a:extLst>
              </a:ln>
            </p:spPr>
            <p:style>
              <a:lnRef idx="1">
                <a:schemeClr val="accent3">
                  <a:lumMod val="67000"/>
                </a:schemeClr>
              </a:lnRef>
              <a:fillRef idx="0">
                <a:schemeClr val="accent3">
                  <a:lumMod val="67000"/>
                </a:schemeClr>
              </a:fillRef>
              <a:effectRef idx="0">
                <a:schemeClr val="accent3">
                  <a:lumMod val="67000"/>
                </a:schemeClr>
              </a:effectRef>
              <a:fontRef idx="minor">
                <a:schemeClr val="tx1"/>
              </a:fontRef>
            </p:style>
            <p:txBody>
              <a:bodyPr vert="horz" lIns="91440" tIns="45720" rIns="91440" bIns="45720" anchor="ctr">
                <a:normAutofit fontScale="85000" lnSpcReduction="20000"/>
              </a:bodyPr>
              <a:lstStyle/>
              <a:p>
                <a:pPr marL="0" algn="l"/>
                <a:endParaRPr/>
              </a:p>
            </p:txBody>
          </p:sp>
          <p:sp>
            <p:nvSpPr>
              <p:cNvPr id="121" name="Freeform 47">
                <a:extLst>
                  <a:ext uri="{FF2B5EF4-FFF2-40B4-BE49-F238E27FC236}">
                    <a16:creationId xmlns:a16="http://schemas.microsoft.com/office/drawing/2014/main" id="{C4BDFC56-B58C-C461-13CF-F4D14D3CFA00}"/>
                  </a:ext>
                </a:extLst>
              </p:cNvPr>
              <p:cNvSpPr/>
              <p:nvPr/>
            </p:nvSpPr>
            <p:spPr>
              <a:xfrm>
                <a:off x="3571633" y="1358410"/>
                <a:ext cx="281936" cy="477952"/>
              </a:xfrm>
              <a:custGeom>
                <a:avLst/>
                <a:gdLst>
                  <a:gd name="connsiteX0" fmla="*/ 163141 w 163141"/>
                  <a:gd name="connsiteY0" fmla="*/ 253516 h 276565"/>
                  <a:gd name="connsiteX1" fmla="*/ 55381 w 163141"/>
                  <a:gd name="connsiteY1" fmla="*/ 276565 h 276565"/>
                  <a:gd name="connsiteX2" fmla="*/ 0 w 163141"/>
                  <a:gd name="connsiteY2" fmla="*/ 17640 h 276565"/>
                  <a:gd name="connsiteX3" fmla="*/ 79471 w 163141"/>
                  <a:gd name="connsiteY3" fmla="*/ 645 h 276565"/>
                  <a:gd name="connsiteX4" fmla="*/ 113809 w 163141"/>
                  <a:gd name="connsiteY4" fmla="*/ 22885 h 276565"/>
                  <a:gd name="connsiteX5" fmla="*/ 163141 w 163141"/>
                  <a:gd name="connsiteY5" fmla="*/ 253516 h 27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141" h="276565" fill="none" extrusionOk="0">
                    <a:moveTo>
                      <a:pt x="163141" y="253516"/>
                    </a:moveTo>
                    <a:cubicBezTo>
                      <a:pt x="128945" y="263368"/>
                      <a:pt x="90386" y="274500"/>
                      <a:pt x="55381" y="276565"/>
                    </a:cubicBezTo>
                    <a:cubicBezTo>
                      <a:pt x="42225" y="202646"/>
                      <a:pt x="29018" y="131200"/>
                      <a:pt x="0" y="17640"/>
                    </a:cubicBezTo>
                    <a:cubicBezTo>
                      <a:pt x="30892" y="11388"/>
                      <a:pt x="44012" y="7418"/>
                      <a:pt x="79471" y="645"/>
                    </a:cubicBezTo>
                    <a:cubicBezTo>
                      <a:pt x="94059" y="346"/>
                      <a:pt x="111000" y="4740"/>
                      <a:pt x="113809" y="22885"/>
                    </a:cubicBezTo>
                    <a:cubicBezTo>
                      <a:pt x="143008" y="116949"/>
                      <a:pt x="133167" y="163209"/>
                      <a:pt x="163141" y="253516"/>
                    </a:cubicBezTo>
                    <a:close/>
                  </a:path>
                  <a:path w="163141" h="276565" stroke="0" extrusionOk="0">
                    <a:moveTo>
                      <a:pt x="163141" y="253516"/>
                    </a:moveTo>
                    <a:cubicBezTo>
                      <a:pt x="137665" y="253630"/>
                      <a:pt x="80005" y="273867"/>
                      <a:pt x="55381" y="276565"/>
                    </a:cubicBezTo>
                    <a:cubicBezTo>
                      <a:pt x="43206" y="171190"/>
                      <a:pt x="19436" y="80691"/>
                      <a:pt x="0" y="17640"/>
                    </a:cubicBezTo>
                    <a:cubicBezTo>
                      <a:pt x="21936" y="15721"/>
                      <a:pt x="62369" y="2442"/>
                      <a:pt x="79471" y="645"/>
                    </a:cubicBezTo>
                    <a:cubicBezTo>
                      <a:pt x="96856" y="-1836"/>
                      <a:pt x="108073" y="6316"/>
                      <a:pt x="113809" y="22885"/>
                    </a:cubicBezTo>
                    <a:cubicBezTo>
                      <a:pt x="137998" y="95970"/>
                      <a:pt x="143498" y="175254"/>
                      <a:pt x="163141" y="253516"/>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586158166">
                      <a:custGeom>
                        <a:avLst/>
                        <a:gdLst/>
                        <a:ahLst/>
                        <a:cxnLst/>
                        <a:rect l="l" t="t" r="r" b="b"/>
                        <a:pathLst>
                          <a:path w="281936" h="477952">
                            <a:moveTo>
                              <a:pt x="281937" y="438120"/>
                            </a:moveTo>
                            <a:lnTo>
                              <a:pt x="95708" y="477952"/>
                            </a:lnTo>
                            <a:lnTo>
                              <a:pt x="0" y="30485"/>
                            </a:lnTo>
                            <a:lnTo>
                              <a:pt x="137340" y="1116"/>
                            </a:lnTo>
                            <a:cubicBezTo>
                              <a:pt x="164339" y="-4658"/>
                              <a:pt x="190910" y="12547"/>
                              <a:pt x="196683" y="39550"/>
                            </a:cubicBezTo>
                            <a:lnTo>
                              <a:pt x="281937" y="43812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85000" lnSpcReduction="20000"/>
              </a:bodyPr>
              <a:lstStyle/>
              <a:p>
                <a:pPr marL="0" algn="l"/>
                <a:endParaRPr/>
              </a:p>
            </p:txBody>
          </p:sp>
        </p:grpSp>
        <p:grpSp>
          <p:nvGrpSpPr>
            <p:cNvPr id="9" name="Group 48">
              <a:extLst>
                <a:ext uri="{FF2B5EF4-FFF2-40B4-BE49-F238E27FC236}">
                  <a16:creationId xmlns:a16="http://schemas.microsoft.com/office/drawing/2014/main" id="{0A53F5DF-56FF-6A71-F68B-B0E4D6852D43}"/>
                </a:ext>
              </a:extLst>
            </p:cNvPr>
            <p:cNvGrpSpPr/>
            <p:nvPr/>
          </p:nvGrpSpPr>
          <p:grpSpPr>
            <a:xfrm>
              <a:off x="1808611" y="2154894"/>
              <a:ext cx="300966" cy="637812"/>
              <a:chOff x="2966156" y="3955034"/>
              <a:chExt cx="685732" cy="1453212"/>
            </a:xfrm>
            <a:grpFill/>
          </p:grpSpPr>
          <p:grpSp>
            <p:nvGrpSpPr>
              <p:cNvPr id="76" name="Group 49">
                <a:extLst>
                  <a:ext uri="{FF2B5EF4-FFF2-40B4-BE49-F238E27FC236}">
                    <a16:creationId xmlns:a16="http://schemas.microsoft.com/office/drawing/2014/main" id="{78A3FAE3-4E7D-286F-7FED-50A93ACD8AD8}"/>
                  </a:ext>
                </a:extLst>
              </p:cNvPr>
              <p:cNvGrpSpPr/>
              <p:nvPr/>
            </p:nvGrpSpPr>
            <p:grpSpPr>
              <a:xfrm>
                <a:off x="2966156" y="4185473"/>
                <a:ext cx="243198" cy="851981"/>
                <a:chOff x="2966156" y="4185473"/>
                <a:chExt cx="243198" cy="851981"/>
              </a:xfrm>
              <a:grpFill/>
            </p:grpSpPr>
            <p:sp>
              <p:nvSpPr>
                <p:cNvPr id="94" name="Freeform 50">
                  <a:extLst>
                    <a:ext uri="{FF2B5EF4-FFF2-40B4-BE49-F238E27FC236}">
                      <a16:creationId xmlns:a16="http://schemas.microsoft.com/office/drawing/2014/main" id="{BEB01A11-3458-B028-ACD1-4C8445DB4638}"/>
                    </a:ext>
                  </a:extLst>
                </p:cNvPr>
                <p:cNvSpPr/>
                <p:nvPr/>
              </p:nvSpPr>
              <p:spPr>
                <a:xfrm>
                  <a:off x="3152760" y="4922272"/>
                  <a:ext cx="41947" cy="115182"/>
                </a:xfrm>
                <a:custGeom>
                  <a:avLst/>
                  <a:gdLst>
                    <a:gd name="connsiteX0" fmla="*/ 19058 w 24273"/>
                    <a:gd name="connsiteY0" fmla="*/ 66510 h 66650"/>
                    <a:gd name="connsiteX1" fmla="*/ 19058 w 24273"/>
                    <a:gd name="connsiteY1" fmla="*/ 66510 h 66650"/>
                    <a:gd name="connsiteX2" fmla="*/ 11307 w 24273"/>
                    <a:gd name="connsiteY2" fmla="*/ 61433 h 66650"/>
                    <a:gd name="connsiteX3" fmla="*/ 138 w 24273"/>
                    <a:gd name="connsiteY3" fmla="*/ 7890 h 66650"/>
                    <a:gd name="connsiteX4" fmla="*/ 5216 w 24273"/>
                    <a:gd name="connsiteY4" fmla="*/ 139 h 66650"/>
                    <a:gd name="connsiteX5" fmla="*/ 5216 w 24273"/>
                    <a:gd name="connsiteY5" fmla="*/ 139 h 66650"/>
                    <a:gd name="connsiteX6" fmla="*/ 12966 w 24273"/>
                    <a:gd name="connsiteY6" fmla="*/ 5216 h 66650"/>
                    <a:gd name="connsiteX7" fmla="*/ 24132 w 24273"/>
                    <a:gd name="connsiteY7" fmla="*/ 58757 h 66650"/>
                    <a:gd name="connsiteX8" fmla="*/ 19058 w 24273"/>
                    <a:gd name="connsiteY8" fmla="*/ 66510 h 66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273" h="66650" fill="none" extrusionOk="0">
                      <a:moveTo>
                        <a:pt x="19058" y="66510"/>
                      </a:moveTo>
                      <a:lnTo>
                        <a:pt x="19058" y="66510"/>
                      </a:lnTo>
                      <a:cubicBezTo>
                        <a:pt x="15792" y="67534"/>
                        <a:pt x="12067" y="64845"/>
                        <a:pt x="11307" y="61433"/>
                      </a:cubicBezTo>
                      <a:cubicBezTo>
                        <a:pt x="9369" y="48539"/>
                        <a:pt x="2930" y="19858"/>
                        <a:pt x="138" y="7890"/>
                      </a:cubicBezTo>
                      <a:cubicBezTo>
                        <a:pt x="-640" y="3830"/>
                        <a:pt x="2056" y="786"/>
                        <a:pt x="5216" y="139"/>
                      </a:cubicBezTo>
                      <a:lnTo>
                        <a:pt x="5216" y="139"/>
                      </a:lnTo>
                      <a:cubicBezTo>
                        <a:pt x="9106" y="151"/>
                        <a:pt x="11990" y="818"/>
                        <a:pt x="12966" y="5216"/>
                      </a:cubicBezTo>
                      <a:cubicBezTo>
                        <a:pt x="15353" y="26853"/>
                        <a:pt x="16528" y="33827"/>
                        <a:pt x="24132" y="58757"/>
                      </a:cubicBezTo>
                      <a:cubicBezTo>
                        <a:pt x="24507" y="62801"/>
                        <a:pt x="22246" y="65895"/>
                        <a:pt x="19058" y="66510"/>
                      </a:cubicBezTo>
                      <a:close/>
                    </a:path>
                    <a:path w="24273" h="66650" stroke="0" extrusionOk="0">
                      <a:moveTo>
                        <a:pt x="19058" y="66510"/>
                      </a:moveTo>
                      <a:lnTo>
                        <a:pt x="19058" y="66510"/>
                      </a:lnTo>
                      <a:cubicBezTo>
                        <a:pt x="15651" y="67585"/>
                        <a:pt x="11515" y="64696"/>
                        <a:pt x="11307" y="61433"/>
                      </a:cubicBezTo>
                      <a:cubicBezTo>
                        <a:pt x="8428" y="47714"/>
                        <a:pt x="7087" y="34323"/>
                        <a:pt x="138" y="7890"/>
                      </a:cubicBezTo>
                      <a:cubicBezTo>
                        <a:pt x="-34" y="5009"/>
                        <a:pt x="1566" y="1061"/>
                        <a:pt x="5216" y="139"/>
                      </a:cubicBezTo>
                      <a:lnTo>
                        <a:pt x="5216" y="139"/>
                      </a:lnTo>
                      <a:cubicBezTo>
                        <a:pt x="8236" y="-830"/>
                        <a:pt x="12869" y="1986"/>
                        <a:pt x="12966" y="5216"/>
                      </a:cubicBezTo>
                      <a:cubicBezTo>
                        <a:pt x="15516" y="21570"/>
                        <a:pt x="23111" y="44498"/>
                        <a:pt x="24132" y="58757"/>
                      </a:cubicBezTo>
                      <a:cubicBezTo>
                        <a:pt x="25395" y="62548"/>
                        <a:pt x="22403" y="66269"/>
                        <a:pt x="19058" y="6651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829054062">
                        <a:custGeom>
                          <a:avLst/>
                          <a:gdLst/>
                          <a:ahLst/>
                          <a:cxnLst/>
                          <a:rect l="l" t="t" r="r" b="b"/>
                          <a:pathLst>
                            <a:path w="41947" h="115182">
                              <a:moveTo>
                                <a:pt x="32935" y="114941"/>
                              </a:moveTo>
                              <a:lnTo>
                                <a:pt x="32935" y="114941"/>
                              </a:lnTo>
                              <a:cubicBezTo>
                                <a:pt x="26814" y="116218"/>
                                <a:pt x="20818" y="112292"/>
                                <a:pt x="19541" y="106167"/>
                              </a:cubicBezTo>
                              <a:lnTo>
                                <a:pt x="240" y="13636"/>
                              </a:lnTo>
                              <a:cubicBezTo>
                                <a:pt x="-1033" y="7515"/>
                                <a:pt x="2893" y="1518"/>
                                <a:pt x="9014" y="241"/>
                              </a:cubicBezTo>
                              <a:lnTo>
                                <a:pt x="9014" y="241"/>
                              </a:lnTo>
                              <a:cubicBezTo>
                                <a:pt x="15134" y="-1036"/>
                                <a:pt x="21131" y="2890"/>
                                <a:pt x="22408" y="9015"/>
                              </a:cubicBezTo>
                              <a:lnTo>
                                <a:pt x="41705" y="101542"/>
                              </a:lnTo>
                              <a:cubicBezTo>
                                <a:pt x="42986" y="107667"/>
                                <a:pt x="39056" y="113664"/>
                                <a:pt x="32935" y="114941"/>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95" name="Freeform 51">
                  <a:extLst>
                    <a:ext uri="{FF2B5EF4-FFF2-40B4-BE49-F238E27FC236}">
                      <a16:creationId xmlns:a16="http://schemas.microsoft.com/office/drawing/2014/main" id="{88559E01-D17D-DDEB-F284-2739FA1FCC47}"/>
                    </a:ext>
                  </a:extLst>
                </p:cNvPr>
                <p:cNvSpPr/>
                <p:nvPr/>
              </p:nvSpPr>
              <p:spPr>
                <a:xfrm>
                  <a:off x="2983287" y="4185473"/>
                  <a:ext cx="85687" cy="173358"/>
                </a:xfrm>
                <a:custGeom>
                  <a:avLst/>
                  <a:gdLst>
                    <a:gd name="connsiteX0" fmla="*/ 35173 w 49583"/>
                    <a:gd name="connsiteY0" fmla="*/ 99932 h 100313"/>
                    <a:gd name="connsiteX1" fmla="*/ 35173 w 49583"/>
                    <a:gd name="connsiteY1" fmla="*/ 99932 h 100313"/>
                    <a:gd name="connsiteX2" fmla="*/ 13749 w 49583"/>
                    <a:gd name="connsiteY2" fmla="*/ 85904 h 100313"/>
                    <a:gd name="connsiteX3" fmla="*/ 380 w 49583"/>
                    <a:gd name="connsiteY3" fmla="*/ 21805 h 100313"/>
                    <a:gd name="connsiteX4" fmla="*/ 14409 w 49583"/>
                    <a:gd name="connsiteY4" fmla="*/ 381 h 100313"/>
                    <a:gd name="connsiteX5" fmla="*/ 14409 w 49583"/>
                    <a:gd name="connsiteY5" fmla="*/ 381 h 100313"/>
                    <a:gd name="connsiteX6" fmla="*/ 35831 w 49583"/>
                    <a:gd name="connsiteY6" fmla="*/ 14411 h 100313"/>
                    <a:gd name="connsiteX7" fmla="*/ 49202 w 49583"/>
                    <a:gd name="connsiteY7" fmla="*/ 78510 h 100313"/>
                    <a:gd name="connsiteX8" fmla="*/ 35173 w 49583"/>
                    <a:gd name="connsiteY8" fmla="*/ 99932 h 100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83" h="100313" fill="none" extrusionOk="0">
                      <a:moveTo>
                        <a:pt x="35173" y="99932"/>
                      </a:moveTo>
                      <a:lnTo>
                        <a:pt x="35173" y="99932"/>
                      </a:lnTo>
                      <a:cubicBezTo>
                        <a:pt x="26199" y="102719"/>
                        <a:pt x="15892" y="95902"/>
                        <a:pt x="13749" y="85904"/>
                      </a:cubicBezTo>
                      <a:cubicBezTo>
                        <a:pt x="10102" y="56434"/>
                        <a:pt x="3019" y="43587"/>
                        <a:pt x="380" y="21805"/>
                      </a:cubicBezTo>
                      <a:cubicBezTo>
                        <a:pt x="-3055" y="14106"/>
                        <a:pt x="3219" y="3270"/>
                        <a:pt x="14409" y="381"/>
                      </a:cubicBezTo>
                      <a:lnTo>
                        <a:pt x="14409" y="381"/>
                      </a:lnTo>
                      <a:cubicBezTo>
                        <a:pt x="26314" y="-2372"/>
                        <a:pt x="33724" y="7062"/>
                        <a:pt x="35831" y="14411"/>
                      </a:cubicBezTo>
                      <a:cubicBezTo>
                        <a:pt x="41681" y="42913"/>
                        <a:pt x="46832" y="64588"/>
                        <a:pt x="49202" y="78510"/>
                      </a:cubicBezTo>
                      <a:cubicBezTo>
                        <a:pt x="52315" y="89293"/>
                        <a:pt x="45529" y="99275"/>
                        <a:pt x="35173" y="99932"/>
                      </a:cubicBezTo>
                      <a:close/>
                    </a:path>
                    <a:path w="49583" h="100313" stroke="0" extrusionOk="0">
                      <a:moveTo>
                        <a:pt x="35173" y="99932"/>
                      </a:moveTo>
                      <a:lnTo>
                        <a:pt x="35173" y="99932"/>
                      </a:lnTo>
                      <a:cubicBezTo>
                        <a:pt x="26166" y="102704"/>
                        <a:pt x="14908" y="96214"/>
                        <a:pt x="13749" y="85904"/>
                      </a:cubicBezTo>
                      <a:cubicBezTo>
                        <a:pt x="7268" y="58578"/>
                        <a:pt x="4837" y="53117"/>
                        <a:pt x="380" y="21805"/>
                      </a:cubicBezTo>
                      <a:cubicBezTo>
                        <a:pt x="-1506" y="11571"/>
                        <a:pt x="3302" y="2228"/>
                        <a:pt x="14409" y="381"/>
                      </a:cubicBezTo>
                      <a:lnTo>
                        <a:pt x="14409" y="381"/>
                      </a:lnTo>
                      <a:cubicBezTo>
                        <a:pt x="24117" y="-962"/>
                        <a:pt x="35172" y="4505"/>
                        <a:pt x="35831" y="14411"/>
                      </a:cubicBezTo>
                      <a:cubicBezTo>
                        <a:pt x="41145" y="43921"/>
                        <a:pt x="44959" y="57813"/>
                        <a:pt x="49202" y="78510"/>
                      </a:cubicBezTo>
                      <a:cubicBezTo>
                        <a:pt x="52867" y="87610"/>
                        <a:pt x="47230" y="97627"/>
                        <a:pt x="35173" y="99932"/>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063857043">
                        <a:custGeom>
                          <a:avLst/>
                          <a:gdLst/>
                          <a:ahLst/>
                          <a:cxnLst/>
                          <a:rect l="l" t="t" r="r" b="b"/>
                          <a:pathLst>
                            <a:path w="85687" h="173358">
                              <a:moveTo>
                                <a:pt x="60786" y="172700"/>
                              </a:moveTo>
                              <a:lnTo>
                                <a:pt x="60786" y="172700"/>
                              </a:lnTo>
                              <a:cubicBezTo>
                                <a:pt x="43937" y="176215"/>
                                <a:pt x="27276" y="165302"/>
                                <a:pt x="23761" y="148457"/>
                              </a:cubicBezTo>
                              <a:lnTo>
                                <a:pt x="658" y="37683"/>
                              </a:lnTo>
                              <a:cubicBezTo>
                                <a:pt x="-2856" y="20838"/>
                                <a:pt x="8057" y="4173"/>
                                <a:pt x="24901" y="659"/>
                              </a:cubicBezTo>
                              <a:lnTo>
                                <a:pt x="24901" y="659"/>
                              </a:lnTo>
                              <a:cubicBezTo>
                                <a:pt x="41746" y="-2856"/>
                                <a:pt x="58411" y="8052"/>
                                <a:pt x="61922" y="24906"/>
                              </a:cubicBezTo>
                              <a:lnTo>
                                <a:pt x="85029" y="135680"/>
                              </a:lnTo>
                              <a:cubicBezTo>
                                <a:pt x="88544" y="152525"/>
                                <a:pt x="77635" y="169185"/>
                                <a:pt x="60786" y="172700"/>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96" name="Freeform 52">
                  <a:extLst>
                    <a:ext uri="{FF2B5EF4-FFF2-40B4-BE49-F238E27FC236}">
                      <a16:creationId xmlns:a16="http://schemas.microsoft.com/office/drawing/2014/main" id="{8F920849-B612-1D8C-0C2F-4C4B417DF6B6}"/>
                    </a:ext>
                  </a:extLst>
                </p:cNvPr>
                <p:cNvSpPr/>
                <p:nvPr/>
              </p:nvSpPr>
              <p:spPr>
                <a:xfrm>
                  <a:off x="3113769" y="4811077"/>
                  <a:ext cx="85686" cy="173357"/>
                </a:xfrm>
                <a:custGeom>
                  <a:avLst/>
                  <a:gdLst>
                    <a:gd name="connsiteX0" fmla="*/ 35171 w 49582"/>
                    <a:gd name="connsiteY0" fmla="*/ 99931 h 100312"/>
                    <a:gd name="connsiteX1" fmla="*/ 35171 w 49582"/>
                    <a:gd name="connsiteY1" fmla="*/ 99931 h 100312"/>
                    <a:gd name="connsiteX2" fmla="*/ 13749 w 49582"/>
                    <a:gd name="connsiteY2" fmla="*/ 85901 h 100312"/>
                    <a:gd name="connsiteX3" fmla="*/ 380 w 49582"/>
                    <a:gd name="connsiteY3" fmla="*/ 21802 h 100312"/>
                    <a:gd name="connsiteX4" fmla="*/ 14408 w 49582"/>
                    <a:gd name="connsiteY4" fmla="*/ 381 h 100312"/>
                    <a:gd name="connsiteX5" fmla="*/ 14408 w 49582"/>
                    <a:gd name="connsiteY5" fmla="*/ 381 h 100312"/>
                    <a:gd name="connsiteX6" fmla="*/ 35831 w 49582"/>
                    <a:gd name="connsiteY6" fmla="*/ 14409 h 100312"/>
                    <a:gd name="connsiteX7" fmla="*/ 49201 w 49582"/>
                    <a:gd name="connsiteY7" fmla="*/ 78508 h 100312"/>
                    <a:gd name="connsiteX8" fmla="*/ 35171 w 49582"/>
                    <a:gd name="connsiteY8" fmla="*/ 99931 h 100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82" h="100312" fill="none" extrusionOk="0">
                      <a:moveTo>
                        <a:pt x="35171" y="99931"/>
                      </a:moveTo>
                      <a:lnTo>
                        <a:pt x="35171" y="99931"/>
                      </a:lnTo>
                      <a:cubicBezTo>
                        <a:pt x="23924" y="100291"/>
                        <a:pt x="16003" y="95506"/>
                        <a:pt x="13749" y="85901"/>
                      </a:cubicBezTo>
                      <a:cubicBezTo>
                        <a:pt x="11284" y="73027"/>
                        <a:pt x="5664" y="43118"/>
                        <a:pt x="380" y="21802"/>
                      </a:cubicBezTo>
                      <a:cubicBezTo>
                        <a:pt x="440" y="11925"/>
                        <a:pt x="4981" y="2611"/>
                        <a:pt x="14408" y="381"/>
                      </a:cubicBezTo>
                      <a:lnTo>
                        <a:pt x="14408" y="381"/>
                      </a:lnTo>
                      <a:cubicBezTo>
                        <a:pt x="26226" y="-2834"/>
                        <a:pt x="34076" y="4746"/>
                        <a:pt x="35831" y="14409"/>
                      </a:cubicBezTo>
                      <a:cubicBezTo>
                        <a:pt x="41303" y="34834"/>
                        <a:pt x="43848" y="59349"/>
                        <a:pt x="49201" y="78508"/>
                      </a:cubicBezTo>
                      <a:cubicBezTo>
                        <a:pt x="50673" y="88408"/>
                        <a:pt x="46156" y="99644"/>
                        <a:pt x="35171" y="99931"/>
                      </a:cubicBezTo>
                      <a:close/>
                    </a:path>
                    <a:path w="49582" h="100312" stroke="0" extrusionOk="0">
                      <a:moveTo>
                        <a:pt x="35171" y="99931"/>
                      </a:moveTo>
                      <a:lnTo>
                        <a:pt x="35171" y="99931"/>
                      </a:lnTo>
                      <a:cubicBezTo>
                        <a:pt x="25037" y="101077"/>
                        <a:pt x="15607" y="94265"/>
                        <a:pt x="13749" y="85901"/>
                      </a:cubicBezTo>
                      <a:cubicBezTo>
                        <a:pt x="8309" y="67489"/>
                        <a:pt x="3449" y="46259"/>
                        <a:pt x="380" y="21802"/>
                      </a:cubicBezTo>
                      <a:cubicBezTo>
                        <a:pt x="-2392" y="13412"/>
                        <a:pt x="6776" y="1481"/>
                        <a:pt x="14408" y="381"/>
                      </a:cubicBezTo>
                      <a:lnTo>
                        <a:pt x="14408" y="381"/>
                      </a:lnTo>
                      <a:cubicBezTo>
                        <a:pt x="23363" y="-3101"/>
                        <a:pt x="33566" y="4559"/>
                        <a:pt x="35831" y="14409"/>
                      </a:cubicBezTo>
                      <a:cubicBezTo>
                        <a:pt x="39869" y="36194"/>
                        <a:pt x="45444" y="61378"/>
                        <a:pt x="49201" y="78508"/>
                      </a:cubicBezTo>
                      <a:cubicBezTo>
                        <a:pt x="51224" y="88845"/>
                        <a:pt x="45640" y="97482"/>
                        <a:pt x="35171" y="99931"/>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468360314">
                        <a:custGeom>
                          <a:avLst/>
                          <a:gdLst/>
                          <a:ahLst/>
                          <a:cxnLst/>
                          <a:rect l="l" t="t" r="r" b="b"/>
                          <a:pathLst>
                            <a:path w="85686" h="173357">
                              <a:moveTo>
                                <a:pt x="60782" y="172700"/>
                              </a:moveTo>
                              <a:lnTo>
                                <a:pt x="60782" y="172700"/>
                              </a:lnTo>
                              <a:cubicBezTo>
                                <a:pt x="43937" y="176211"/>
                                <a:pt x="27276" y="165302"/>
                                <a:pt x="23761" y="148453"/>
                              </a:cubicBezTo>
                              <a:lnTo>
                                <a:pt x="658" y="37679"/>
                              </a:lnTo>
                              <a:cubicBezTo>
                                <a:pt x="-2856" y="20829"/>
                                <a:pt x="8057" y="4173"/>
                                <a:pt x="24901" y="659"/>
                              </a:cubicBezTo>
                              <a:lnTo>
                                <a:pt x="24901" y="659"/>
                              </a:lnTo>
                              <a:cubicBezTo>
                                <a:pt x="41746" y="-2856"/>
                                <a:pt x="58407" y="8052"/>
                                <a:pt x="61922" y="24902"/>
                              </a:cubicBezTo>
                              <a:lnTo>
                                <a:pt x="85029" y="135676"/>
                              </a:lnTo>
                              <a:cubicBezTo>
                                <a:pt x="88539" y="152525"/>
                                <a:pt x="77631" y="169185"/>
                                <a:pt x="60782" y="172700"/>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97" name="Freeform 53">
                  <a:extLst>
                    <a:ext uri="{FF2B5EF4-FFF2-40B4-BE49-F238E27FC236}">
                      <a16:creationId xmlns:a16="http://schemas.microsoft.com/office/drawing/2014/main" id="{F06B763E-F47C-97B3-5302-C6A18B94DBDD}"/>
                    </a:ext>
                  </a:extLst>
                </p:cNvPr>
                <p:cNvSpPr/>
                <p:nvPr/>
              </p:nvSpPr>
              <p:spPr>
                <a:xfrm>
                  <a:off x="2966156" y="4264268"/>
                  <a:ext cx="236311" cy="638426"/>
                </a:xfrm>
                <a:custGeom>
                  <a:avLst/>
                  <a:gdLst>
                    <a:gd name="connsiteX0" fmla="*/ 54695 w 136741"/>
                    <a:gd name="connsiteY0" fmla="*/ 392 h 369423"/>
                    <a:gd name="connsiteX1" fmla="*/ 14718 w 136741"/>
                    <a:gd name="connsiteY1" fmla="*/ 8731 h 369423"/>
                    <a:gd name="connsiteX2" fmla="*/ 392 w 136741"/>
                    <a:gd name="connsiteY2" fmla="*/ 30606 h 369423"/>
                    <a:gd name="connsiteX3" fmla="*/ 34367 w 136741"/>
                    <a:gd name="connsiteY3" fmla="*/ 193508 h 369423"/>
                    <a:gd name="connsiteX4" fmla="*/ 76721 w 136741"/>
                    <a:gd name="connsiteY4" fmla="*/ 355605 h 369423"/>
                    <a:gd name="connsiteX5" fmla="*/ 98384 w 136741"/>
                    <a:gd name="connsiteY5" fmla="*/ 369030 h 369423"/>
                    <a:gd name="connsiteX6" fmla="*/ 122025 w 136741"/>
                    <a:gd name="connsiteY6" fmla="*/ 364100 h 369423"/>
                    <a:gd name="connsiteX7" fmla="*/ 136515 w 136741"/>
                    <a:gd name="connsiteY7" fmla="*/ 343135 h 369423"/>
                    <a:gd name="connsiteX8" fmla="*/ 110542 w 136741"/>
                    <a:gd name="connsiteY8" fmla="*/ 177622 h 369423"/>
                    <a:gd name="connsiteX9" fmla="*/ 76567 w 136741"/>
                    <a:gd name="connsiteY9" fmla="*/ 14720 h 369423"/>
                    <a:gd name="connsiteX10" fmla="*/ 54695 w 136741"/>
                    <a:gd name="connsiteY10" fmla="*/ 392 h 369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6741" h="369423" fill="none" extrusionOk="0">
                      <a:moveTo>
                        <a:pt x="54695" y="392"/>
                      </a:moveTo>
                      <a:cubicBezTo>
                        <a:pt x="39826" y="2766"/>
                        <a:pt x="24191" y="5136"/>
                        <a:pt x="14718" y="8731"/>
                      </a:cubicBezTo>
                      <a:cubicBezTo>
                        <a:pt x="4105" y="11266"/>
                        <a:pt x="-1890" y="20274"/>
                        <a:pt x="392" y="30606"/>
                      </a:cubicBezTo>
                      <a:cubicBezTo>
                        <a:pt x="20000" y="90422"/>
                        <a:pt x="17460" y="120849"/>
                        <a:pt x="34367" y="193508"/>
                      </a:cubicBezTo>
                      <a:cubicBezTo>
                        <a:pt x="40583" y="245571"/>
                        <a:pt x="63123" y="274401"/>
                        <a:pt x="76721" y="355605"/>
                      </a:cubicBezTo>
                      <a:cubicBezTo>
                        <a:pt x="79271" y="364780"/>
                        <a:pt x="88776" y="371400"/>
                        <a:pt x="98384" y="369030"/>
                      </a:cubicBezTo>
                      <a:cubicBezTo>
                        <a:pt x="104633" y="367846"/>
                        <a:pt x="115370" y="364795"/>
                        <a:pt x="122025" y="364100"/>
                      </a:cubicBezTo>
                      <a:cubicBezTo>
                        <a:pt x="129888" y="363585"/>
                        <a:pt x="139376" y="354931"/>
                        <a:pt x="136515" y="343135"/>
                      </a:cubicBezTo>
                      <a:cubicBezTo>
                        <a:pt x="124925" y="288677"/>
                        <a:pt x="110699" y="228731"/>
                        <a:pt x="110542" y="177622"/>
                      </a:cubicBezTo>
                      <a:cubicBezTo>
                        <a:pt x="109467" y="138826"/>
                        <a:pt x="90018" y="88263"/>
                        <a:pt x="76567" y="14720"/>
                      </a:cubicBezTo>
                      <a:cubicBezTo>
                        <a:pt x="74306" y="2971"/>
                        <a:pt x="65635" y="-3532"/>
                        <a:pt x="54695" y="392"/>
                      </a:cubicBezTo>
                      <a:close/>
                    </a:path>
                    <a:path w="136741" h="369423" stroke="0" extrusionOk="0">
                      <a:moveTo>
                        <a:pt x="54695" y="392"/>
                      </a:moveTo>
                      <a:cubicBezTo>
                        <a:pt x="42789" y="1064"/>
                        <a:pt x="25411" y="6571"/>
                        <a:pt x="14718" y="8731"/>
                      </a:cubicBezTo>
                      <a:cubicBezTo>
                        <a:pt x="5267" y="11187"/>
                        <a:pt x="-3728" y="21994"/>
                        <a:pt x="392" y="30606"/>
                      </a:cubicBezTo>
                      <a:cubicBezTo>
                        <a:pt x="7076" y="72519"/>
                        <a:pt x="22661" y="143879"/>
                        <a:pt x="34367" y="193508"/>
                      </a:cubicBezTo>
                      <a:cubicBezTo>
                        <a:pt x="48522" y="270082"/>
                        <a:pt x="54923" y="284667"/>
                        <a:pt x="76721" y="355605"/>
                      </a:cubicBezTo>
                      <a:cubicBezTo>
                        <a:pt x="78106" y="366881"/>
                        <a:pt x="87625" y="369522"/>
                        <a:pt x="98384" y="369030"/>
                      </a:cubicBezTo>
                      <a:cubicBezTo>
                        <a:pt x="105232" y="367668"/>
                        <a:pt x="113589" y="365575"/>
                        <a:pt x="122025" y="364100"/>
                      </a:cubicBezTo>
                      <a:cubicBezTo>
                        <a:pt x="132800" y="363173"/>
                        <a:pt x="138318" y="353395"/>
                        <a:pt x="136515" y="343135"/>
                      </a:cubicBezTo>
                      <a:cubicBezTo>
                        <a:pt x="132185" y="298055"/>
                        <a:pt x="121143" y="256224"/>
                        <a:pt x="110542" y="177622"/>
                      </a:cubicBezTo>
                      <a:cubicBezTo>
                        <a:pt x="100292" y="115745"/>
                        <a:pt x="85699" y="71387"/>
                        <a:pt x="76567" y="14720"/>
                      </a:cubicBezTo>
                      <a:cubicBezTo>
                        <a:pt x="74732" y="3621"/>
                        <a:pt x="64870" y="-1940"/>
                        <a:pt x="54695" y="392"/>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419424279">
                        <a:custGeom>
                          <a:avLst/>
                          <a:gdLst/>
                          <a:ahLst/>
                          <a:cxnLst/>
                          <a:rect l="l" t="t" r="r" b="b"/>
                          <a:pathLst>
                            <a:path w="236311" h="638426">
                              <a:moveTo>
                                <a:pt x="94522" y="679"/>
                              </a:moveTo>
                              <a:lnTo>
                                <a:pt x="25436" y="15089"/>
                              </a:lnTo>
                              <a:cubicBezTo>
                                <a:pt x="8163" y="18694"/>
                                <a:pt x="-2922" y="35616"/>
                                <a:pt x="679" y="52894"/>
                              </a:cubicBezTo>
                              <a:lnTo>
                                <a:pt x="59392" y="334415"/>
                              </a:lnTo>
                              <a:lnTo>
                                <a:pt x="132588" y="614547"/>
                              </a:lnTo>
                              <a:cubicBezTo>
                                <a:pt x="136891" y="631019"/>
                                <a:pt x="153359" y="641225"/>
                                <a:pt x="170024" y="637748"/>
                              </a:cubicBezTo>
                              <a:lnTo>
                                <a:pt x="210881" y="629227"/>
                              </a:lnTo>
                              <a:cubicBezTo>
                                <a:pt x="227550" y="625751"/>
                                <a:pt x="238561" y="609815"/>
                                <a:pt x="235921" y="592996"/>
                              </a:cubicBezTo>
                              <a:lnTo>
                                <a:pt x="191035" y="306962"/>
                              </a:lnTo>
                              <a:lnTo>
                                <a:pt x="132322" y="25440"/>
                              </a:lnTo>
                              <a:cubicBezTo>
                                <a:pt x="128722" y="8158"/>
                                <a:pt x="111795" y="-2922"/>
                                <a:pt x="94522" y="679"/>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98" name="Freeform 54">
                  <a:extLst>
                    <a:ext uri="{FF2B5EF4-FFF2-40B4-BE49-F238E27FC236}">
                      <a16:creationId xmlns:a16="http://schemas.microsoft.com/office/drawing/2014/main" id="{4749372C-E801-3AE0-C475-3C72D254063D}"/>
                    </a:ext>
                  </a:extLst>
                </p:cNvPr>
                <p:cNvSpPr/>
                <p:nvPr/>
              </p:nvSpPr>
              <p:spPr>
                <a:xfrm>
                  <a:off x="3018637" y="4555029"/>
                  <a:ext cx="145471" cy="59849"/>
                </a:xfrm>
                <a:custGeom>
                  <a:avLst/>
                  <a:gdLst>
                    <a:gd name="connsiteX0" fmla="*/ 75590 w 84176"/>
                    <a:gd name="connsiteY0" fmla="*/ 21346 h 34631"/>
                    <a:gd name="connsiteX1" fmla="*/ 12989 w 84176"/>
                    <a:gd name="connsiteY1" fmla="*/ 34401 h 34631"/>
                    <a:gd name="connsiteX2" fmla="*/ 229 w 84176"/>
                    <a:gd name="connsiteY2" fmla="*/ 26046 h 34631"/>
                    <a:gd name="connsiteX3" fmla="*/ 229 w 84176"/>
                    <a:gd name="connsiteY3" fmla="*/ 26046 h 34631"/>
                    <a:gd name="connsiteX4" fmla="*/ 8584 w 84176"/>
                    <a:gd name="connsiteY4" fmla="*/ 13285 h 34631"/>
                    <a:gd name="connsiteX5" fmla="*/ 71185 w 84176"/>
                    <a:gd name="connsiteY5" fmla="*/ 229 h 34631"/>
                    <a:gd name="connsiteX6" fmla="*/ 83946 w 84176"/>
                    <a:gd name="connsiteY6" fmla="*/ 8585 h 34631"/>
                    <a:gd name="connsiteX7" fmla="*/ 83946 w 84176"/>
                    <a:gd name="connsiteY7" fmla="*/ 8585 h 34631"/>
                    <a:gd name="connsiteX8" fmla="*/ 75590 w 84176"/>
                    <a:gd name="connsiteY8" fmla="*/ 21346 h 34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4176" h="34631" fill="none" extrusionOk="0">
                      <a:moveTo>
                        <a:pt x="75590" y="21346"/>
                      </a:moveTo>
                      <a:cubicBezTo>
                        <a:pt x="50910" y="29264"/>
                        <a:pt x="43714" y="27704"/>
                        <a:pt x="12989" y="34401"/>
                      </a:cubicBezTo>
                      <a:cubicBezTo>
                        <a:pt x="6219" y="36649"/>
                        <a:pt x="795" y="32517"/>
                        <a:pt x="229" y="26046"/>
                      </a:cubicBezTo>
                      <a:lnTo>
                        <a:pt x="229" y="26046"/>
                      </a:lnTo>
                      <a:cubicBezTo>
                        <a:pt x="-1054" y="20961"/>
                        <a:pt x="1934" y="14610"/>
                        <a:pt x="8584" y="13285"/>
                      </a:cubicBezTo>
                      <a:cubicBezTo>
                        <a:pt x="27249" y="9128"/>
                        <a:pt x="54125" y="3366"/>
                        <a:pt x="71185" y="229"/>
                      </a:cubicBezTo>
                      <a:cubicBezTo>
                        <a:pt x="76626" y="-461"/>
                        <a:pt x="82934" y="1906"/>
                        <a:pt x="83946" y="8585"/>
                      </a:cubicBezTo>
                      <a:lnTo>
                        <a:pt x="83946" y="8585"/>
                      </a:lnTo>
                      <a:cubicBezTo>
                        <a:pt x="84534" y="15718"/>
                        <a:pt x="80808" y="20484"/>
                        <a:pt x="75590" y="21346"/>
                      </a:cubicBezTo>
                      <a:close/>
                    </a:path>
                    <a:path w="84176" h="34631" stroke="0" extrusionOk="0">
                      <a:moveTo>
                        <a:pt x="75590" y="21346"/>
                      </a:moveTo>
                      <a:cubicBezTo>
                        <a:pt x="51066" y="25801"/>
                        <a:pt x="38938" y="28031"/>
                        <a:pt x="12989" y="34401"/>
                      </a:cubicBezTo>
                      <a:cubicBezTo>
                        <a:pt x="7757" y="35051"/>
                        <a:pt x="971" y="32110"/>
                        <a:pt x="229" y="26046"/>
                      </a:cubicBezTo>
                      <a:lnTo>
                        <a:pt x="229" y="26046"/>
                      </a:lnTo>
                      <a:cubicBezTo>
                        <a:pt x="-1422" y="20301"/>
                        <a:pt x="2623" y="14237"/>
                        <a:pt x="8584" y="13285"/>
                      </a:cubicBezTo>
                      <a:cubicBezTo>
                        <a:pt x="28661" y="11826"/>
                        <a:pt x="43368" y="3522"/>
                        <a:pt x="71185" y="229"/>
                      </a:cubicBezTo>
                      <a:cubicBezTo>
                        <a:pt x="76300" y="-776"/>
                        <a:pt x="82534" y="2458"/>
                        <a:pt x="83946" y="8585"/>
                      </a:cubicBezTo>
                      <a:lnTo>
                        <a:pt x="83946" y="8585"/>
                      </a:lnTo>
                      <a:cubicBezTo>
                        <a:pt x="85044" y="14845"/>
                        <a:pt x="81234" y="20301"/>
                        <a:pt x="75590" y="21346"/>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772602797">
                        <a:custGeom>
                          <a:avLst/>
                          <a:gdLst/>
                          <a:ahLst/>
                          <a:cxnLst/>
                          <a:rect l="l" t="t" r="r" b="b"/>
                          <a:pathLst>
                            <a:path w="145471" h="59849">
                              <a:moveTo>
                                <a:pt x="130634" y="36890"/>
                              </a:moveTo>
                              <a:lnTo>
                                <a:pt x="22449" y="59453"/>
                              </a:lnTo>
                              <a:cubicBezTo>
                                <a:pt x="12372" y="61553"/>
                                <a:pt x="2496" y="55090"/>
                                <a:pt x="396" y="45013"/>
                              </a:cubicBezTo>
                              <a:lnTo>
                                <a:pt x="396" y="45013"/>
                              </a:lnTo>
                              <a:cubicBezTo>
                                <a:pt x="-1704" y="34932"/>
                                <a:pt x="4759" y="25060"/>
                                <a:pt x="14836" y="22960"/>
                              </a:cubicBezTo>
                              <a:lnTo>
                                <a:pt x="123021" y="397"/>
                              </a:lnTo>
                              <a:cubicBezTo>
                                <a:pt x="133098" y="-1708"/>
                                <a:pt x="142970" y="4760"/>
                                <a:pt x="145074" y="14837"/>
                              </a:cubicBezTo>
                              <a:lnTo>
                                <a:pt x="145074" y="14837"/>
                              </a:lnTo>
                              <a:cubicBezTo>
                                <a:pt x="147179" y="24915"/>
                                <a:pt x="140711" y="34790"/>
                                <a:pt x="130634" y="36890"/>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99" name="Freeform 55">
                  <a:extLst>
                    <a:ext uri="{FF2B5EF4-FFF2-40B4-BE49-F238E27FC236}">
                      <a16:creationId xmlns:a16="http://schemas.microsoft.com/office/drawing/2014/main" id="{221C6D39-55EE-0057-7D58-A3669663DF66}"/>
                    </a:ext>
                  </a:extLst>
                </p:cNvPr>
                <p:cNvSpPr/>
                <p:nvPr/>
              </p:nvSpPr>
              <p:spPr>
                <a:xfrm>
                  <a:off x="3124616" y="4248878"/>
                  <a:ext cx="84739" cy="295168"/>
                </a:xfrm>
                <a:custGeom>
                  <a:avLst/>
                  <a:gdLst>
                    <a:gd name="connsiteX0" fmla="*/ 42290 w 49034"/>
                    <a:gd name="connsiteY0" fmla="*/ 170619 h 170798"/>
                    <a:gd name="connsiteX1" fmla="*/ 42290 w 49034"/>
                    <a:gd name="connsiteY1" fmla="*/ 170619 h 170798"/>
                    <a:gd name="connsiteX2" fmla="*/ 32265 w 49034"/>
                    <a:gd name="connsiteY2" fmla="*/ 164054 h 170798"/>
                    <a:gd name="connsiteX3" fmla="*/ 178 w 49034"/>
                    <a:gd name="connsiteY3" fmla="*/ 10203 h 170798"/>
                    <a:gd name="connsiteX4" fmla="*/ 6743 w 49034"/>
                    <a:gd name="connsiteY4" fmla="*/ 178 h 170798"/>
                    <a:gd name="connsiteX5" fmla="*/ 6743 w 49034"/>
                    <a:gd name="connsiteY5" fmla="*/ 178 h 170798"/>
                    <a:gd name="connsiteX6" fmla="*/ 16768 w 49034"/>
                    <a:gd name="connsiteY6" fmla="*/ 6743 h 170798"/>
                    <a:gd name="connsiteX7" fmla="*/ 48855 w 49034"/>
                    <a:gd name="connsiteY7" fmla="*/ 160594 h 170798"/>
                    <a:gd name="connsiteX8" fmla="*/ 42290 w 49034"/>
                    <a:gd name="connsiteY8" fmla="*/ 170619 h 170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034" h="170798" fill="none" extrusionOk="0">
                      <a:moveTo>
                        <a:pt x="42290" y="170619"/>
                      </a:moveTo>
                      <a:lnTo>
                        <a:pt x="42290" y="170619"/>
                      </a:lnTo>
                      <a:cubicBezTo>
                        <a:pt x="37335" y="171922"/>
                        <a:pt x="33547" y="168999"/>
                        <a:pt x="32265" y="164054"/>
                      </a:cubicBezTo>
                      <a:cubicBezTo>
                        <a:pt x="24964" y="121266"/>
                        <a:pt x="9532" y="85552"/>
                        <a:pt x="178" y="10203"/>
                      </a:cubicBezTo>
                      <a:cubicBezTo>
                        <a:pt x="-352" y="5060"/>
                        <a:pt x="2658" y="1565"/>
                        <a:pt x="6743" y="178"/>
                      </a:cubicBezTo>
                      <a:lnTo>
                        <a:pt x="6743" y="178"/>
                      </a:lnTo>
                      <a:cubicBezTo>
                        <a:pt x="11710" y="-390"/>
                        <a:pt x="15996" y="3246"/>
                        <a:pt x="16768" y="6743"/>
                      </a:cubicBezTo>
                      <a:cubicBezTo>
                        <a:pt x="29269" y="84091"/>
                        <a:pt x="39635" y="116112"/>
                        <a:pt x="48855" y="160594"/>
                      </a:cubicBezTo>
                      <a:cubicBezTo>
                        <a:pt x="50512" y="164909"/>
                        <a:pt x="46058" y="169071"/>
                        <a:pt x="42290" y="170619"/>
                      </a:cubicBezTo>
                      <a:close/>
                    </a:path>
                    <a:path w="49034" h="170798" stroke="0" extrusionOk="0">
                      <a:moveTo>
                        <a:pt x="42290" y="170619"/>
                      </a:moveTo>
                      <a:lnTo>
                        <a:pt x="42290" y="170619"/>
                      </a:lnTo>
                      <a:cubicBezTo>
                        <a:pt x="37619" y="171160"/>
                        <a:pt x="33299" y="168114"/>
                        <a:pt x="32265" y="164054"/>
                      </a:cubicBezTo>
                      <a:cubicBezTo>
                        <a:pt x="20170" y="115556"/>
                        <a:pt x="19452" y="85390"/>
                        <a:pt x="178" y="10203"/>
                      </a:cubicBezTo>
                      <a:cubicBezTo>
                        <a:pt x="-181" y="4637"/>
                        <a:pt x="2334" y="1230"/>
                        <a:pt x="6743" y="178"/>
                      </a:cubicBezTo>
                      <a:lnTo>
                        <a:pt x="6743" y="178"/>
                      </a:lnTo>
                      <a:cubicBezTo>
                        <a:pt x="11049" y="-408"/>
                        <a:pt x="15607" y="1608"/>
                        <a:pt x="16768" y="6743"/>
                      </a:cubicBezTo>
                      <a:cubicBezTo>
                        <a:pt x="39420" y="80746"/>
                        <a:pt x="32698" y="88488"/>
                        <a:pt x="48855" y="160594"/>
                      </a:cubicBezTo>
                      <a:cubicBezTo>
                        <a:pt x="49558" y="165871"/>
                        <a:pt x="46056" y="168971"/>
                        <a:pt x="42290" y="170619"/>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4181679306">
                        <a:custGeom>
                          <a:avLst/>
                          <a:gdLst/>
                          <a:ahLst/>
                          <a:cxnLst/>
                          <a:rect l="l" t="t" r="r" b="b"/>
                          <a:pathLst>
                            <a:path w="84739" h="295168">
                              <a:moveTo>
                                <a:pt x="73085" y="294860"/>
                              </a:moveTo>
                              <a:lnTo>
                                <a:pt x="73085" y="294860"/>
                              </a:lnTo>
                              <a:cubicBezTo>
                                <a:pt x="65202" y="296506"/>
                                <a:pt x="57406" y="291396"/>
                                <a:pt x="55760" y="283514"/>
                              </a:cubicBezTo>
                              <a:lnTo>
                                <a:pt x="309" y="17634"/>
                              </a:lnTo>
                              <a:cubicBezTo>
                                <a:pt x="-1337" y="9747"/>
                                <a:pt x="3768" y="1950"/>
                                <a:pt x="11654" y="309"/>
                              </a:cubicBezTo>
                              <a:lnTo>
                                <a:pt x="11654" y="309"/>
                              </a:lnTo>
                              <a:cubicBezTo>
                                <a:pt x="19541" y="-1337"/>
                                <a:pt x="27338" y="3767"/>
                                <a:pt x="28979" y="11654"/>
                              </a:cubicBezTo>
                              <a:lnTo>
                                <a:pt x="84431" y="277535"/>
                              </a:lnTo>
                              <a:cubicBezTo>
                                <a:pt x="86076" y="285417"/>
                                <a:pt x="80972" y="293214"/>
                                <a:pt x="73085" y="294860"/>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32500" lnSpcReduction="20000"/>
                </a:bodyPr>
                <a:lstStyle/>
                <a:p>
                  <a:pPr marL="0" algn="l"/>
                  <a:endParaRPr/>
                </a:p>
              </p:txBody>
            </p:sp>
            <p:sp>
              <p:nvSpPr>
                <p:cNvPr id="100" name="Freeform 56">
                  <a:extLst>
                    <a:ext uri="{FF2B5EF4-FFF2-40B4-BE49-F238E27FC236}">
                      <a16:creationId xmlns:a16="http://schemas.microsoft.com/office/drawing/2014/main" id="{9D92DE2A-E009-6F8B-D3B6-DEA3711913CC}"/>
                    </a:ext>
                  </a:extLst>
                </p:cNvPr>
                <p:cNvSpPr/>
                <p:nvPr/>
              </p:nvSpPr>
              <p:spPr>
                <a:xfrm rot="-706981">
                  <a:off x="3106189" y="4285647"/>
                  <a:ext cx="30620" cy="79880"/>
                </a:xfrm>
                <a:custGeom>
                  <a:avLst/>
                  <a:gdLst>
                    <a:gd name="connsiteX0" fmla="*/ 0 w 17718"/>
                    <a:gd name="connsiteY0" fmla="*/ 0 h 46222"/>
                    <a:gd name="connsiteX1" fmla="*/ 17718 w 17718"/>
                    <a:gd name="connsiteY1" fmla="*/ 0 h 46222"/>
                    <a:gd name="connsiteX2" fmla="*/ 17718 w 17718"/>
                    <a:gd name="connsiteY2" fmla="*/ 46222 h 46222"/>
                    <a:gd name="connsiteX3" fmla="*/ 0 w 17718"/>
                    <a:gd name="connsiteY3" fmla="*/ 46222 h 46222"/>
                    <a:gd name="connsiteX4" fmla="*/ 0 w 17718"/>
                    <a:gd name="connsiteY4" fmla="*/ 0 h 462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718" h="46222" fill="none" extrusionOk="0">
                      <a:moveTo>
                        <a:pt x="0" y="0"/>
                      </a:moveTo>
                      <a:cubicBezTo>
                        <a:pt x="5833" y="829"/>
                        <a:pt x="13975" y="-656"/>
                        <a:pt x="17718" y="0"/>
                      </a:cubicBezTo>
                      <a:cubicBezTo>
                        <a:pt x="17766" y="20203"/>
                        <a:pt x="18936" y="35703"/>
                        <a:pt x="17718" y="46222"/>
                      </a:cubicBezTo>
                      <a:cubicBezTo>
                        <a:pt x="10245" y="45637"/>
                        <a:pt x="6456" y="46937"/>
                        <a:pt x="0" y="46222"/>
                      </a:cubicBezTo>
                      <a:cubicBezTo>
                        <a:pt x="535" y="29935"/>
                        <a:pt x="1004" y="21997"/>
                        <a:pt x="0" y="0"/>
                      </a:cubicBezTo>
                      <a:close/>
                    </a:path>
                    <a:path w="17718" h="46222" stroke="0" extrusionOk="0">
                      <a:moveTo>
                        <a:pt x="0" y="0"/>
                      </a:moveTo>
                      <a:cubicBezTo>
                        <a:pt x="7006" y="441"/>
                        <a:pt x="13357" y="-5"/>
                        <a:pt x="17718" y="0"/>
                      </a:cubicBezTo>
                      <a:cubicBezTo>
                        <a:pt x="16197" y="13346"/>
                        <a:pt x="18534" y="30575"/>
                        <a:pt x="17718" y="46222"/>
                      </a:cubicBezTo>
                      <a:cubicBezTo>
                        <a:pt x="13672" y="45555"/>
                        <a:pt x="4737" y="46075"/>
                        <a:pt x="0" y="46222"/>
                      </a:cubicBezTo>
                      <a:cubicBezTo>
                        <a:pt x="1377" y="27852"/>
                        <a:pt x="-1895" y="13298"/>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50307706">
                        <a:custGeom>
                          <a:avLst/>
                          <a:gdLst/>
                          <a:ahLst/>
                          <a:cxnLst/>
                          <a:rect l="l" t="t" r="r" b="b"/>
                          <a:pathLst>
                            <a:path w="30620" h="79880">
                              <a:moveTo>
                                <a:pt x="0" y="0"/>
                              </a:moveTo>
                              <a:lnTo>
                                <a:pt x="30620" y="0"/>
                              </a:lnTo>
                              <a:lnTo>
                                <a:pt x="30620" y="79881"/>
                              </a:lnTo>
                              <a:lnTo>
                                <a:pt x="0" y="79881"/>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grpSp>
          <p:grpSp>
            <p:nvGrpSpPr>
              <p:cNvPr id="77" name="Group 57">
                <a:extLst>
                  <a:ext uri="{FF2B5EF4-FFF2-40B4-BE49-F238E27FC236}">
                    <a16:creationId xmlns:a16="http://schemas.microsoft.com/office/drawing/2014/main" id="{BEEECD79-F194-7AB6-0B8A-46508C9CC918}"/>
                  </a:ext>
                </a:extLst>
              </p:cNvPr>
              <p:cNvGrpSpPr/>
              <p:nvPr/>
            </p:nvGrpSpPr>
            <p:grpSpPr>
              <a:xfrm>
                <a:off x="3173226" y="3955034"/>
                <a:ext cx="182178" cy="1037452"/>
                <a:chOff x="3173226" y="3955034"/>
                <a:chExt cx="182178" cy="1037452"/>
              </a:xfrm>
              <a:grpFill/>
            </p:grpSpPr>
            <p:sp>
              <p:nvSpPr>
                <p:cNvPr id="88" name="Freeform 58">
                  <a:extLst>
                    <a:ext uri="{FF2B5EF4-FFF2-40B4-BE49-F238E27FC236}">
                      <a16:creationId xmlns:a16="http://schemas.microsoft.com/office/drawing/2014/main" id="{FFAA2230-A9F4-C329-0BCE-96582052A7FB}"/>
                    </a:ext>
                  </a:extLst>
                </p:cNvPr>
                <p:cNvSpPr/>
                <p:nvPr/>
              </p:nvSpPr>
              <p:spPr>
                <a:xfrm rot="176431">
                  <a:off x="3192515" y="4092504"/>
                  <a:ext cx="141975" cy="674701"/>
                </a:xfrm>
                <a:custGeom>
                  <a:avLst/>
                  <a:gdLst>
                    <a:gd name="connsiteX0" fmla="*/ 0 w 82154"/>
                    <a:gd name="connsiteY0" fmla="*/ 0 h 390414"/>
                    <a:gd name="connsiteX1" fmla="*/ 82154 w 82154"/>
                    <a:gd name="connsiteY1" fmla="*/ 0 h 390414"/>
                    <a:gd name="connsiteX2" fmla="*/ 82154 w 82154"/>
                    <a:gd name="connsiteY2" fmla="*/ 390414 h 390414"/>
                    <a:gd name="connsiteX3" fmla="*/ 0 w 82154"/>
                    <a:gd name="connsiteY3" fmla="*/ 390414 h 390414"/>
                    <a:gd name="connsiteX4" fmla="*/ 0 w 82154"/>
                    <a:gd name="connsiteY4" fmla="*/ 0 h 390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154" h="390414" fill="none" extrusionOk="0">
                      <a:moveTo>
                        <a:pt x="0" y="0"/>
                      </a:moveTo>
                      <a:cubicBezTo>
                        <a:pt x="31740" y="746"/>
                        <a:pt x="49698" y="-859"/>
                        <a:pt x="82154" y="0"/>
                      </a:cubicBezTo>
                      <a:cubicBezTo>
                        <a:pt x="72669" y="163831"/>
                        <a:pt x="79131" y="241777"/>
                        <a:pt x="82154" y="390414"/>
                      </a:cubicBezTo>
                      <a:cubicBezTo>
                        <a:pt x="57061" y="391076"/>
                        <a:pt x="21516" y="391018"/>
                        <a:pt x="0" y="390414"/>
                      </a:cubicBezTo>
                      <a:cubicBezTo>
                        <a:pt x="-15305" y="226745"/>
                        <a:pt x="4842" y="193916"/>
                        <a:pt x="0" y="0"/>
                      </a:cubicBezTo>
                      <a:close/>
                    </a:path>
                    <a:path w="82154" h="390414" stroke="0" extrusionOk="0">
                      <a:moveTo>
                        <a:pt x="0" y="0"/>
                      </a:moveTo>
                      <a:cubicBezTo>
                        <a:pt x="27644" y="-2148"/>
                        <a:pt x="53383" y="3300"/>
                        <a:pt x="82154" y="0"/>
                      </a:cubicBezTo>
                      <a:cubicBezTo>
                        <a:pt x="76111" y="180516"/>
                        <a:pt x="87315" y="298700"/>
                        <a:pt x="82154" y="390414"/>
                      </a:cubicBezTo>
                      <a:cubicBezTo>
                        <a:pt x="65426" y="389496"/>
                        <a:pt x="19980" y="386537"/>
                        <a:pt x="0" y="390414"/>
                      </a:cubicBezTo>
                      <a:cubicBezTo>
                        <a:pt x="-18329" y="295576"/>
                        <a:pt x="15978" y="124240"/>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72865357">
                        <a:custGeom>
                          <a:avLst/>
                          <a:gdLst/>
                          <a:ahLst/>
                          <a:cxnLst/>
                          <a:rect l="l" t="t" r="r" b="b"/>
                          <a:pathLst>
                            <a:path w="141975" h="674701">
                              <a:moveTo>
                                <a:pt x="0" y="0"/>
                              </a:moveTo>
                              <a:lnTo>
                                <a:pt x="141976" y="0"/>
                              </a:lnTo>
                              <a:lnTo>
                                <a:pt x="141976" y="674701"/>
                              </a:lnTo>
                              <a:lnTo>
                                <a:pt x="0" y="674701"/>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89" name="Freeform 59">
                  <a:extLst>
                    <a:ext uri="{FF2B5EF4-FFF2-40B4-BE49-F238E27FC236}">
                      <a16:creationId xmlns:a16="http://schemas.microsoft.com/office/drawing/2014/main" id="{D1C7B92A-81F4-DD1D-F630-3092AF88008F}"/>
                    </a:ext>
                  </a:extLst>
                </p:cNvPr>
                <p:cNvSpPr/>
                <p:nvPr/>
              </p:nvSpPr>
              <p:spPr>
                <a:xfrm rot="176088">
                  <a:off x="3225246" y="4092212"/>
                  <a:ext cx="77303" cy="674697"/>
                </a:xfrm>
                <a:custGeom>
                  <a:avLst/>
                  <a:gdLst>
                    <a:gd name="connsiteX0" fmla="*/ 0 w 44731"/>
                    <a:gd name="connsiteY0" fmla="*/ 0 h 390412"/>
                    <a:gd name="connsiteX1" fmla="*/ 44731 w 44731"/>
                    <a:gd name="connsiteY1" fmla="*/ 0 h 390412"/>
                    <a:gd name="connsiteX2" fmla="*/ 44731 w 44731"/>
                    <a:gd name="connsiteY2" fmla="*/ 390412 h 390412"/>
                    <a:gd name="connsiteX3" fmla="*/ 0 w 44731"/>
                    <a:gd name="connsiteY3" fmla="*/ 390412 h 390412"/>
                    <a:gd name="connsiteX4" fmla="*/ 0 w 44731"/>
                    <a:gd name="connsiteY4" fmla="*/ 0 h 390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731" h="390412" fill="none" extrusionOk="0">
                      <a:moveTo>
                        <a:pt x="0" y="0"/>
                      </a:moveTo>
                      <a:cubicBezTo>
                        <a:pt x="16579" y="-163"/>
                        <a:pt x="29244" y="608"/>
                        <a:pt x="44731" y="0"/>
                      </a:cubicBezTo>
                      <a:cubicBezTo>
                        <a:pt x="50580" y="81578"/>
                        <a:pt x="27894" y="239702"/>
                        <a:pt x="44731" y="390412"/>
                      </a:cubicBezTo>
                      <a:cubicBezTo>
                        <a:pt x="28467" y="388866"/>
                        <a:pt x="17834" y="389504"/>
                        <a:pt x="0" y="390412"/>
                      </a:cubicBezTo>
                      <a:cubicBezTo>
                        <a:pt x="8359" y="248316"/>
                        <a:pt x="-14979" y="193590"/>
                        <a:pt x="0" y="0"/>
                      </a:cubicBezTo>
                      <a:close/>
                    </a:path>
                    <a:path w="44731" h="390412" stroke="0" extrusionOk="0">
                      <a:moveTo>
                        <a:pt x="0" y="0"/>
                      </a:moveTo>
                      <a:cubicBezTo>
                        <a:pt x="14524" y="2037"/>
                        <a:pt x="27233" y="-1100"/>
                        <a:pt x="44731" y="0"/>
                      </a:cubicBezTo>
                      <a:cubicBezTo>
                        <a:pt x="62443" y="129386"/>
                        <a:pt x="62461" y="288018"/>
                        <a:pt x="44731" y="390412"/>
                      </a:cubicBezTo>
                      <a:cubicBezTo>
                        <a:pt x="28877" y="391387"/>
                        <a:pt x="22088" y="392176"/>
                        <a:pt x="0" y="390412"/>
                      </a:cubicBezTo>
                      <a:cubicBezTo>
                        <a:pt x="-2402" y="196887"/>
                        <a:pt x="3145" y="154762"/>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30112527">
                        <a:custGeom>
                          <a:avLst/>
                          <a:gdLst/>
                          <a:ahLst/>
                          <a:cxnLst/>
                          <a:rect l="l" t="t" r="r" b="b"/>
                          <a:pathLst>
                            <a:path w="77303" h="674697">
                              <a:moveTo>
                                <a:pt x="0" y="0"/>
                              </a:moveTo>
                              <a:lnTo>
                                <a:pt x="77303" y="0"/>
                              </a:lnTo>
                              <a:lnTo>
                                <a:pt x="77303" y="674698"/>
                              </a:lnTo>
                              <a:lnTo>
                                <a:pt x="0" y="674698"/>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90" name="Freeform 60">
                  <a:extLst>
                    <a:ext uri="{FF2B5EF4-FFF2-40B4-BE49-F238E27FC236}">
                      <a16:creationId xmlns:a16="http://schemas.microsoft.com/office/drawing/2014/main" id="{1239E2EF-C0F2-3F2F-67F2-8013855B0A8C}"/>
                    </a:ext>
                  </a:extLst>
                </p:cNvPr>
                <p:cNvSpPr/>
                <p:nvPr/>
              </p:nvSpPr>
              <p:spPr>
                <a:xfrm>
                  <a:off x="3173226" y="4762786"/>
                  <a:ext cx="144052" cy="229699"/>
                </a:xfrm>
                <a:custGeom>
                  <a:avLst/>
                  <a:gdLst>
                    <a:gd name="connsiteX0" fmla="*/ 34968 w 83355"/>
                    <a:gd name="connsiteY0" fmla="*/ 132915 h 132915"/>
                    <a:gd name="connsiteX1" fmla="*/ 83355 w 83355"/>
                    <a:gd name="connsiteY1" fmla="*/ 4275 h 132915"/>
                    <a:gd name="connsiteX2" fmla="*/ 0 w 83355"/>
                    <a:gd name="connsiteY2" fmla="*/ 0 h 132915"/>
                    <a:gd name="connsiteX3" fmla="*/ 34968 w 83355"/>
                    <a:gd name="connsiteY3" fmla="*/ 132915 h 132915"/>
                  </a:gdLst>
                  <a:ahLst/>
                  <a:cxnLst>
                    <a:cxn ang="0">
                      <a:pos x="connsiteX0" y="connsiteY0"/>
                    </a:cxn>
                    <a:cxn ang="0">
                      <a:pos x="connsiteX1" y="connsiteY1"/>
                    </a:cxn>
                    <a:cxn ang="0">
                      <a:pos x="connsiteX2" y="connsiteY2"/>
                    </a:cxn>
                    <a:cxn ang="0">
                      <a:pos x="connsiteX3" y="connsiteY3"/>
                    </a:cxn>
                  </a:cxnLst>
                  <a:rect l="l" t="t" r="r" b="b"/>
                  <a:pathLst>
                    <a:path w="83355" h="132915" fill="none" extrusionOk="0">
                      <a:moveTo>
                        <a:pt x="34968" y="132915"/>
                      </a:moveTo>
                      <a:cubicBezTo>
                        <a:pt x="53404" y="89770"/>
                        <a:pt x="71823" y="54334"/>
                        <a:pt x="83355" y="4275"/>
                      </a:cubicBezTo>
                      <a:cubicBezTo>
                        <a:pt x="63623" y="493"/>
                        <a:pt x="37372" y="4770"/>
                        <a:pt x="0" y="0"/>
                      </a:cubicBezTo>
                      <a:cubicBezTo>
                        <a:pt x="7419" y="36518"/>
                        <a:pt x="21936" y="69947"/>
                        <a:pt x="34968" y="132915"/>
                      </a:cubicBezTo>
                      <a:close/>
                    </a:path>
                    <a:path w="83355" h="132915" stroke="0" extrusionOk="0">
                      <a:moveTo>
                        <a:pt x="34968" y="132915"/>
                      </a:moveTo>
                      <a:cubicBezTo>
                        <a:pt x="53885" y="80214"/>
                        <a:pt x="66585" y="30161"/>
                        <a:pt x="83355" y="4275"/>
                      </a:cubicBezTo>
                      <a:cubicBezTo>
                        <a:pt x="55493" y="3059"/>
                        <a:pt x="39817" y="5945"/>
                        <a:pt x="0" y="0"/>
                      </a:cubicBezTo>
                      <a:cubicBezTo>
                        <a:pt x="20878" y="55139"/>
                        <a:pt x="23379" y="97600"/>
                        <a:pt x="34968" y="132915"/>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943143689">
                        <a:custGeom>
                          <a:avLst/>
                          <a:gdLst/>
                          <a:ahLst/>
                          <a:cxnLst/>
                          <a:rect l="l" t="t" r="r" b="b"/>
                          <a:pathLst>
                            <a:path w="144052" h="229699">
                              <a:moveTo>
                                <a:pt x="60432" y="229700"/>
                              </a:moveTo>
                              <a:lnTo>
                                <a:pt x="144052" y="7389"/>
                              </a:lnTo>
                              <a:lnTo>
                                <a:pt x="0" y="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91" name="Freeform 61">
                  <a:extLst>
                    <a:ext uri="{FF2B5EF4-FFF2-40B4-BE49-F238E27FC236}">
                      <a16:creationId xmlns:a16="http://schemas.microsoft.com/office/drawing/2014/main" id="{C3DF2C98-958E-9734-B43C-8A824B505A4A}"/>
                    </a:ext>
                  </a:extLst>
                </p:cNvPr>
                <p:cNvSpPr/>
                <p:nvPr/>
              </p:nvSpPr>
              <p:spPr>
                <a:xfrm>
                  <a:off x="3173226" y="4762786"/>
                  <a:ext cx="144052" cy="113744"/>
                </a:xfrm>
                <a:custGeom>
                  <a:avLst/>
                  <a:gdLst>
                    <a:gd name="connsiteX0" fmla="*/ 60207 w 83355"/>
                    <a:gd name="connsiteY0" fmla="*/ 65818 h 65818"/>
                    <a:gd name="connsiteX1" fmla="*/ 83355 w 83355"/>
                    <a:gd name="connsiteY1" fmla="*/ 4278 h 65818"/>
                    <a:gd name="connsiteX2" fmla="*/ 0 w 83355"/>
                    <a:gd name="connsiteY2" fmla="*/ 0 h 65818"/>
                    <a:gd name="connsiteX3" fmla="*/ 16729 w 83355"/>
                    <a:gd name="connsiteY3" fmla="*/ 63585 h 65818"/>
                    <a:gd name="connsiteX4" fmla="*/ 60207 w 83355"/>
                    <a:gd name="connsiteY4" fmla="*/ 65818 h 65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355" h="65818" fill="none" extrusionOk="0">
                      <a:moveTo>
                        <a:pt x="60207" y="65818"/>
                      </a:moveTo>
                      <a:cubicBezTo>
                        <a:pt x="67020" y="45003"/>
                        <a:pt x="75925" y="26368"/>
                        <a:pt x="83355" y="4278"/>
                      </a:cubicBezTo>
                      <a:cubicBezTo>
                        <a:pt x="46692" y="1464"/>
                        <a:pt x="30037" y="3629"/>
                        <a:pt x="0" y="0"/>
                      </a:cubicBezTo>
                      <a:cubicBezTo>
                        <a:pt x="7886" y="30953"/>
                        <a:pt x="8723" y="38566"/>
                        <a:pt x="16729" y="63585"/>
                      </a:cubicBezTo>
                      <a:cubicBezTo>
                        <a:pt x="28174" y="63399"/>
                        <a:pt x="44487" y="63147"/>
                        <a:pt x="60207" y="65818"/>
                      </a:cubicBezTo>
                      <a:close/>
                    </a:path>
                    <a:path w="83355" h="65818" stroke="0" extrusionOk="0">
                      <a:moveTo>
                        <a:pt x="60207" y="65818"/>
                      </a:moveTo>
                      <a:cubicBezTo>
                        <a:pt x="67962" y="53749"/>
                        <a:pt x="76167" y="30368"/>
                        <a:pt x="83355" y="4278"/>
                      </a:cubicBezTo>
                      <a:cubicBezTo>
                        <a:pt x="49256" y="4111"/>
                        <a:pt x="41397" y="2559"/>
                        <a:pt x="0" y="0"/>
                      </a:cubicBezTo>
                      <a:cubicBezTo>
                        <a:pt x="5401" y="27488"/>
                        <a:pt x="10061" y="42955"/>
                        <a:pt x="16729" y="63585"/>
                      </a:cubicBezTo>
                      <a:cubicBezTo>
                        <a:pt x="31464" y="65546"/>
                        <a:pt x="43733" y="64126"/>
                        <a:pt x="60207" y="65818"/>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538798529">
                        <a:custGeom>
                          <a:avLst/>
                          <a:gdLst/>
                          <a:ahLst/>
                          <a:cxnLst/>
                          <a:rect l="l" t="t" r="r" b="b"/>
                          <a:pathLst>
                            <a:path w="144052" h="113744">
                              <a:moveTo>
                                <a:pt x="104049" y="113744"/>
                              </a:moveTo>
                              <a:lnTo>
                                <a:pt x="144052" y="7394"/>
                              </a:lnTo>
                              <a:lnTo>
                                <a:pt x="0" y="0"/>
                              </a:lnTo>
                              <a:lnTo>
                                <a:pt x="28911" y="109886"/>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92" name="Freeform 62">
                  <a:extLst>
                    <a:ext uri="{FF2B5EF4-FFF2-40B4-BE49-F238E27FC236}">
                      <a16:creationId xmlns:a16="http://schemas.microsoft.com/office/drawing/2014/main" id="{BF4F6F8A-0CE3-CF98-3261-4D44FEFB00DA}"/>
                    </a:ext>
                  </a:extLst>
                </p:cNvPr>
                <p:cNvSpPr/>
                <p:nvPr/>
              </p:nvSpPr>
              <p:spPr>
                <a:xfrm rot="176431">
                  <a:off x="3211620" y="4022716"/>
                  <a:ext cx="141975" cy="70282"/>
                </a:xfrm>
                <a:custGeom>
                  <a:avLst/>
                  <a:gdLst>
                    <a:gd name="connsiteX0" fmla="*/ 0 w 82154"/>
                    <a:gd name="connsiteY0" fmla="*/ 0 h 40669"/>
                    <a:gd name="connsiteX1" fmla="*/ 82154 w 82154"/>
                    <a:gd name="connsiteY1" fmla="*/ 0 h 40669"/>
                    <a:gd name="connsiteX2" fmla="*/ 82154 w 82154"/>
                    <a:gd name="connsiteY2" fmla="*/ 40669 h 40669"/>
                    <a:gd name="connsiteX3" fmla="*/ 0 w 82154"/>
                    <a:gd name="connsiteY3" fmla="*/ 40669 h 40669"/>
                    <a:gd name="connsiteX4" fmla="*/ 0 w 82154"/>
                    <a:gd name="connsiteY4" fmla="*/ 0 h 406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154" h="40669" fill="none" extrusionOk="0">
                      <a:moveTo>
                        <a:pt x="0" y="0"/>
                      </a:moveTo>
                      <a:cubicBezTo>
                        <a:pt x="31678" y="-3512"/>
                        <a:pt x="55495" y="-2077"/>
                        <a:pt x="82154" y="0"/>
                      </a:cubicBezTo>
                      <a:cubicBezTo>
                        <a:pt x="82101" y="12203"/>
                        <a:pt x="81754" y="23087"/>
                        <a:pt x="82154" y="40669"/>
                      </a:cubicBezTo>
                      <a:cubicBezTo>
                        <a:pt x="61202" y="37551"/>
                        <a:pt x="17967" y="40494"/>
                        <a:pt x="0" y="40669"/>
                      </a:cubicBezTo>
                      <a:cubicBezTo>
                        <a:pt x="1815" y="31694"/>
                        <a:pt x="1659" y="10698"/>
                        <a:pt x="0" y="0"/>
                      </a:cubicBezTo>
                      <a:close/>
                    </a:path>
                    <a:path w="82154" h="40669" stroke="0" extrusionOk="0">
                      <a:moveTo>
                        <a:pt x="0" y="0"/>
                      </a:moveTo>
                      <a:cubicBezTo>
                        <a:pt x="28803" y="2081"/>
                        <a:pt x="61464" y="-2306"/>
                        <a:pt x="82154" y="0"/>
                      </a:cubicBezTo>
                      <a:cubicBezTo>
                        <a:pt x="82240" y="17594"/>
                        <a:pt x="81195" y="22849"/>
                        <a:pt x="82154" y="40669"/>
                      </a:cubicBezTo>
                      <a:cubicBezTo>
                        <a:pt x="64337" y="41612"/>
                        <a:pt x="28175" y="38765"/>
                        <a:pt x="0" y="40669"/>
                      </a:cubicBezTo>
                      <a:cubicBezTo>
                        <a:pt x="-1928" y="25762"/>
                        <a:pt x="-1232" y="12803"/>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480869109">
                        <a:custGeom>
                          <a:avLst/>
                          <a:gdLst/>
                          <a:ahLst/>
                          <a:cxnLst/>
                          <a:rect l="l" t="t" r="r" b="b"/>
                          <a:pathLst>
                            <a:path w="141975" h="70282">
                              <a:moveTo>
                                <a:pt x="0" y="0"/>
                              </a:moveTo>
                              <a:lnTo>
                                <a:pt x="141976" y="0"/>
                              </a:lnTo>
                              <a:lnTo>
                                <a:pt x="141976" y="70283"/>
                              </a:lnTo>
                              <a:lnTo>
                                <a:pt x="0" y="70283"/>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93" name="Freeform 63">
                  <a:extLst>
                    <a:ext uri="{FF2B5EF4-FFF2-40B4-BE49-F238E27FC236}">
                      <a16:creationId xmlns:a16="http://schemas.microsoft.com/office/drawing/2014/main" id="{6920018D-CBFF-A131-FD60-F0EAB8FCBBC2}"/>
                    </a:ext>
                  </a:extLst>
                </p:cNvPr>
                <p:cNvSpPr/>
                <p:nvPr/>
              </p:nvSpPr>
              <p:spPr>
                <a:xfrm>
                  <a:off x="3213521" y="3955034"/>
                  <a:ext cx="141882" cy="73954"/>
                </a:xfrm>
                <a:custGeom>
                  <a:avLst/>
                  <a:gdLst>
                    <a:gd name="connsiteX0" fmla="*/ 82046 w 82100"/>
                    <a:gd name="connsiteY0" fmla="*/ 42793 h 42793"/>
                    <a:gd name="connsiteX1" fmla="*/ 0 w 82100"/>
                    <a:gd name="connsiteY1" fmla="*/ 38584 h 42793"/>
                    <a:gd name="connsiteX2" fmla="*/ 0 w 82100"/>
                    <a:gd name="connsiteY2" fmla="*/ 38584 h 42793"/>
                    <a:gd name="connsiteX3" fmla="*/ 42697 w 82100"/>
                    <a:gd name="connsiteY3" fmla="*/ 54 h 42793"/>
                    <a:gd name="connsiteX4" fmla="*/ 43515 w 82100"/>
                    <a:gd name="connsiteY4" fmla="*/ 96 h 42793"/>
                    <a:gd name="connsiteX5" fmla="*/ 82046 w 82100"/>
                    <a:gd name="connsiteY5" fmla="*/ 42793 h 42793"/>
                    <a:gd name="connsiteX6" fmla="*/ 82046 w 82100"/>
                    <a:gd name="connsiteY6" fmla="*/ 42793 h 4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100" h="42793" fill="none" extrusionOk="0">
                      <a:moveTo>
                        <a:pt x="82046" y="42793"/>
                      </a:moveTo>
                      <a:cubicBezTo>
                        <a:pt x="63012" y="43437"/>
                        <a:pt x="32214" y="43165"/>
                        <a:pt x="0" y="38584"/>
                      </a:cubicBezTo>
                      <a:lnTo>
                        <a:pt x="0" y="38584"/>
                      </a:lnTo>
                      <a:cubicBezTo>
                        <a:pt x="1941" y="16871"/>
                        <a:pt x="20360" y="-368"/>
                        <a:pt x="42697" y="54"/>
                      </a:cubicBezTo>
                      <a:cubicBezTo>
                        <a:pt x="42981" y="46"/>
                        <a:pt x="43141" y="65"/>
                        <a:pt x="43515" y="96"/>
                      </a:cubicBezTo>
                      <a:cubicBezTo>
                        <a:pt x="69077" y="-201"/>
                        <a:pt x="83537" y="16870"/>
                        <a:pt x="82046" y="42793"/>
                      </a:cubicBezTo>
                      <a:lnTo>
                        <a:pt x="82046" y="42793"/>
                      </a:lnTo>
                      <a:close/>
                    </a:path>
                    <a:path w="82100" h="42793" stroke="0" extrusionOk="0">
                      <a:moveTo>
                        <a:pt x="82046" y="42793"/>
                      </a:moveTo>
                      <a:cubicBezTo>
                        <a:pt x="49942" y="42657"/>
                        <a:pt x="31537" y="38574"/>
                        <a:pt x="0" y="38584"/>
                      </a:cubicBezTo>
                      <a:lnTo>
                        <a:pt x="0" y="38584"/>
                      </a:lnTo>
                      <a:cubicBezTo>
                        <a:pt x="4456" y="14499"/>
                        <a:pt x="22733" y="-2416"/>
                        <a:pt x="42697" y="54"/>
                      </a:cubicBezTo>
                      <a:cubicBezTo>
                        <a:pt x="42973" y="76"/>
                        <a:pt x="43237" y="51"/>
                        <a:pt x="43515" y="96"/>
                      </a:cubicBezTo>
                      <a:cubicBezTo>
                        <a:pt x="68074" y="-115"/>
                        <a:pt x="80815" y="19930"/>
                        <a:pt x="82046" y="42793"/>
                      </a:cubicBezTo>
                      <a:lnTo>
                        <a:pt x="82046" y="42793"/>
                      </a:ln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438337176">
                        <a:custGeom>
                          <a:avLst/>
                          <a:gdLst/>
                          <a:ahLst/>
                          <a:cxnLst/>
                          <a:rect l="l" t="t" r="r" b="b"/>
                          <a:pathLst>
                            <a:path w="141882" h="73954">
                              <a:moveTo>
                                <a:pt x="141789" y="73955"/>
                              </a:moveTo>
                              <a:lnTo>
                                <a:pt x="0" y="66681"/>
                              </a:lnTo>
                              <a:lnTo>
                                <a:pt x="0" y="66681"/>
                              </a:lnTo>
                              <a:cubicBezTo>
                                <a:pt x="1989" y="27916"/>
                                <a:pt x="35023" y="-1895"/>
                                <a:pt x="73788" y="94"/>
                              </a:cubicBezTo>
                              <a:lnTo>
                                <a:pt x="75202" y="167"/>
                              </a:lnTo>
                              <a:cubicBezTo>
                                <a:pt x="113967" y="2156"/>
                                <a:pt x="143778" y="35190"/>
                                <a:pt x="141789" y="73955"/>
                              </a:cubicBezTo>
                              <a:lnTo>
                                <a:pt x="141789" y="73955"/>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grpSp>
          <p:grpSp>
            <p:nvGrpSpPr>
              <p:cNvPr id="78" name="Group 64">
                <a:extLst>
                  <a:ext uri="{FF2B5EF4-FFF2-40B4-BE49-F238E27FC236}">
                    <a16:creationId xmlns:a16="http://schemas.microsoft.com/office/drawing/2014/main" id="{DF45082F-526E-0EB4-16B6-71EFBE12800D}"/>
                  </a:ext>
                </a:extLst>
              </p:cNvPr>
              <p:cNvGrpSpPr/>
              <p:nvPr/>
            </p:nvGrpSpPr>
            <p:grpSpPr>
              <a:xfrm>
                <a:off x="3153888" y="4094063"/>
                <a:ext cx="498000" cy="969603"/>
                <a:chOff x="3153888" y="4094063"/>
                <a:chExt cx="498000" cy="969603"/>
              </a:xfrm>
              <a:grpFill/>
            </p:grpSpPr>
            <p:sp>
              <p:nvSpPr>
                <p:cNvPr id="82" name="Freeform 65">
                  <a:extLst>
                    <a:ext uri="{FF2B5EF4-FFF2-40B4-BE49-F238E27FC236}">
                      <a16:creationId xmlns:a16="http://schemas.microsoft.com/office/drawing/2014/main" id="{561D3042-1BB3-502C-22BD-E2D810AA971C}"/>
                    </a:ext>
                  </a:extLst>
                </p:cNvPr>
                <p:cNvSpPr/>
                <p:nvPr/>
              </p:nvSpPr>
              <p:spPr>
                <a:xfrm rot="-9313419">
                  <a:off x="3343588" y="4267685"/>
                  <a:ext cx="141981" cy="674731"/>
                </a:xfrm>
                <a:custGeom>
                  <a:avLst/>
                  <a:gdLst>
                    <a:gd name="connsiteX0" fmla="*/ 0 w 82157"/>
                    <a:gd name="connsiteY0" fmla="*/ 0 h 390431"/>
                    <a:gd name="connsiteX1" fmla="*/ 82157 w 82157"/>
                    <a:gd name="connsiteY1" fmla="*/ 0 h 390431"/>
                    <a:gd name="connsiteX2" fmla="*/ 82157 w 82157"/>
                    <a:gd name="connsiteY2" fmla="*/ 390431 h 390431"/>
                    <a:gd name="connsiteX3" fmla="*/ 0 w 82157"/>
                    <a:gd name="connsiteY3" fmla="*/ 390431 h 390431"/>
                    <a:gd name="connsiteX4" fmla="*/ 0 w 82157"/>
                    <a:gd name="connsiteY4" fmla="*/ 0 h 390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157" h="390431" fill="none" extrusionOk="0">
                      <a:moveTo>
                        <a:pt x="0" y="0"/>
                      </a:moveTo>
                      <a:cubicBezTo>
                        <a:pt x="37578" y="2293"/>
                        <a:pt x="58787" y="2693"/>
                        <a:pt x="82157" y="0"/>
                      </a:cubicBezTo>
                      <a:cubicBezTo>
                        <a:pt x="90135" y="180555"/>
                        <a:pt x="72678" y="238573"/>
                        <a:pt x="82157" y="390431"/>
                      </a:cubicBezTo>
                      <a:cubicBezTo>
                        <a:pt x="53086" y="389151"/>
                        <a:pt x="38966" y="393484"/>
                        <a:pt x="0" y="390431"/>
                      </a:cubicBezTo>
                      <a:cubicBezTo>
                        <a:pt x="-14198" y="237823"/>
                        <a:pt x="9302" y="117996"/>
                        <a:pt x="0" y="0"/>
                      </a:cubicBezTo>
                      <a:close/>
                    </a:path>
                    <a:path w="82157" h="390431" stroke="0" extrusionOk="0">
                      <a:moveTo>
                        <a:pt x="0" y="0"/>
                      </a:moveTo>
                      <a:cubicBezTo>
                        <a:pt x="21033" y="-2119"/>
                        <a:pt x="63866" y="2032"/>
                        <a:pt x="82157" y="0"/>
                      </a:cubicBezTo>
                      <a:cubicBezTo>
                        <a:pt x="76033" y="143598"/>
                        <a:pt x="64712" y="227667"/>
                        <a:pt x="82157" y="390431"/>
                      </a:cubicBezTo>
                      <a:cubicBezTo>
                        <a:pt x="58078" y="392450"/>
                        <a:pt x="20867" y="390511"/>
                        <a:pt x="0" y="390431"/>
                      </a:cubicBezTo>
                      <a:cubicBezTo>
                        <a:pt x="-11437" y="243846"/>
                        <a:pt x="16048" y="159529"/>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463671234">
                        <a:custGeom>
                          <a:avLst/>
                          <a:gdLst/>
                          <a:ahLst/>
                          <a:cxnLst/>
                          <a:rect l="l" t="t" r="r" b="b"/>
                          <a:pathLst>
                            <a:path w="141981" h="674731">
                              <a:moveTo>
                                <a:pt x="0" y="0"/>
                              </a:moveTo>
                              <a:lnTo>
                                <a:pt x="141981" y="0"/>
                              </a:lnTo>
                              <a:lnTo>
                                <a:pt x="141981" y="674731"/>
                              </a:lnTo>
                              <a:lnTo>
                                <a:pt x="0" y="674731"/>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83" name="Freeform 66">
                  <a:extLst>
                    <a:ext uri="{FF2B5EF4-FFF2-40B4-BE49-F238E27FC236}">
                      <a16:creationId xmlns:a16="http://schemas.microsoft.com/office/drawing/2014/main" id="{2DA3EB18-51A8-6D4C-8B6E-E6AAA85CAE1D}"/>
                    </a:ext>
                  </a:extLst>
                </p:cNvPr>
                <p:cNvSpPr/>
                <p:nvPr/>
              </p:nvSpPr>
              <p:spPr>
                <a:xfrm rot="-9313275">
                  <a:off x="3376226" y="4268184"/>
                  <a:ext cx="77299" cy="674669"/>
                </a:xfrm>
                <a:custGeom>
                  <a:avLst/>
                  <a:gdLst>
                    <a:gd name="connsiteX0" fmla="*/ 0 w 44729"/>
                    <a:gd name="connsiteY0" fmla="*/ 0 h 390395"/>
                    <a:gd name="connsiteX1" fmla="*/ 44729 w 44729"/>
                    <a:gd name="connsiteY1" fmla="*/ 0 h 390395"/>
                    <a:gd name="connsiteX2" fmla="*/ 44729 w 44729"/>
                    <a:gd name="connsiteY2" fmla="*/ 390395 h 390395"/>
                    <a:gd name="connsiteX3" fmla="*/ 0 w 44729"/>
                    <a:gd name="connsiteY3" fmla="*/ 390395 h 390395"/>
                    <a:gd name="connsiteX4" fmla="*/ 0 w 44729"/>
                    <a:gd name="connsiteY4" fmla="*/ 0 h 3903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729" h="390395" fill="none" extrusionOk="0">
                      <a:moveTo>
                        <a:pt x="0" y="0"/>
                      </a:moveTo>
                      <a:cubicBezTo>
                        <a:pt x="14416" y="269"/>
                        <a:pt x="32890" y="-3"/>
                        <a:pt x="44729" y="0"/>
                      </a:cubicBezTo>
                      <a:cubicBezTo>
                        <a:pt x="64073" y="118398"/>
                        <a:pt x="32605" y="304603"/>
                        <a:pt x="44729" y="390395"/>
                      </a:cubicBezTo>
                      <a:cubicBezTo>
                        <a:pt x="28060" y="390677"/>
                        <a:pt x="10281" y="389592"/>
                        <a:pt x="0" y="390395"/>
                      </a:cubicBezTo>
                      <a:cubicBezTo>
                        <a:pt x="8811" y="303224"/>
                        <a:pt x="11303" y="161506"/>
                        <a:pt x="0" y="0"/>
                      </a:cubicBezTo>
                      <a:close/>
                    </a:path>
                    <a:path w="44729" h="390395" stroke="0" extrusionOk="0">
                      <a:moveTo>
                        <a:pt x="0" y="0"/>
                      </a:moveTo>
                      <a:cubicBezTo>
                        <a:pt x="20925" y="1496"/>
                        <a:pt x="34162" y="1273"/>
                        <a:pt x="44729" y="0"/>
                      </a:cubicBezTo>
                      <a:cubicBezTo>
                        <a:pt x="36603" y="124972"/>
                        <a:pt x="51328" y="300832"/>
                        <a:pt x="44729" y="390395"/>
                      </a:cubicBezTo>
                      <a:cubicBezTo>
                        <a:pt x="22521" y="390673"/>
                        <a:pt x="21542" y="390959"/>
                        <a:pt x="0" y="390395"/>
                      </a:cubicBezTo>
                      <a:cubicBezTo>
                        <a:pt x="-16431" y="217835"/>
                        <a:pt x="9153" y="149829"/>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952203055">
                        <a:custGeom>
                          <a:avLst/>
                          <a:gdLst/>
                          <a:ahLst/>
                          <a:cxnLst/>
                          <a:rect l="l" t="t" r="r" b="b"/>
                          <a:pathLst>
                            <a:path w="77299" h="674669">
                              <a:moveTo>
                                <a:pt x="0" y="0"/>
                              </a:moveTo>
                              <a:lnTo>
                                <a:pt x="77300" y="0"/>
                              </a:lnTo>
                              <a:lnTo>
                                <a:pt x="77300" y="674670"/>
                              </a:lnTo>
                              <a:lnTo>
                                <a:pt x="0" y="67467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84" name="Freeform 67">
                  <a:extLst>
                    <a:ext uri="{FF2B5EF4-FFF2-40B4-BE49-F238E27FC236}">
                      <a16:creationId xmlns:a16="http://schemas.microsoft.com/office/drawing/2014/main" id="{CA32AAEA-957F-9777-CFA3-F095CB4694C4}"/>
                    </a:ext>
                  </a:extLst>
                </p:cNvPr>
                <p:cNvSpPr/>
                <p:nvPr/>
              </p:nvSpPr>
              <p:spPr>
                <a:xfrm>
                  <a:off x="3491566" y="4094063"/>
                  <a:ext cx="160322" cy="235696"/>
                </a:xfrm>
                <a:custGeom>
                  <a:avLst/>
                  <a:gdLst>
                    <a:gd name="connsiteX0" fmla="*/ 92770 w 92770"/>
                    <a:gd name="connsiteY0" fmla="*/ 0 h 136385"/>
                    <a:gd name="connsiteX1" fmla="*/ 0 w 92770"/>
                    <a:gd name="connsiteY1" fmla="*/ 101406 h 136385"/>
                    <a:gd name="connsiteX2" fmla="*/ 75780 w 92770"/>
                    <a:gd name="connsiteY2" fmla="*/ 136385 h 136385"/>
                    <a:gd name="connsiteX3" fmla="*/ 92770 w 92770"/>
                    <a:gd name="connsiteY3" fmla="*/ 0 h 136385"/>
                  </a:gdLst>
                  <a:ahLst/>
                  <a:cxnLst>
                    <a:cxn ang="0">
                      <a:pos x="connsiteX0" y="connsiteY0"/>
                    </a:cxn>
                    <a:cxn ang="0">
                      <a:pos x="connsiteX1" y="connsiteY1"/>
                    </a:cxn>
                    <a:cxn ang="0">
                      <a:pos x="connsiteX2" y="connsiteY2"/>
                    </a:cxn>
                    <a:cxn ang="0">
                      <a:pos x="connsiteX3" y="connsiteY3"/>
                    </a:cxn>
                  </a:cxnLst>
                  <a:rect l="l" t="t" r="r" b="b"/>
                  <a:pathLst>
                    <a:path w="92770" h="136385" fill="none" extrusionOk="0">
                      <a:moveTo>
                        <a:pt x="92770" y="0"/>
                      </a:moveTo>
                      <a:cubicBezTo>
                        <a:pt x="54882" y="47307"/>
                        <a:pt x="38723" y="49770"/>
                        <a:pt x="0" y="101406"/>
                      </a:cubicBezTo>
                      <a:cubicBezTo>
                        <a:pt x="18919" y="108168"/>
                        <a:pt x="43801" y="125675"/>
                        <a:pt x="75780" y="136385"/>
                      </a:cubicBezTo>
                      <a:cubicBezTo>
                        <a:pt x="81814" y="71996"/>
                        <a:pt x="92885" y="47472"/>
                        <a:pt x="92770" y="0"/>
                      </a:cubicBezTo>
                      <a:close/>
                    </a:path>
                    <a:path w="92770" h="136385" stroke="0" extrusionOk="0">
                      <a:moveTo>
                        <a:pt x="92770" y="0"/>
                      </a:moveTo>
                      <a:cubicBezTo>
                        <a:pt x="55064" y="48687"/>
                        <a:pt x="22239" y="74839"/>
                        <a:pt x="0" y="101406"/>
                      </a:cubicBezTo>
                      <a:cubicBezTo>
                        <a:pt x="23149" y="108374"/>
                        <a:pt x="49845" y="122808"/>
                        <a:pt x="75780" y="136385"/>
                      </a:cubicBezTo>
                      <a:cubicBezTo>
                        <a:pt x="74114" y="107469"/>
                        <a:pt x="92370" y="28659"/>
                        <a:pt x="9277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849851631">
                        <a:custGeom>
                          <a:avLst/>
                          <a:gdLst/>
                          <a:ahLst/>
                          <a:cxnLst/>
                          <a:rect l="l" t="t" r="r" b="b"/>
                          <a:pathLst>
                            <a:path w="160322" h="235696">
                              <a:moveTo>
                                <a:pt x="160323" y="0"/>
                              </a:moveTo>
                              <a:lnTo>
                                <a:pt x="0" y="175248"/>
                              </a:lnTo>
                              <a:lnTo>
                                <a:pt x="130962" y="235697"/>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85" name="Freeform 68">
                  <a:extLst>
                    <a:ext uri="{FF2B5EF4-FFF2-40B4-BE49-F238E27FC236}">
                      <a16:creationId xmlns:a16="http://schemas.microsoft.com/office/drawing/2014/main" id="{DE4B7EF9-A4E4-663C-54A7-AB53DEF61F3E}"/>
                    </a:ext>
                  </a:extLst>
                </p:cNvPr>
                <p:cNvSpPr/>
                <p:nvPr/>
              </p:nvSpPr>
              <p:spPr>
                <a:xfrm>
                  <a:off x="3491566" y="4185471"/>
                  <a:ext cx="145008" cy="144288"/>
                </a:xfrm>
                <a:custGeom>
                  <a:avLst/>
                  <a:gdLst>
                    <a:gd name="connsiteX0" fmla="*/ 44380 w 83908"/>
                    <a:gd name="connsiteY0" fmla="*/ 0 h 83492"/>
                    <a:gd name="connsiteX1" fmla="*/ 0 w 83908"/>
                    <a:gd name="connsiteY1" fmla="*/ 48513 h 83492"/>
                    <a:gd name="connsiteX2" fmla="*/ 75780 w 83908"/>
                    <a:gd name="connsiteY2" fmla="*/ 83492 h 83492"/>
                    <a:gd name="connsiteX3" fmla="*/ 83908 w 83908"/>
                    <a:gd name="connsiteY3" fmla="*/ 18247 h 83492"/>
                    <a:gd name="connsiteX4" fmla="*/ 44380 w 83908"/>
                    <a:gd name="connsiteY4" fmla="*/ 0 h 834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908" h="83492" fill="none" extrusionOk="0">
                      <a:moveTo>
                        <a:pt x="44380" y="0"/>
                      </a:moveTo>
                      <a:cubicBezTo>
                        <a:pt x="28899" y="19397"/>
                        <a:pt x="13946" y="29074"/>
                        <a:pt x="0" y="48513"/>
                      </a:cubicBezTo>
                      <a:cubicBezTo>
                        <a:pt x="37073" y="64742"/>
                        <a:pt x="51222" y="75190"/>
                        <a:pt x="75780" y="83492"/>
                      </a:cubicBezTo>
                      <a:cubicBezTo>
                        <a:pt x="77287" y="52813"/>
                        <a:pt x="81314" y="50312"/>
                        <a:pt x="83908" y="18247"/>
                      </a:cubicBezTo>
                      <a:cubicBezTo>
                        <a:pt x="68643" y="9015"/>
                        <a:pt x="57998" y="4227"/>
                        <a:pt x="44380" y="0"/>
                      </a:cubicBezTo>
                      <a:close/>
                    </a:path>
                    <a:path w="83908" h="83492" stroke="0" extrusionOk="0">
                      <a:moveTo>
                        <a:pt x="44380" y="0"/>
                      </a:moveTo>
                      <a:cubicBezTo>
                        <a:pt x="22415" y="19820"/>
                        <a:pt x="15128" y="30295"/>
                        <a:pt x="0" y="48513"/>
                      </a:cubicBezTo>
                      <a:cubicBezTo>
                        <a:pt x="32379" y="59305"/>
                        <a:pt x="43580" y="71072"/>
                        <a:pt x="75780" y="83492"/>
                      </a:cubicBezTo>
                      <a:cubicBezTo>
                        <a:pt x="75696" y="62109"/>
                        <a:pt x="82759" y="44672"/>
                        <a:pt x="83908" y="18247"/>
                      </a:cubicBezTo>
                      <a:cubicBezTo>
                        <a:pt x="66093" y="10429"/>
                        <a:pt x="54085" y="5698"/>
                        <a:pt x="4438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12661562">
                        <a:custGeom>
                          <a:avLst/>
                          <a:gdLst/>
                          <a:ahLst/>
                          <a:cxnLst/>
                          <a:rect l="l" t="t" r="r" b="b"/>
                          <a:pathLst>
                            <a:path w="145008" h="144288">
                              <a:moveTo>
                                <a:pt x="76698" y="0"/>
                              </a:moveTo>
                              <a:lnTo>
                                <a:pt x="0" y="83839"/>
                              </a:lnTo>
                              <a:lnTo>
                                <a:pt x="130962" y="144288"/>
                              </a:lnTo>
                              <a:lnTo>
                                <a:pt x="145008" y="31534"/>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86" name="Freeform 69">
                  <a:extLst>
                    <a:ext uri="{FF2B5EF4-FFF2-40B4-BE49-F238E27FC236}">
                      <a16:creationId xmlns:a16="http://schemas.microsoft.com/office/drawing/2014/main" id="{E336D928-5602-EBAD-EB8E-9C59B8AB21E1}"/>
                    </a:ext>
                  </a:extLst>
                </p:cNvPr>
                <p:cNvSpPr/>
                <p:nvPr/>
              </p:nvSpPr>
              <p:spPr>
                <a:xfrm rot="-9313419">
                  <a:off x="3187503" y="4908092"/>
                  <a:ext cx="141981" cy="70285"/>
                </a:xfrm>
                <a:custGeom>
                  <a:avLst/>
                  <a:gdLst>
                    <a:gd name="connsiteX0" fmla="*/ 0 w 82157"/>
                    <a:gd name="connsiteY0" fmla="*/ 0 h 40670"/>
                    <a:gd name="connsiteX1" fmla="*/ 82157 w 82157"/>
                    <a:gd name="connsiteY1" fmla="*/ 0 h 40670"/>
                    <a:gd name="connsiteX2" fmla="*/ 82157 w 82157"/>
                    <a:gd name="connsiteY2" fmla="*/ 40670 h 40670"/>
                    <a:gd name="connsiteX3" fmla="*/ 0 w 82157"/>
                    <a:gd name="connsiteY3" fmla="*/ 40670 h 40670"/>
                    <a:gd name="connsiteX4" fmla="*/ 0 w 82157"/>
                    <a:gd name="connsiteY4" fmla="*/ 0 h 406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2157" h="40670" fill="none" extrusionOk="0">
                      <a:moveTo>
                        <a:pt x="0" y="0"/>
                      </a:moveTo>
                      <a:cubicBezTo>
                        <a:pt x="33273" y="3122"/>
                        <a:pt x="63738" y="1781"/>
                        <a:pt x="82157" y="0"/>
                      </a:cubicBezTo>
                      <a:cubicBezTo>
                        <a:pt x="82864" y="12185"/>
                        <a:pt x="83375" y="22059"/>
                        <a:pt x="82157" y="40670"/>
                      </a:cubicBezTo>
                      <a:cubicBezTo>
                        <a:pt x="44625" y="40604"/>
                        <a:pt x="26749" y="40149"/>
                        <a:pt x="0" y="40670"/>
                      </a:cubicBezTo>
                      <a:cubicBezTo>
                        <a:pt x="782" y="20486"/>
                        <a:pt x="-1874" y="8809"/>
                        <a:pt x="0" y="0"/>
                      </a:cubicBezTo>
                      <a:close/>
                    </a:path>
                    <a:path w="82157" h="40670" stroke="0" extrusionOk="0">
                      <a:moveTo>
                        <a:pt x="0" y="0"/>
                      </a:moveTo>
                      <a:cubicBezTo>
                        <a:pt x="21826" y="-350"/>
                        <a:pt x="55742" y="-1803"/>
                        <a:pt x="82157" y="0"/>
                      </a:cubicBezTo>
                      <a:cubicBezTo>
                        <a:pt x="82078" y="8791"/>
                        <a:pt x="84157" y="21841"/>
                        <a:pt x="82157" y="40670"/>
                      </a:cubicBezTo>
                      <a:cubicBezTo>
                        <a:pt x="54603" y="39325"/>
                        <a:pt x="32636" y="43825"/>
                        <a:pt x="0" y="40670"/>
                      </a:cubicBezTo>
                      <a:cubicBezTo>
                        <a:pt x="1771" y="28694"/>
                        <a:pt x="-148" y="16504"/>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609310955">
                        <a:custGeom>
                          <a:avLst/>
                          <a:gdLst/>
                          <a:ahLst/>
                          <a:cxnLst/>
                          <a:rect l="l" t="t" r="r" b="b"/>
                          <a:pathLst>
                            <a:path w="141981" h="70285">
                              <a:moveTo>
                                <a:pt x="0" y="0"/>
                              </a:moveTo>
                              <a:lnTo>
                                <a:pt x="141981" y="0"/>
                              </a:lnTo>
                              <a:lnTo>
                                <a:pt x="141981" y="70286"/>
                              </a:lnTo>
                              <a:lnTo>
                                <a:pt x="0" y="70286"/>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87" name="Freeform 70">
                  <a:extLst>
                    <a:ext uri="{FF2B5EF4-FFF2-40B4-BE49-F238E27FC236}">
                      <a16:creationId xmlns:a16="http://schemas.microsoft.com/office/drawing/2014/main" id="{23F4C8E9-9E98-A96D-5511-9E2C38C576DF}"/>
                    </a:ext>
                  </a:extLst>
                </p:cNvPr>
                <p:cNvSpPr/>
                <p:nvPr/>
              </p:nvSpPr>
              <p:spPr>
                <a:xfrm>
                  <a:off x="3153888" y="4943156"/>
                  <a:ext cx="155559" cy="120510"/>
                </a:xfrm>
                <a:custGeom>
                  <a:avLst/>
                  <a:gdLst>
                    <a:gd name="connsiteX0" fmla="*/ 15423 w 90014"/>
                    <a:gd name="connsiteY0" fmla="*/ 0 h 69733"/>
                    <a:gd name="connsiteX1" fmla="*/ 90014 w 90014"/>
                    <a:gd name="connsiteY1" fmla="*/ 34427 h 69733"/>
                    <a:gd name="connsiteX2" fmla="*/ 75048 w 90014"/>
                    <a:gd name="connsiteY2" fmla="*/ 66849 h 69733"/>
                    <a:gd name="connsiteX3" fmla="*/ 68465 w 90014"/>
                    <a:gd name="connsiteY3" fmla="*/ 69275 h 69733"/>
                    <a:gd name="connsiteX4" fmla="*/ 2883 w 90014"/>
                    <a:gd name="connsiteY4" fmla="*/ 39006 h 69733"/>
                    <a:gd name="connsiteX5" fmla="*/ 457 w 90014"/>
                    <a:gd name="connsiteY5" fmla="*/ 32424 h 69733"/>
                    <a:gd name="connsiteX6" fmla="*/ 15423 w 90014"/>
                    <a:gd name="connsiteY6" fmla="*/ 0 h 6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0014" h="69733" fill="none" extrusionOk="0">
                      <a:moveTo>
                        <a:pt x="15423" y="0"/>
                      </a:moveTo>
                      <a:cubicBezTo>
                        <a:pt x="49521" y="13671"/>
                        <a:pt x="71857" y="27089"/>
                        <a:pt x="90014" y="34427"/>
                      </a:cubicBezTo>
                      <a:cubicBezTo>
                        <a:pt x="85077" y="44609"/>
                        <a:pt x="82846" y="52502"/>
                        <a:pt x="75048" y="66849"/>
                      </a:cubicBezTo>
                      <a:cubicBezTo>
                        <a:pt x="73917" y="68979"/>
                        <a:pt x="70671" y="70136"/>
                        <a:pt x="68465" y="69275"/>
                      </a:cubicBezTo>
                      <a:cubicBezTo>
                        <a:pt x="39749" y="54332"/>
                        <a:pt x="20812" y="49925"/>
                        <a:pt x="2883" y="39006"/>
                      </a:cubicBezTo>
                      <a:cubicBezTo>
                        <a:pt x="-173" y="37754"/>
                        <a:pt x="-663" y="35097"/>
                        <a:pt x="457" y="32424"/>
                      </a:cubicBezTo>
                      <a:cubicBezTo>
                        <a:pt x="7912" y="18334"/>
                        <a:pt x="10459" y="10468"/>
                        <a:pt x="15423" y="0"/>
                      </a:cubicBezTo>
                      <a:close/>
                    </a:path>
                    <a:path w="90014" h="69733" stroke="0" extrusionOk="0">
                      <a:moveTo>
                        <a:pt x="15423" y="0"/>
                      </a:moveTo>
                      <a:cubicBezTo>
                        <a:pt x="52441" y="17219"/>
                        <a:pt x="63496" y="22261"/>
                        <a:pt x="90014" y="34427"/>
                      </a:cubicBezTo>
                      <a:cubicBezTo>
                        <a:pt x="86739" y="43227"/>
                        <a:pt x="79765" y="60388"/>
                        <a:pt x="75048" y="66849"/>
                      </a:cubicBezTo>
                      <a:cubicBezTo>
                        <a:pt x="74262" y="69020"/>
                        <a:pt x="71201" y="70810"/>
                        <a:pt x="68465" y="69275"/>
                      </a:cubicBezTo>
                      <a:cubicBezTo>
                        <a:pt x="45391" y="58608"/>
                        <a:pt x="23156" y="50218"/>
                        <a:pt x="2883" y="39006"/>
                      </a:cubicBezTo>
                      <a:cubicBezTo>
                        <a:pt x="409" y="37219"/>
                        <a:pt x="-797" y="34861"/>
                        <a:pt x="457" y="32424"/>
                      </a:cubicBezTo>
                      <a:cubicBezTo>
                        <a:pt x="8429" y="19203"/>
                        <a:pt x="8440" y="11231"/>
                        <a:pt x="15423"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195670312">
                        <a:custGeom>
                          <a:avLst/>
                          <a:gdLst/>
                          <a:ahLst/>
                          <a:cxnLst/>
                          <a:rect l="l" t="t" r="r" b="b"/>
                          <a:pathLst>
                            <a:path w="155559" h="120510">
                              <a:moveTo>
                                <a:pt x="26654" y="0"/>
                              </a:moveTo>
                              <a:lnTo>
                                <a:pt x="155559" y="59497"/>
                              </a:lnTo>
                              <a:lnTo>
                                <a:pt x="129696" y="115527"/>
                              </a:lnTo>
                              <a:cubicBezTo>
                                <a:pt x="127712" y="119826"/>
                                <a:pt x="122619" y="121703"/>
                                <a:pt x="118320" y="119719"/>
                              </a:cubicBezTo>
                              <a:lnTo>
                                <a:pt x="4983" y="67410"/>
                              </a:lnTo>
                              <a:cubicBezTo>
                                <a:pt x="684" y="65425"/>
                                <a:pt x="-1193" y="60333"/>
                                <a:pt x="791" y="56034"/>
                              </a:cubicBezTo>
                              <a:lnTo>
                                <a:pt x="26654" y="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grpSp>
          <p:grpSp>
            <p:nvGrpSpPr>
              <p:cNvPr id="79" name="Group 71">
                <a:extLst>
                  <a:ext uri="{FF2B5EF4-FFF2-40B4-BE49-F238E27FC236}">
                    <a16:creationId xmlns:a16="http://schemas.microsoft.com/office/drawing/2014/main" id="{0E0609BD-282B-EA87-2C4F-E9A57D452B00}"/>
                  </a:ext>
                </a:extLst>
              </p:cNvPr>
              <p:cNvGrpSpPr/>
              <p:nvPr/>
            </p:nvGrpSpPr>
            <p:grpSpPr>
              <a:xfrm>
                <a:off x="3029558" y="4719206"/>
                <a:ext cx="429505" cy="689040"/>
                <a:chOff x="3029558" y="4719206"/>
                <a:chExt cx="429505" cy="689040"/>
              </a:xfrm>
              <a:grpFill/>
            </p:grpSpPr>
            <p:sp>
              <p:nvSpPr>
                <p:cNvPr id="80" name="Freeform 72">
                  <a:extLst>
                    <a:ext uri="{FF2B5EF4-FFF2-40B4-BE49-F238E27FC236}">
                      <a16:creationId xmlns:a16="http://schemas.microsoft.com/office/drawing/2014/main" id="{D7D9DD98-D129-886E-E81A-47F886DA5FF1}"/>
                    </a:ext>
                  </a:extLst>
                </p:cNvPr>
                <p:cNvSpPr/>
                <p:nvPr/>
              </p:nvSpPr>
              <p:spPr>
                <a:xfrm rot="-10800000">
                  <a:off x="3029560" y="4719206"/>
                  <a:ext cx="429503" cy="689040"/>
                </a:xfrm>
                <a:custGeom>
                  <a:avLst/>
                  <a:gdLst>
                    <a:gd name="connsiteX0" fmla="*/ 0 w 248530"/>
                    <a:gd name="connsiteY0" fmla="*/ 0 h 398711"/>
                    <a:gd name="connsiteX1" fmla="*/ 248530 w 248530"/>
                    <a:gd name="connsiteY1" fmla="*/ 0 h 398711"/>
                    <a:gd name="connsiteX2" fmla="*/ 248530 w 248530"/>
                    <a:gd name="connsiteY2" fmla="*/ 398711 h 398711"/>
                    <a:gd name="connsiteX3" fmla="*/ 0 w 248530"/>
                    <a:gd name="connsiteY3" fmla="*/ 398711 h 398711"/>
                    <a:gd name="connsiteX4" fmla="*/ 0 w 248530"/>
                    <a:gd name="connsiteY4" fmla="*/ 0 h 398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8530" h="398711" fill="none" extrusionOk="0">
                      <a:moveTo>
                        <a:pt x="0" y="0"/>
                      </a:moveTo>
                      <a:cubicBezTo>
                        <a:pt x="88208" y="-5177"/>
                        <a:pt x="154156" y="-3887"/>
                        <a:pt x="248530" y="0"/>
                      </a:cubicBezTo>
                      <a:cubicBezTo>
                        <a:pt x="233219" y="167722"/>
                        <a:pt x="262028" y="285106"/>
                        <a:pt x="248530" y="398711"/>
                      </a:cubicBezTo>
                      <a:cubicBezTo>
                        <a:pt x="192531" y="403608"/>
                        <a:pt x="75632" y="401542"/>
                        <a:pt x="0" y="398711"/>
                      </a:cubicBezTo>
                      <a:cubicBezTo>
                        <a:pt x="18709" y="205883"/>
                        <a:pt x="9879" y="120207"/>
                        <a:pt x="0" y="0"/>
                      </a:cubicBezTo>
                      <a:close/>
                    </a:path>
                    <a:path w="248530" h="398711" stroke="0" extrusionOk="0">
                      <a:moveTo>
                        <a:pt x="0" y="0"/>
                      </a:moveTo>
                      <a:cubicBezTo>
                        <a:pt x="74425" y="-6572"/>
                        <a:pt x="138146" y="-12301"/>
                        <a:pt x="248530" y="0"/>
                      </a:cubicBezTo>
                      <a:cubicBezTo>
                        <a:pt x="261252" y="165290"/>
                        <a:pt x="250757" y="238500"/>
                        <a:pt x="248530" y="398711"/>
                      </a:cubicBezTo>
                      <a:cubicBezTo>
                        <a:pt x="182143" y="401703"/>
                        <a:pt x="52481" y="401235"/>
                        <a:pt x="0" y="398711"/>
                      </a:cubicBezTo>
                      <a:cubicBezTo>
                        <a:pt x="-13276" y="296727"/>
                        <a:pt x="16685" y="114179"/>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806501384">
                        <a:custGeom>
                          <a:avLst/>
                          <a:gdLst/>
                          <a:ahLst/>
                          <a:cxnLst/>
                          <a:rect l="l" t="t" r="r" b="b"/>
                          <a:pathLst>
                            <a:path w="429503" h="689040">
                              <a:moveTo>
                                <a:pt x="0" y="0"/>
                              </a:moveTo>
                              <a:lnTo>
                                <a:pt x="429504" y="0"/>
                              </a:lnTo>
                              <a:lnTo>
                                <a:pt x="429504" y="689040"/>
                              </a:lnTo>
                              <a:lnTo>
                                <a:pt x="0" y="68904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81" name="Freeform 73">
                  <a:extLst>
                    <a:ext uri="{FF2B5EF4-FFF2-40B4-BE49-F238E27FC236}">
                      <a16:creationId xmlns:a16="http://schemas.microsoft.com/office/drawing/2014/main" id="{43F1B25E-115D-E03F-40B2-E39D9A8EA503}"/>
                    </a:ext>
                  </a:extLst>
                </p:cNvPr>
                <p:cNvSpPr/>
                <p:nvPr/>
              </p:nvSpPr>
              <p:spPr>
                <a:xfrm rot="-10800000">
                  <a:off x="3029558" y="4719206"/>
                  <a:ext cx="214753" cy="689040"/>
                </a:xfrm>
                <a:custGeom>
                  <a:avLst/>
                  <a:gdLst>
                    <a:gd name="connsiteX0" fmla="*/ 0 w 124266"/>
                    <a:gd name="connsiteY0" fmla="*/ 0 h 398711"/>
                    <a:gd name="connsiteX1" fmla="*/ 124266 w 124266"/>
                    <a:gd name="connsiteY1" fmla="*/ 0 h 398711"/>
                    <a:gd name="connsiteX2" fmla="*/ 124266 w 124266"/>
                    <a:gd name="connsiteY2" fmla="*/ 398711 h 398711"/>
                    <a:gd name="connsiteX3" fmla="*/ 0 w 124266"/>
                    <a:gd name="connsiteY3" fmla="*/ 398711 h 398711"/>
                    <a:gd name="connsiteX4" fmla="*/ 0 w 124266"/>
                    <a:gd name="connsiteY4" fmla="*/ 0 h 3987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266" h="398711" fill="none" extrusionOk="0">
                      <a:moveTo>
                        <a:pt x="0" y="0"/>
                      </a:moveTo>
                      <a:cubicBezTo>
                        <a:pt x="55676" y="5152"/>
                        <a:pt x="81087" y="5950"/>
                        <a:pt x="124266" y="0"/>
                      </a:cubicBezTo>
                      <a:cubicBezTo>
                        <a:pt x="131693" y="116634"/>
                        <a:pt x="105302" y="207212"/>
                        <a:pt x="124266" y="398711"/>
                      </a:cubicBezTo>
                      <a:cubicBezTo>
                        <a:pt x="79516" y="401333"/>
                        <a:pt x="55312" y="393637"/>
                        <a:pt x="0" y="398711"/>
                      </a:cubicBezTo>
                      <a:cubicBezTo>
                        <a:pt x="9093" y="279519"/>
                        <a:pt x="-13074" y="96348"/>
                        <a:pt x="0" y="0"/>
                      </a:cubicBezTo>
                      <a:close/>
                    </a:path>
                    <a:path w="124266" h="398711" stroke="0" extrusionOk="0">
                      <a:moveTo>
                        <a:pt x="0" y="0"/>
                      </a:moveTo>
                      <a:cubicBezTo>
                        <a:pt x="34375" y="857"/>
                        <a:pt x="74850" y="1293"/>
                        <a:pt x="124266" y="0"/>
                      </a:cubicBezTo>
                      <a:cubicBezTo>
                        <a:pt x="115511" y="156960"/>
                        <a:pt x="113266" y="294431"/>
                        <a:pt x="124266" y="398711"/>
                      </a:cubicBezTo>
                      <a:cubicBezTo>
                        <a:pt x="91556" y="402647"/>
                        <a:pt x="33028" y="399825"/>
                        <a:pt x="0" y="398711"/>
                      </a:cubicBezTo>
                      <a:cubicBezTo>
                        <a:pt x="-7881" y="252796"/>
                        <a:pt x="-3270" y="80382"/>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540532994">
                        <a:custGeom>
                          <a:avLst/>
                          <a:gdLst/>
                          <a:ahLst/>
                          <a:cxnLst/>
                          <a:rect l="l" t="t" r="r" b="b"/>
                          <a:pathLst>
                            <a:path w="214753" h="689040">
                              <a:moveTo>
                                <a:pt x="0" y="0"/>
                              </a:moveTo>
                              <a:lnTo>
                                <a:pt x="214754" y="0"/>
                              </a:lnTo>
                              <a:lnTo>
                                <a:pt x="214754" y="689040"/>
                              </a:lnTo>
                              <a:lnTo>
                                <a:pt x="0" y="68904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grpSp>
        </p:grpSp>
        <p:grpSp>
          <p:nvGrpSpPr>
            <p:cNvPr id="10" name="Group 74">
              <a:extLst>
                <a:ext uri="{FF2B5EF4-FFF2-40B4-BE49-F238E27FC236}">
                  <a16:creationId xmlns:a16="http://schemas.microsoft.com/office/drawing/2014/main" id="{8FCBE6F6-5BDB-F54A-9070-C843C1FAB9FD}"/>
                </a:ext>
              </a:extLst>
            </p:cNvPr>
            <p:cNvGrpSpPr/>
            <p:nvPr/>
          </p:nvGrpSpPr>
          <p:grpSpPr>
            <a:xfrm>
              <a:off x="2091651" y="2441100"/>
              <a:ext cx="369964" cy="352344"/>
              <a:chOff x="3611045" y="4607135"/>
              <a:chExt cx="842938" cy="802793"/>
            </a:xfrm>
            <a:grpFill/>
          </p:grpSpPr>
          <p:sp>
            <p:nvSpPr>
              <p:cNvPr id="72" name="Freeform 75">
                <a:extLst>
                  <a:ext uri="{FF2B5EF4-FFF2-40B4-BE49-F238E27FC236}">
                    <a16:creationId xmlns:a16="http://schemas.microsoft.com/office/drawing/2014/main" id="{B9310235-6C2A-6B2C-F9F5-CA1F4D6D807B}"/>
                  </a:ext>
                </a:extLst>
              </p:cNvPr>
              <p:cNvSpPr/>
              <p:nvPr/>
            </p:nvSpPr>
            <p:spPr>
              <a:xfrm>
                <a:off x="3611045" y="4607135"/>
                <a:ext cx="560457" cy="802788"/>
              </a:xfrm>
              <a:custGeom>
                <a:avLst/>
                <a:gdLst>
                  <a:gd name="connsiteX0" fmla="*/ 239979 w 324307"/>
                  <a:gd name="connsiteY0" fmla="*/ 464530 h 464530"/>
                  <a:gd name="connsiteX1" fmla="*/ 84328 w 324307"/>
                  <a:gd name="connsiteY1" fmla="*/ 464530 h 464530"/>
                  <a:gd name="connsiteX2" fmla="*/ 0 w 324307"/>
                  <a:gd name="connsiteY2" fmla="*/ 380202 h 464530"/>
                  <a:gd name="connsiteX3" fmla="*/ 0 w 324307"/>
                  <a:gd name="connsiteY3" fmla="*/ 0 h 464530"/>
                  <a:gd name="connsiteX4" fmla="*/ 324307 w 324307"/>
                  <a:gd name="connsiteY4" fmla="*/ 0 h 464530"/>
                  <a:gd name="connsiteX5" fmla="*/ 324307 w 324307"/>
                  <a:gd name="connsiteY5" fmla="*/ 380202 h 464530"/>
                  <a:gd name="connsiteX6" fmla="*/ 239979 w 324307"/>
                  <a:gd name="connsiteY6" fmla="*/ 464530 h 464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307" h="464530" fill="none" extrusionOk="0">
                    <a:moveTo>
                      <a:pt x="239979" y="464530"/>
                    </a:moveTo>
                    <a:cubicBezTo>
                      <a:pt x="195001" y="463861"/>
                      <a:pt x="131906" y="467906"/>
                      <a:pt x="84328" y="464530"/>
                    </a:cubicBezTo>
                    <a:cubicBezTo>
                      <a:pt x="43117" y="470220"/>
                      <a:pt x="-249" y="424899"/>
                      <a:pt x="0" y="380202"/>
                    </a:cubicBezTo>
                    <a:cubicBezTo>
                      <a:pt x="7432" y="255173"/>
                      <a:pt x="455" y="108601"/>
                      <a:pt x="0" y="0"/>
                    </a:cubicBezTo>
                    <a:cubicBezTo>
                      <a:pt x="116622" y="7841"/>
                      <a:pt x="229381" y="15679"/>
                      <a:pt x="324307" y="0"/>
                    </a:cubicBezTo>
                    <a:cubicBezTo>
                      <a:pt x="335621" y="174824"/>
                      <a:pt x="316665" y="291622"/>
                      <a:pt x="324307" y="380202"/>
                    </a:cubicBezTo>
                    <a:cubicBezTo>
                      <a:pt x="327984" y="426207"/>
                      <a:pt x="283072" y="461537"/>
                      <a:pt x="239979" y="464530"/>
                    </a:cubicBezTo>
                    <a:close/>
                  </a:path>
                  <a:path w="324307" h="464530" stroke="0" extrusionOk="0">
                    <a:moveTo>
                      <a:pt x="239979" y="464530"/>
                    </a:moveTo>
                    <a:cubicBezTo>
                      <a:pt x="167460" y="468080"/>
                      <a:pt x="150516" y="458654"/>
                      <a:pt x="84328" y="464530"/>
                    </a:cubicBezTo>
                    <a:cubicBezTo>
                      <a:pt x="36403" y="465747"/>
                      <a:pt x="-8190" y="420225"/>
                      <a:pt x="0" y="380202"/>
                    </a:cubicBezTo>
                    <a:cubicBezTo>
                      <a:pt x="-9567" y="256823"/>
                      <a:pt x="17258" y="121721"/>
                      <a:pt x="0" y="0"/>
                    </a:cubicBezTo>
                    <a:cubicBezTo>
                      <a:pt x="158916" y="4614"/>
                      <a:pt x="224108" y="-1906"/>
                      <a:pt x="324307" y="0"/>
                    </a:cubicBezTo>
                    <a:cubicBezTo>
                      <a:pt x="332339" y="165601"/>
                      <a:pt x="324431" y="192978"/>
                      <a:pt x="324307" y="380202"/>
                    </a:cubicBezTo>
                    <a:cubicBezTo>
                      <a:pt x="327322" y="428537"/>
                      <a:pt x="289493" y="462583"/>
                      <a:pt x="239979" y="46453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161549883">
                      <a:custGeom>
                        <a:avLst/>
                        <a:gdLst/>
                        <a:ahLst/>
                        <a:cxnLst/>
                        <a:rect l="l" t="t" r="r" b="b"/>
                        <a:pathLst>
                          <a:path w="560457" h="802788">
                            <a:moveTo>
                              <a:pt x="414725" y="802789"/>
                            </a:moveTo>
                            <a:lnTo>
                              <a:pt x="145733" y="802789"/>
                            </a:lnTo>
                            <a:cubicBezTo>
                              <a:pt x="65245" y="802789"/>
                              <a:pt x="0" y="737544"/>
                              <a:pt x="0" y="657056"/>
                            </a:cubicBezTo>
                            <a:lnTo>
                              <a:pt x="0" y="0"/>
                            </a:lnTo>
                            <a:lnTo>
                              <a:pt x="560457" y="0"/>
                            </a:lnTo>
                            <a:lnTo>
                              <a:pt x="560457" y="657056"/>
                            </a:lnTo>
                            <a:cubicBezTo>
                              <a:pt x="560457" y="737544"/>
                              <a:pt x="495212" y="802789"/>
                              <a:pt x="414725" y="802789"/>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73" name="Freeform 76">
                <a:extLst>
                  <a:ext uri="{FF2B5EF4-FFF2-40B4-BE49-F238E27FC236}">
                    <a16:creationId xmlns:a16="http://schemas.microsoft.com/office/drawing/2014/main" id="{3F0533C6-DB4D-3C7B-A9ED-47C5D8898AB6}"/>
                  </a:ext>
                </a:extLst>
              </p:cNvPr>
              <p:cNvSpPr/>
              <p:nvPr/>
            </p:nvSpPr>
            <p:spPr>
              <a:xfrm>
                <a:off x="3967293" y="4788705"/>
                <a:ext cx="486691" cy="493840"/>
              </a:xfrm>
              <a:custGeom>
                <a:avLst/>
                <a:gdLst>
                  <a:gd name="connsiteX0" fmla="*/ 140812 w 281623"/>
                  <a:gd name="connsiteY0" fmla="*/ 0 h 285759"/>
                  <a:gd name="connsiteX1" fmla="*/ 0 w 281623"/>
                  <a:gd name="connsiteY1" fmla="*/ 142878 h 285759"/>
                  <a:gd name="connsiteX2" fmla="*/ 140812 w 281623"/>
                  <a:gd name="connsiteY2" fmla="*/ 285759 h 285759"/>
                  <a:gd name="connsiteX3" fmla="*/ 281623 w 281623"/>
                  <a:gd name="connsiteY3" fmla="*/ 142878 h 285759"/>
                  <a:gd name="connsiteX4" fmla="*/ 140812 w 281623"/>
                  <a:gd name="connsiteY4" fmla="*/ 0 h 285759"/>
                  <a:gd name="connsiteX5" fmla="*/ 140812 w 281623"/>
                  <a:gd name="connsiteY5" fmla="*/ 234805 h 285759"/>
                  <a:gd name="connsiteX6" fmla="*/ 50214 w 281623"/>
                  <a:gd name="connsiteY6" fmla="*/ 142878 h 285759"/>
                  <a:gd name="connsiteX7" fmla="*/ 140812 w 281623"/>
                  <a:gd name="connsiteY7" fmla="*/ 50951 h 285759"/>
                  <a:gd name="connsiteX8" fmla="*/ 231408 w 281623"/>
                  <a:gd name="connsiteY8" fmla="*/ 142878 h 285759"/>
                  <a:gd name="connsiteX9" fmla="*/ 140812 w 281623"/>
                  <a:gd name="connsiteY9" fmla="*/ 234805 h 285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1623" h="285759" fill="none" extrusionOk="0">
                    <a:moveTo>
                      <a:pt x="140812" y="0"/>
                    </a:moveTo>
                    <a:cubicBezTo>
                      <a:pt x="69691" y="-14949"/>
                      <a:pt x="-3091" y="70686"/>
                      <a:pt x="0" y="142878"/>
                    </a:cubicBezTo>
                    <a:cubicBezTo>
                      <a:pt x="4796" y="229925"/>
                      <a:pt x="68302" y="279813"/>
                      <a:pt x="140812" y="285759"/>
                    </a:cubicBezTo>
                    <a:cubicBezTo>
                      <a:pt x="216037" y="289912"/>
                      <a:pt x="284594" y="232440"/>
                      <a:pt x="281623" y="142878"/>
                    </a:cubicBezTo>
                    <a:cubicBezTo>
                      <a:pt x="283891" y="66531"/>
                      <a:pt x="223140" y="11078"/>
                      <a:pt x="140812" y="0"/>
                    </a:cubicBezTo>
                    <a:close/>
                    <a:moveTo>
                      <a:pt x="140812" y="234805"/>
                    </a:moveTo>
                    <a:cubicBezTo>
                      <a:pt x="95323" y="237377"/>
                      <a:pt x="49822" y="189236"/>
                      <a:pt x="50214" y="142878"/>
                    </a:cubicBezTo>
                    <a:cubicBezTo>
                      <a:pt x="52662" y="92807"/>
                      <a:pt x="101760" y="47292"/>
                      <a:pt x="140812" y="50951"/>
                    </a:cubicBezTo>
                    <a:cubicBezTo>
                      <a:pt x="193633" y="52225"/>
                      <a:pt x="226765" y="90062"/>
                      <a:pt x="231408" y="142878"/>
                    </a:cubicBezTo>
                    <a:cubicBezTo>
                      <a:pt x="241720" y="195921"/>
                      <a:pt x="191935" y="241055"/>
                      <a:pt x="140812" y="234805"/>
                    </a:cubicBezTo>
                    <a:close/>
                  </a:path>
                  <a:path w="281623" h="285759" stroke="0" extrusionOk="0">
                    <a:moveTo>
                      <a:pt x="140812" y="0"/>
                    </a:moveTo>
                    <a:cubicBezTo>
                      <a:pt x="46841" y="-8546"/>
                      <a:pt x="1867" y="64481"/>
                      <a:pt x="0" y="142878"/>
                    </a:cubicBezTo>
                    <a:cubicBezTo>
                      <a:pt x="2261" y="219140"/>
                      <a:pt x="62662" y="278915"/>
                      <a:pt x="140812" y="285759"/>
                    </a:cubicBezTo>
                    <a:cubicBezTo>
                      <a:pt x="203372" y="275548"/>
                      <a:pt x="285626" y="231195"/>
                      <a:pt x="281623" y="142878"/>
                    </a:cubicBezTo>
                    <a:cubicBezTo>
                      <a:pt x="285326" y="76944"/>
                      <a:pt x="233259" y="3740"/>
                      <a:pt x="140812" y="0"/>
                    </a:cubicBezTo>
                    <a:close/>
                    <a:moveTo>
                      <a:pt x="140812" y="234805"/>
                    </a:moveTo>
                    <a:cubicBezTo>
                      <a:pt x="86214" y="231124"/>
                      <a:pt x="50763" y="195567"/>
                      <a:pt x="50214" y="142878"/>
                    </a:cubicBezTo>
                    <a:cubicBezTo>
                      <a:pt x="42302" y="96710"/>
                      <a:pt x="92196" y="53125"/>
                      <a:pt x="140812" y="50951"/>
                    </a:cubicBezTo>
                    <a:cubicBezTo>
                      <a:pt x="178635" y="51694"/>
                      <a:pt x="239698" y="99087"/>
                      <a:pt x="231408" y="142878"/>
                    </a:cubicBezTo>
                    <a:cubicBezTo>
                      <a:pt x="225828" y="200793"/>
                      <a:pt x="186108" y="242829"/>
                      <a:pt x="140812" y="234805"/>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142789993">
                      <a:custGeom>
                        <a:avLst/>
                        <a:gdLst/>
                        <a:ahLst/>
                        <a:cxnLst/>
                        <a:rect l="l" t="t" r="r" b="b"/>
                        <a:pathLst>
                          <a:path w="486691" h="493840">
                            <a:moveTo>
                              <a:pt x="243348" y="0"/>
                            </a:moveTo>
                            <a:cubicBezTo>
                              <a:pt x="108952" y="0"/>
                              <a:pt x="0" y="110547"/>
                              <a:pt x="0" y="246918"/>
                            </a:cubicBezTo>
                            <a:cubicBezTo>
                              <a:pt x="0" y="383289"/>
                              <a:pt x="108952" y="493840"/>
                              <a:pt x="243348" y="493840"/>
                            </a:cubicBezTo>
                            <a:cubicBezTo>
                              <a:pt x="377743" y="493840"/>
                              <a:pt x="486691" y="383289"/>
                              <a:pt x="486691" y="246918"/>
                            </a:cubicBezTo>
                            <a:cubicBezTo>
                              <a:pt x="486691" y="110547"/>
                              <a:pt x="377743" y="0"/>
                              <a:pt x="243348" y="0"/>
                            </a:cubicBezTo>
                            <a:close/>
                            <a:moveTo>
                              <a:pt x="243348" y="405784"/>
                            </a:moveTo>
                            <a:cubicBezTo>
                              <a:pt x="156877" y="405784"/>
                              <a:pt x="86779" y="334658"/>
                              <a:pt x="86779" y="246918"/>
                            </a:cubicBezTo>
                            <a:cubicBezTo>
                              <a:pt x="86779" y="159179"/>
                              <a:pt x="156877" y="88052"/>
                              <a:pt x="243348" y="88052"/>
                            </a:cubicBezTo>
                            <a:cubicBezTo>
                              <a:pt x="329814" y="88052"/>
                              <a:pt x="399912" y="159179"/>
                              <a:pt x="399912" y="246918"/>
                            </a:cubicBezTo>
                            <a:cubicBezTo>
                              <a:pt x="399912" y="334658"/>
                              <a:pt x="329814" y="405784"/>
                              <a:pt x="243348" y="405784"/>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85000" lnSpcReduction="20000"/>
              </a:bodyPr>
              <a:lstStyle/>
              <a:p>
                <a:pPr marL="0" algn="l"/>
                <a:endParaRPr/>
              </a:p>
            </p:txBody>
          </p:sp>
          <p:sp>
            <p:nvSpPr>
              <p:cNvPr id="74" name="Freeform 77">
                <a:extLst>
                  <a:ext uri="{FF2B5EF4-FFF2-40B4-BE49-F238E27FC236}">
                    <a16:creationId xmlns:a16="http://schemas.microsoft.com/office/drawing/2014/main" id="{8DBC36A4-939C-04BE-19EF-3E1F2984FE92}"/>
                  </a:ext>
                </a:extLst>
              </p:cNvPr>
              <p:cNvSpPr/>
              <p:nvPr/>
            </p:nvSpPr>
            <p:spPr>
              <a:xfrm>
                <a:off x="3664546" y="4653924"/>
                <a:ext cx="60603" cy="451286"/>
              </a:xfrm>
              <a:custGeom>
                <a:avLst/>
                <a:gdLst>
                  <a:gd name="connsiteX0" fmla="*/ 17535 w 35068"/>
                  <a:gd name="connsiteY0" fmla="*/ 261135 h 261135"/>
                  <a:gd name="connsiteX1" fmla="*/ 17535 w 35068"/>
                  <a:gd name="connsiteY1" fmla="*/ 261135 h 261135"/>
                  <a:gd name="connsiteX2" fmla="*/ 0 w 35068"/>
                  <a:gd name="connsiteY2" fmla="*/ 243604 h 261135"/>
                  <a:gd name="connsiteX3" fmla="*/ 0 w 35068"/>
                  <a:gd name="connsiteY3" fmla="*/ 17532 h 261135"/>
                  <a:gd name="connsiteX4" fmla="*/ 17535 w 35068"/>
                  <a:gd name="connsiteY4" fmla="*/ 0 h 261135"/>
                  <a:gd name="connsiteX5" fmla="*/ 17535 w 35068"/>
                  <a:gd name="connsiteY5" fmla="*/ 0 h 261135"/>
                  <a:gd name="connsiteX6" fmla="*/ 35068 w 35068"/>
                  <a:gd name="connsiteY6" fmla="*/ 17532 h 261135"/>
                  <a:gd name="connsiteX7" fmla="*/ 35068 w 35068"/>
                  <a:gd name="connsiteY7" fmla="*/ 243604 h 261135"/>
                  <a:gd name="connsiteX8" fmla="*/ 17535 w 35068"/>
                  <a:gd name="connsiteY8" fmla="*/ 261135 h 261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068" h="261135" fill="none" extrusionOk="0">
                    <a:moveTo>
                      <a:pt x="17535" y="261135"/>
                    </a:moveTo>
                    <a:lnTo>
                      <a:pt x="17535" y="261135"/>
                    </a:lnTo>
                    <a:cubicBezTo>
                      <a:pt x="9481" y="259987"/>
                      <a:pt x="-182" y="253919"/>
                      <a:pt x="0" y="243604"/>
                    </a:cubicBezTo>
                    <a:cubicBezTo>
                      <a:pt x="9060" y="177435"/>
                      <a:pt x="-3248" y="125552"/>
                      <a:pt x="0" y="17532"/>
                    </a:cubicBezTo>
                    <a:cubicBezTo>
                      <a:pt x="-226" y="7760"/>
                      <a:pt x="7227" y="1177"/>
                      <a:pt x="17535" y="0"/>
                    </a:cubicBezTo>
                    <a:lnTo>
                      <a:pt x="17535" y="0"/>
                    </a:lnTo>
                    <a:cubicBezTo>
                      <a:pt x="25928" y="1327"/>
                      <a:pt x="36954" y="7168"/>
                      <a:pt x="35068" y="17532"/>
                    </a:cubicBezTo>
                    <a:cubicBezTo>
                      <a:pt x="28157" y="84743"/>
                      <a:pt x="42647" y="171608"/>
                      <a:pt x="35068" y="243604"/>
                    </a:cubicBezTo>
                    <a:cubicBezTo>
                      <a:pt x="32726" y="253391"/>
                      <a:pt x="27298" y="261598"/>
                      <a:pt x="17535" y="261135"/>
                    </a:cubicBezTo>
                    <a:close/>
                  </a:path>
                  <a:path w="35068" h="261135" stroke="0" extrusionOk="0">
                    <a:moveTo>
                      <a:pt x="17535" y="261135"/>
                    </a:moveTo>
                    <a:lnTo>
                      <a:pt x="17535" y="261135"/>
                    </a:lnTo>
                    <a:cubicBezTo>
                      <a:pt x="8332" y="262270"/>
                      <a:pt x="-1871" y="253455"/>
                      <a:pt x="0" y="243604"/>
                    </a:cubicBezTo>
                    <a:cubicBezTo>
                      <a:pt x="-5368" y="157014"/>
                      <a:pt x="-7474" y="94989"/>
                      <a:pt x="0" y="17532"/>
                    </a:cubicBezTo>
                    <a:cubicBezTo>
                      <a:pt x="1423" y="8324"/>
                      <a:pt x="6960" y="-543"/>
                      <a:pt x="17535" y="0"/>
                    </a:cubicBezTo>
                    <a:lnTo>
                      <a:pt x="17535" y="0"/>
                    </a:lnTo>
                    <a:cubicBezTo>
                      <a:pt x="27032" y="1024"/>
                      <a:pt x="34456" y="6775"/>
                      <a:pt x="35068" y="17532"/>
                    </a:cubicBezTo>
                    <a:cubicBezTo>
                      <a:pt x="41349" y="112878"/>
                      <a:pt x="26668" y="135409"/>
                      <a:pt x="35068" y="243604"/>
                    </a:cubicBezTo>
                    <a:cubicBezTo>
                      <a:pt x="35109" y="254473"/>
                      <a:pt x="29018" y="260844"/>
                      <a:pt x="17535" y="261135"/>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94044158">
                      <a:custGeom>
                        <a:avLst/>
                        <a:gdLst/>
                        <a:ahLst/>
                        <a:cxnLst/>
                        <a:rect l="l" t="t" r="r" b="b"/>
                        <a:pathLst>
                          <a:path w="60603" h="451286">
                            <a:moveTo>
                              <a:pt x="30304" y="451286"/>
                            </a:moveTo>
                            <a:lnTo>
                              <a:pt x="30304" y="451286"/>
                            </a:lnTo>
                            <a:cubicBezTo>
                              <a:pt x="13639" y="451286"/>
                              <a:pt x="0" y="437652"/>
                              <a:pt x="0" y="420991"/>
                            </a:cubicBezTo>
                            <a:lnTo>
                              <a:pt x="0" y="30299"/>
                            </a:lnTo>
                            <a:cubicBezTo>
                              <a:pt x="0" y="13635"/>
                              <a:pt x="13635" y="0"/>
                              <a:pt x="30304" y="0"/>
                            </a:cubicBezTo>
                            <a:lnTo>
                              <a:pt x="30304" y="0"/>
                            </a:lnTo>
                            <a:cubicBezTo>
                              <a:pt x="46969" y="0"/>
                              <a:pt x="60603" y="13635"/>
                              <a:pt x="60603" y="30299"/>
                            </a:cubicBezTo>
                            <a:lnTo>
                              <a:pt x="60603" y="420991"/>
                            </a:lnTo>
                            <a:cubicBezTo>
                              <a:pt x="60603" y="437656"/>
                              <a:pt x="46969" y="451286"/>
                              <a:pt x="30304" y="451286"/>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70000" lnSpcReduction="20000"/>
              </a:bodyPr>
              <a:lstStyle/>
              <a:p>
                <a:pPr marL="0" algn="l"/>
                <a:endParaRPr/>
              </a:p>
            </p:txBody>
          </p:sp>
          <p:sp>
            <p:nvSpPr>
              <p:cNvPr id="75" name="Freeform 78">
                <a:extLst>
                  <a:ext uri="{FF2B5EF4-FFF2-40B4-BE49-F238E27FC236}">
                    <a16:creationId xmlns:a16="http://schemas.microsoft.com/office/drawing/2014/main" id="{AC5C8B47-15FB-4689-BAD1-78A36B5C74AD}"/>
                  </a:ext>
                </a:extLst>
              </p:cNvPr>
              <p:cNvSpPr/>
              <p:nvPr/>
            </p:nvSpPr>
            <p:spPr>
              <a:xfrm>
                <a:off x="3900131" y="4607135"/>
                <a:ext cx="271371" cy="802793"/>
              </a:xfrm>
              <a:custGeom>
                <a:avLst/>
                <a:gdLst>
                  <a:gd name="connsiteX0" fmla="*/ 82132 w 157028"/>
                  <a:gd name="connsiteY0" fmla="*/ 0 h 464533"/>
                  <a:gd name="connsiteX1" fmla="*/ 82132 w 157028"/>
                  <a:gd name="connsiteY1" fmla="*/ 382400 h 464533"/>
                  <a:gd name="connsiteX2" fmla="*/ 0 w 157028"/>
                  <a:gd name="connsiteY2" fmla="*/ 464532 h 464533"/>
                  <a:gd name="connsiteX3" fmla="*/ 74895 w 157028"/>
                  <a:gd name="connsiteY3" fmla="*/ 464532 h 464533"/>
                  <a:gd name="connsiteX4" fmla="*/ 157028 w 157028"/>
                  <a:gd name="connsiteY4" fmla="*/ 382400 h 464533"/>
                  <a:gd name="connsiteX5" fmla="*/ 157028 w 157028"/>
                  <a:gd name="connsiteY5" fmla="*/ 0 h 464533"/>
                  <a:gd name="connsiteX6" fmla="*/ 82132 w 157028"/>
                  <a:gd name="connsiteY6" fmla="*/ 0 h 4645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028" h="464533" fill="none" extrusionOk="0">
                    <a:moveTo>
                      <a:pt x="82132" y="0"/>
                    </a:moveTo>
                    <a:cubicBezTo>
                      <a:pt x="78487" y="127399"/>
                      <a:pt x="91086" y="261545"/>
                      <a:pt x="82132" y="382400"/>
                    </a:cubicBezTo>
                    <a:cubicBezTo>
                      <a:pt x="86180" y="428035"/>
                      <a:pt x="45276" y="455543"/>
                      <a:pt x="0" y="464532"/>
                    </a:cubicBezTo>
                    <a:cubicBezTo>
                      <a:pt x="15678" y="467465"/>
                      <a:pt x="49187" y="464713"/>
                      <a:pt x="74895" y="464532"/>
                    </a:cubicBezTo>
                    <a:cubicBezTo>
                      <a:pt x="118339" y="462045"/>
                      <a:pt x="156473" y="422877"/>
                      <a:pt x="157028" y="382400"/>
                    </a:cubicBezTo>
                    <a:cubicBezTo>
                      <a:pt x="156393" y="248315"/>
                      <a:pt x="171621" y="108709"/>
                      <a:pt x="157028" y="0"/>
                    </a:cubicBezTo>
                    <a:cubicBezTo>
                      <a:pt x="128584" y="579"/>
                      <a:pt x="100610" y="1422"/>
                      <a:pt x="82132" y="0"/>
                    </a:cubicBezTo>
                    <a:close/>
                  </a:path>
                  <a:path w="157028" h="464533" stroke="0" extrusionOk="0">
                    <a:moveTo>
                      <a:pt x="82132" y="0"/>
                    </a:moveTo>
                    <a:cubicBezTo>
                      <a:pt x="87382" y="151029"/>
                      <a:pt x="83243" y="200883"/>
                      <a:pt x="82132" y="382400"/>
                    </a:cubicBezTo>
                    <a:cubicBezTo>
                      <a:pt x="85515" y="428852"/>
                      <a:pt x="42496" y="468632"/>
                      <a:pt x="0" y="464532"/>
                    </a:cubicBezTo>
                    <a:cubicBezTo>
                      <a:pt x="18053" y="461934"/>
                      <a:pt x="57313" y="466481"/>
                      <a:pt x="74895" y="464532"/>
                    </a:cubicBezTo>
                    <a:cubicBezTo>
                      <a:pt x="119309" y="474294"/>
                      <a:pt x="151281" y="420049"/>
                      <a:pt x="157028" y="382400"/>
                    </a:cubicBezTo>
                    <a:cubicBezTo>
                      <a:pt x="170176" y="292342"/>
                      <a:pt x="166078" y="155864"/>
                      <a:pt x="157028" y="0"/>
                    </a:cubicBezTo>
                    <a:cubicBezTo>
                      <a:pt x="121695" y="-2674"/>
                      <a:pt x="115656" y="-3540"/>
                      <a:pt x="82132"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031484674">
                      <a:custGeom>
                        <a:avLst/>
                        <a:gdLst/>
                        <a:ahLst/>
                        <a:cxnLst/>
                        <a:rect l="l" t="t" r="r" b="b"/>
                        <a:pathLst>
                          <a:path w="271371" h="802793">
                            <a:moveTo>
                              <a:pt x="141939" y="0"/>
                            </a:moveTo>
                            <a:lnTo>
                              <a:pt x="141939" y="660854"/>
                            </a:lnTo>
                            <a:cubicBezTo>
                              <a:pt x="141939" y="739241"/>
                              <a:pt x="78391" y="802793"/>
                              <a:pt x="0" y="802793"/>
                            </a:cubicBezTo>
                            <a:lnTo>
                              <a:pt x="129432" y="802793"/>
                            </a:lnTo>
                            <a:cubicBezTo>
                              <a:pt x="207823" y="802793"/>
                              <a:pt x="271371" y="739245"/>
                              <a:pt x="271371" y="660854"/>
                            </a:cubicBezTo>
                            <a:lnTo>
                              <a:pt x="271371" y="0"/>
                            </a:lnTo>
                            <a:lnTo>
                              <a:pt x="141939" y="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grpSp>
        <p:grpSp>
          <p:nvGrpSpPr>
            <p:cNvPr id="11" name="Group 79">
              <a:extLst>
                <a:ext uri="{FF2B5EF4-FFF2-40B4-BE49-F238E27FC236}">
                  <a16:creationId xmlns:a16="http://schemas.microsoft.com/office/drawing/2014/main" id="{5167BD7B-C973-1D06-0FBD-5BC54C51C50C}"/>
                </a:ext>
              </a:extLst>
            </p:cNvPr>
            <p:cNvGrpSpPr/>
            <p:nvPr/>
          </p:nvGrpSpPr>
          <p:grpSpPr>
            <a:xfrm>
              <a:off x="4294066" y="1139550"/>
              <a:ext cx="898819" cy="1652743"/>
              <a:chOff x="8629104" y="1641638"/>
              <a:chExt cx="2047901" cy="3765667"/>
            </a:xfrm>
            <a:grpFill/>
          </p:grpSpPr>
          <p:grpSp>
            <p:nvGrpSpPr>
              <p:cNvPr id="49" name="Group 80">
                <a:extLst>
                  <a:ext uri="{FF2B5EF4-FFF2-40B4-BE49-F238E27FC236}">
                    <a16:creationId xmlns:a16="http://schemas.microsoft.com/office/drawing/2014/main" id="{2DBD2F14-D3A7-FBEF-578F-6E31B4F0F710}"/>
                  </a:ext>
                </a:extLst>
              </p:cNvPr>
              <p:cNvGrpSpPr/>
              <p:nvPr/>
            </p:nvGrpSpPr>
            <p:grpSpPr>
              <a:xfrm>
                <a:off x="8629104" y="1641638"/>
                <a:ext cx="1346929" cy="2987237"/>
                <a:chOff x="8629104" y="1641638"/>
                <a:chExt cx="1346929" cy="2987237"/>
              </a:xfrm>
              <a:grpFill/>
            </p:grpSpPr>
            <p:sp>
              <p:nvSpPr>
                <p:cNvPr id="63" name="Freeform 81">
                  <a:extLst>
                    <a:ext uri="{FF2B5EF4-FFF2-40B4-BE49-F238E27FC236}">
                      <a16:creationId xmlns:a16="http://schemas.microsoft.com/office/drawing/2014/main" id="{4B929797-6A3E-ACED-A1BF-B54D009F12EB}"/>
                    </a:ext>
                  </a:extLst>
                </p:cNvPr>
                <p:cNvSpPr/>
                <p:nvPr/>
              </p:nvSpPr>
              <p:spPr>
                <a:xfrm>
                  <a:off x="8726567" y="1729300"/>
                  <a:ext cx="1249466" cy="2765574"/>
                </a:xfrm>
                <a:custGeom>
                  <a:avLst/>
                  <a:gdLst>
                    <a:gd name="connsiteX0" fmla="*/ 414229 w 722998"/>
                    <a:gd name="connsiteY0" fmla="*/ 119028 h 1600289"/>
                    <a:gd name="connsiteX1" fmla="*/ 328183 w 722998"/>
                    <a:gd name="connsiteY1" fmla="*/ 82886 h 1600289"/>
                    <a:gd name="connsiteX2" fmla="*/ 143550 w 722998"/>
                    <a:gd name="connsiteY2" fmla="*/ 27932 h 1600289"/>
                    <a:gd name="connsiteX3" fmla="*/ 95866 w 722998"/>
                    <a:gd name="connsiteY3" fmla="*/ 176001 h 1600289"/>
                    <a:gd name="connsiteX4" fmla="*/ 4765 w 722998"/>
                    <a:gd name="connsiteY4" fmla="*/ 255872 h 1600289"/>
                    <a:gd name="connsiteX5" fmla="*/ 82676 w 722998"/>
                    <a:gd name="connsiteY5" fmla="*/ 470158 h 1600289"/>
                    <a:gd name="connsiteX6" fmla="*/ 35428 w 722998"/>
                    <a:gd name="connsiteY6" fmla="*/ 592718 h 1600289"/>
                    <a:gd name="connsiteX7" fmla="*/ 45265 w 722998"/>
                    <a:gd name="connsiteY7" fmla="*/ 695888 h 1600289"/>
                    <a:gd name="connsiteX8" fmla="*/ 129885 w 722998"/>
                    <a:gd name="connsiteY8" fmla="*/ 873993 h 1600289"/>
                    <a:gd name="connsiteX9" fmla="*/ 158774 w 722998"/>
                    <a:gd name="connsiteY9" fmla="*/ 1038476 h 1600289"/>
                    <a:gd name="connsiteX10" fmla="*/ 260701 w 722998"/>
                    <a:gd name="connsiteY10" fmla="*/ 1159839 h 1600289"/>
                    <a:gd name="connsiteX11" fmla="*/ 240190 w 722998"/>
                    <a:gd name="connsiteY11" fmla="*/ 1219805 h 1600289"/>
                    <a:gd name="connsiteX12" fmla="*/ 279997 w 722998"/>
                    <a:gd name="connsiteY12" fmla="*/ 1307478 h 1600289"/>
                    <a:gd name="connsiteX13" fmla="*/ 428242 w 722998"/>
                    <a:gd name="connsiteY13" fmla="*/ 1472279 h 1600289"/>
                    <a:gd name="connsiteX14" fmla="*/ 489710 w 722998"/>
                    <a:gd name="connsiteY14" fmla="*/ 1600289 h 1600289"/>
                    <a:gd name="connsiteX15" fmla="*/ 645470 w 722998"/>
                    <a:gd name="connsiteY15" fmla="*/ 1392505 h 1600289"/>
                    <a:gd name="connsiteX16" fmla="*/ 703614 w 722998"/>
                    <a:gd name="connsiteY16" fmla="*/ 1172810 h 1600289"/>
                    <a:gd name="connsiteX17" fmla="*/ 661403 w 722998"/>
                    <a:gd name="connsiteY17" fmla="*/ 1107846 h 1600289"/>
                    <a:gd name="connsiteX18" fmla="*/ 711221 w 722998"/>
                    <a:gd name="connsiteY18" fmla="*/ 981411 h 1600289"/>
                    <a:gd name="connsiteX19" fmla="*/ 672190 w 722998"/>
                    <a:gd name="connsiteY19" fmla="*/ 804370 h 1600289"/>
                    <a:gd name="connsiteX20" fmla="*/ 623634 w 722998"/>
                    <a:gd name="connsiteY20" fmla="*/ 728550 h 1600289"/>
                    <a:gd name="connsiteX21" fmla="*/ 650483 w 722998"/>
                    <a:gd name="connsiteY21" fmla="*/ 633525 h 1600289"/>
                    <a:gd name="connsiteX22" fmla="*/ 667837 w 722998"/>
                    <a:gd name="connsiteY22" fmla="*/ 545725 h 1600289"/>
                    <a:gd name="connsiteX23" fmla="*/ 666071 w 722998"/>
                    <a:gd name="connsiteY23" fmla="*/ 483417 h 1600289"/>
                    <a:gd name="connsiteX24" fmla="*/ 596272 w 722998"/>
                    <a:gd name="connsiteY24" fmla="*/ 395938 h 1600289"/>
                    <a:gd name="connsiteX25" fmla="*/ 540438 w 722998"/>
                    <a:gd name="connsiteY25" fmla="*/ 178206 h 1600289"/>
                    <a:gd name="connsiteX26" fmla="*/ 414229 w 722998"/>
                    <a:gd name="connsiteY26" fmla="*/ 119028 h 160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22998" h="1600289" fill="none" extrusionOk="0">
                      <a:moveTo>
                        <a:pt x="414229" y="119028"/>
                      </a:moveTo>
                      <a:cubicBezTo>
                        <a:pt x="381085" y="111062"/>
                        <a:pt x="347861" y="118776"/>
                        <a:pt x="328183" y="82886"/>
                      </a:cubicBezTo>
                      <a:cubicBezTo>
                        <a:pt x="299662" y="18917"/>
                        <a:pt x="212027" y="-25501"/>
                        <a:pt x="143550" y="27932"/>
                      </a:cubicBezTo>
                      <a:cubicBezTo>
                        <a:pt x="98993" y="66198"/>
                        <a:pt x="130646" y="145869"/>
                        <a:pt x="95866" y="176001"/>
                      </a:cubicBezTo>
                      <a:cubicBezTo>
                        <a:pt x="67729" y="212159"/>
                        <a:pt x="27163" y="198969"/>
                        <a:pt x="4765" y="255872"/>
                      </a:cubicBezTo>
                      <a:cubicBezTo>
                        <a:pt x="-35152" y="340725"/>
                        <a:pt x="49866" y="400140"/>
                        <a:pt x="82676" y="470158"/>
                      </a:cubicBezTo>
                      <a:cubicBezTo>
                        <a:pt x="102536" y="524354"/>
                        <a:pt x="62416" y="546601"/>
                        <a:pt x="35428" y="592718"/>
                      </a:cubicBezTo>
                      <a:cubicBezTo>
                        <a:pt x="15662" y="628089"/>
                        <a:pt x="31510" y="671174"/>
                        <a:pt x="45265" y="695888"/>
                      </a:cubicBezTo>
                      <a:cubicBezTo>
                        <a:pt x="77725" y="749769"/>
                        <a:pt x="160616" y="804045"/>
                        <a:pt x="129885" y="873993"/>
                      </a:cubicBezTo>
                      <a:cubicBezTo>
                        <a:pt x="123434" y="934410"/>
                        <a:pt x="111661" y="986371"/>
                        <a:pt x="158774" y="1038476"/>
                      </a:cubicBezTo>
                      <a:cubicBezTo>
                        <a:pt x="183871" y="1067328"/>
                        <a:pt x="266370" y="1098552"/>
                        <a:pt x="260701" y="1159839"/>
                      </a:cubicBezTo>
                      <a:cubicBezTo>
                        <a:pt x="259877" y="1183998"/>
                        <a:pt x="240273" y="1201329"/>
                        <a:pt x="240190" y="1219805"/>
                      </a:cubicBezTo>
                      <a:cubicBezTo>
                        <a:pt x="234730" y="1246228"/>
                        <a:pt x="254862" y="1286172"/>
                        <a:pt x="279997" y="1307478"/>
                      </a:cubicBezTo>
                      <a:cubicBezTo>
                        <a:pt x="339380" y="1363495"/>
                        <a:pt x="378808" y="1413907"/>
                        <a:pt x="428242" y="1472279"/>
                      </a:cubicBezTo>
                      <a:cubicBezTo>
                        <a:pt x="448087" y="1499127"/>
                        <a:pt x="520865" y="1560210"/>
                        <a:pt x="489710" y="1600289"/>
                      </a:cubicBezTo>
                      <a:cubicBezTo>
                        <a:pt x="543360" y="1525419"/>
                        <a:pt x="581499" y="1454061"/>
                        <a:pt x="645470" y="1392505"/>
                      </a:cubicBezTo>
                      <a:cubicBezTo>
                        <a:pt x="678327" y="1332471"/>
                        <a:pt x="756900" y="1235899"/>
                        <a:pt x="703614" y="1172810"/>
                      </a:cubicBezTo>
                      <a:cubicBezTo>
                        <a:pt x="692208" y="1150249"/>
                        <a:pt x="668675" y="1133693"/>
                        <a:pt x="661403" y="1107846"/>
                      </a:cubicBezTo>
                      <a:cubicBezTo>
                        <a:pt x="651002" y="1067490"/>
                        <a:pt x="696018" y="1026056"/>
                        <a:pt x="711221" y="981411"/>
                      </a:cubicBezTo>
                      <a:cubicBezTo>
                        <a:pt x="735213" y="922107"/>
                        <a:pt x="732768" y="848485"/>
                        <a:pt x="672190" y="804370"/>
                      </a:cubicBezTo>
                      <a:cubicBezTo>
                        <a:pt x="649222" y="782616"/>
                        <a:pt x="627325" y="753628"/>
                        <a:pt x="623634" y="728550"/>
                      </a:cubicBezTo>
                      <a:cubicBezTo>
                        <a:pt x="616503" y="691061"/>
                        <a:pt x="644507" y="667174"/>
                        <a:pt x="650483" y="633525"/>
                      </a:cubicBezTo>
                      <a:cubicBezTo>
                        <a:pt x="661529" y="604206"/>
                        <a:pt x="666771" y="575458"/>
                        <a:pt x="667837" y="545725"/>
                      </a:cubicBezTo>
                      <a:cubicBezTo>
                        <a:pt x="674381" y="523466"/>
                        <a:pt x="672444" y="503822"/>
                        <a:pt x="666071" y="483417"/>
                      </a:cubicBezTo>
                      <a:cubicBezTo>
                        <a:pt x="648318" y="445332"/>
                        <a:pt x="620603" y="421941"/>
                        <a:pt x="596272" y="395938"/>
                      </a:cubicBezTo>
                      <a:cubicBezTo>
                        <a:pt x="527612" y="334496"/>
                        <a:pt x="568427" y="248854"/>
                        <a:pt x="540438" y="178206"/>
                      </a:cubicBezTo>
                      <a:cubicBezTo>
                        <a:pt x="527996" y="114614"/>
                        <a:pt x="454195" y="113744"/>
                        <a:pt x="414229" y="119028"/>
                      </a:cubicBezTo>
                      <a:close/>
                    </a:path>
                    <a:path w="722998" h="1600289" stroke="0" extrusionOk="0">
                      <a:moveTo>
                        <a:pt x="414229" y="119028"/>
                      </a:moveTo>
                      <a:cubicBezTo>
                        <a:pt x="380494" y="122649"/>
                        <a:pt x="351488" y="115572"/>
                        <a:pt x="328183" y="82886"/>
                      </a:cubicBezTo>
                      <a:cubicBezTo>
                        <a:pt x="286223" y="17648"/>
                        <a:pt x="216267" y="-36686"/>
                        <a:pt x="143550" y="27932"/>
                      </a:cubicBezTo>
                      <a:cubicBezTo>
                        <a:pt x="108054" y="69793"/>
                        <a:pt x="132110" y="138214"/>
                        <a:pt x="95866" y="176001"/>
                      </a:cubicBezTo>
                      <a:cubicBezTo>
                        <a:pt x="61987" y="200014"/>
                        <a:pt x="21505" y="204073"/>
                        <a:pt x="4765" y="255872"/>
                      </a:cubicBezTo>
                      <a:cubicBezTo>
                        <a:pt x="-16054" y="334858"/>
                        <a:pt x="74132" y="399961"/>
                        <a:pt x="82676" y="470158"/>
                      </a:cubicBezTo>
                      <a:cubicBezTo>
                        <a:pt x="105434" y="526719"/>
                        <a:pt x="64852" y="547387"/>
                        <a:pt x="35428" y="592718"/>
                      </a:cubicBezTo>
                      <a:cubicBezTo>
                        <a:pt x="18401" y="634454"/>
                        <a:pt x="19628" y="665469"/>
                        <a:pt x="45265" y="695888"/>
                      </a:cubicBezTo>
                      <a:cubicBezTo>
                        <a:pt x="72585" y="756686"/>
                        <a:pt x="143569" y="805180"/>
                        <a:pt x="129885" y="873993"/>
                      </a:cubicBezTo>
                      <a:cubicBezTo>
                        <a:pt x="128776" y="937639"/>
                        <a:pt x="115124" y="984914"/>
                        <a:pt x="158774" y="1038476"/>
                      </a:cubicBezTo>
                      <a:cubicBezTo>
                        <a:pt x="200784" y="1081966"/>
                        <a:pt x="266736" y="1096863"/>
                        <a:pt x="260701" y="1159839"/>
                      </a:cubicBezTo>
                      <a:cubicBezTo>
                        <a:pt x="258085" y="1181161"/>
                        <a:pt x="241096" y="1203239"/>
                        <a:pt x="240190" y="1219805"/>
                      </a:cubicBezTo>
                      <a:cubicBezTo>
                        <a:pt x="234483" y="1257102"/>
                        <a:pt x="256648" y="1284075"/>
                        <a:pt x="279997" y="1307478"/>
                      </a:cubicBezTo>
                      <a:cubicBezTo>
                        <a:pt x="324837" y="1361983"/>
                        <a:pt x="383584" y="1400929"/>
                        <a:pt x="428242" y="1472279"/>
                      </a:cubicBezTo>
                      <a:cubicBezTo>
                        <a:pt x="438460" y="1496341"/>
                        <a:pt x="518064" y="1557562"/>
                        <a:pt x="489710" y="1600289"/>
                      </a:cubicBezTo>
                      <a:cubicBezTo>
                        <a:pt x="536868" y="1548163"/>
                        <a:pt x="577705" y="1463769"/>
                        <a:pt x="645470" y="1392505"/>
                      </a:cubicBezTo>
                      <a:cubicBezTo>
                        <a:pt x="694414" y="1318039"/>
                        <a:pt x="760052" y="1247705"/>
                        <a:pt x="703614" y="1172810"/>
                      </a:cubicBezTo>
                      <a:cubicBezTo>
                        <a:pt x="692241" y="1150893"/>
                        <a:pt x="667197" y="1138994"/>
                        <a:pt x="661403" y="1107846"/>
                      </a:cubicBezTo>
                      <a:cubicBezTo>
                        <a:pt x="654418" y="1066651"/>
                        <a:pt x="693327" y="1018087"/>
                        <a:pt x="711221" y="981411"/>
                      </a:cubicBezTo>
                      <a:cubicBezTo>
                        <a:pt x="736477" y="922886"/>
                        <a:pt x="707951" y="848222"/>
                        <a:pt x="672190" y="804370"/>
                      </a:cubicBezTo>
                      <a:cubicBezTo>
                        <a:pt x="650141" y="786355"/>
                        <a:pt x="624220" y="755599"/>
                        <a:pt x="623634" y="728550"/>
                      </a:cubicBezTo>
                      <a:cubicBezTo>
                        <a:pt x="619056" y="697606"/>
                        <a:pt x="648255" y="661872"/>
                        <a:pt x="650483" y="633525"/>
                      </a:cubicBezTo>
                      <a:cubicBezTo>
                        <a:pt x="659729" y="607698"/>
                        <a:pt x="660135" y="572044"/>
                        <a:pt x="667837" y="545725"/>
                      </a:cubicBezTo>
                      <a:cubicBezTo>
                        <a:pt x="669408" y="527436"/>
                        <a:pt x="674705" y="505354"/>
                        <a:pt x="666071" y="483417"/>
                      </a:cubicBezTo>
                      <a:cubicBezTo>
                        <a:pt x="654284" y="451683"/>
                        <a:pt x="626766" y="418023"/>
                        <a:pt x="596272" y="395938"/>
                      </a:cubicBezTo>
                      <a:cubicBezTo>
                        <a:pt x="523168" y="331161"/>
                        <a:pt x="567507" y="251094"/>
                        <a:pt x="540438" y="178206"/>
                      </a:cubicBezTo>
                      <a:cubicBezTo>
                        <a:pt x="524921" y="105462"/>
                        <a:pt x="466520" y="116017"/>
                        <a:pt x="414229" y="119028"/>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036021570">
                        <a:custGeom>
                          <a:avLst/>
                          <a:gdLst/>
                          <a:ahLst/>
                          <a:cxnLst/>
                          <a:rect l="l" t="t" r="r" b="b"/>
                          <a:pathLst>
                            <a:path w="1249466" h="2765574">
                              <a:moveTo>
                                <a:pt x="715861" y="205702"/>
                              </a:moveTo>
                              <a:cubicBezTo>
                                <a:pt x="659866" y="205376"/>
                                <a:pt x="605517" y="198175"/>
                                <a:pt x="567158" y="143242"/>
                              </a:cubicBezTo>
                              <a:cubicBezTo>
                                <a:pt x="491870" y="35426"/>
                                <a:pt x="376956" y="-61366"/>
                                <a:pt x="248081" y="48272"/>
                              </a:cubicBezTo>
                              <a:cubicBezTo>
                                <a:pt x="173753" y="111507"/>
                                <a:pt x="229646" y="241590"/>
                                <a:pt x="165674" y="304161"/>
                              </a:cubicBezTo>
                              <a:cubicBezTo>
                                <a:pt x="109104" y="359497"/>
                                <a:pt x="37168" y="350350"/>
                                <a:pt x="8236" y="442191"/>
                              </a:cubicBezTo>
                              <a:cubicBezTo>
                                <a:pt x="-34327" y="577298"/>
                                <a:pt x="99815" y="695684"/>
                                <a:pt x="142880" y="812515"/>
                              </a:cubicBezTo>
                              <a:cubicBezTo>
                                <a:pt x="179017" y="910558"/>
                                <a:pt x="97741" y="947921"/>
                                <a:pt x="61227" y="1024320"/>
                              </a:cubicBezTo>
                              <a:cubicBezTo>
                                <a:pt x="33075" y="1083221"/>
                                <a:pt x="47549" y="1146306"/>
                                <a:pt x="78226" y="1202615"/>
                              </a:cubicBezTo>
                              <a:cubicBezTo>
                                <a:pt x="132318" y="1301906"/>
                                <a:pt x="252247" y="1381844"/>
                                <a:pt x="224464" y="1510410"/>
                              </a:cubicBezTo>
                              <a:cubicBezTo>
                                <a:pt x="201276" y="1617712"/>
                                <a:pt x="179712" y="1713343"/>
                                <a:pt x="274390" y="1794666"/>
                              </a:cubicBezTo>
                              <a:cubicBezTo>
                                <a:pt x="339293" y="1850413"/>
                                <a:pt x="459715" y="1901218"/>
                                <a:pt x="450538" y="2004401"/>
                              </a:cubicBezTo>
                              <a:cubicBezTo>
                                <a:pt x="447290" y="2040911"/>
                                <a:pt x="422018" y="2072038"/>
                                <a:pt x="415091" y="2108034"/>
                              </a:cubicBezTo>
                              <a:cubicBezTo>
                                <a:pt x="404127" y="2165002"/>
                                <a:pt x="441027" y="2220449"/>
                                <a:pt x="483885" y="2259548"/>
                              </a:cubicBezTo>
                              <a:cubicBezTo>
                                <a:pt x="581393" y="2348514"/>
                                <a:pt x="667036" y="2432417"/>
                                <a:pt x="740078" y="2544352"/>
                              </a:cubicBezTo>
                              <a:cubicBezTo>
                                <a:pt x="771291" y="2592183"/>
                                <a:pt x="896240" y="2700183"/>
                                <a:pt x="846305" y="2765574"/>
                              </a:cubicBezTo>
                              <a:cubicBezTo>
                                <a:pt x="937075" y="2646713"/>
                                <a:pt x="1033009" y="2531447"/>
                                <a:pt x="1115485" y="2406489"/>
                              </a:cubicBezTo>
                              <a:cubicBezTo>
                                <a:pt x="1183320" y="2303714"/>
                                <a:pt x="1285577" y="2153399"/>
                                <a:pt x="1215968" y="2026818"/>
                              </a:cubicBezTo>
                              <a:cubicBezTo>
                                <a:pt x="1194318" y="1987449"/>
                                <a:pt x="1154057" y="1958109"/>
                                <a:pt x="1143020" y="1914548"/>
                              </a:cubicBezTo>
                              <a:cubicBezTo>
                                <a:pt x="1123102" y="1835891"/>
                                <a:pt x="1200384" y="1762965"/>
                                <a:pt x="1229114" y="1696048"/>
                              </a:cubicBezTo>
                              <a:cubicBezTo>
                                <a:pt x="1274223" y="1590983"/>
                                <a:pt x="1241120" y="1468958"/>
                                <a:pt x="1161662" y="1390091"/>
                              </a:cubicBezTo>
                              <a:cubicBezTo>
                                <a:pt x="1124067" y="1352775"/>
                                <a:pt x="1083270" y="1311743"/>
                                <a:pt x="1077749" y="1259060"/>
                              </a:cubicBezTo>
                              <a:cubicBezTo>
                                <a:pt x="1071719" y="1201535"/>
                                <a:pt x="1107788" y="1147901"/>
                                <a:pt x="1124148" y="1094841"/>
                              </a:cubicBezTo>
                              <a:cubicBezTo>
                                <a:pt x="1139235" y="1045922"/>
                                <a:pt x="1148631" y="993917"/>
                                <a:pt x="1154139" y="943108"/>
                              </a:cubicBezTo>
                              <a:cubicBezTo>
                                <a:pt x="1158026" y="907228"/>
                                <a:pt x="1159527" y="870516"/>
                                <a:pt x="1151087" y="835429"/>
                              </a:cubicBezTo>
                              <a:cubicBezTo>
                                <a:pt x="1135039" y="768696"/>
                                <a:pt x="1074946" y="731599"/>
                                <a:pt x="1030463" y="684249"/>
                              </a:cubicBezTo>
                              <a:cubicBezTo>
                                <a:pt x="924571" y="571524"/>
                                <a:pt x="980233" y="438981"/>
                                <a:pt x="933971" y="307971"/>
                              </a:cubicBezTo>
                              <a:cubicBezTo>
                                <a:pt x="892446" y="190370"/>
                                <a:pt x="802200" y="206207"/>
                                <a:pt x="715861" y="205702"/>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grpSp>
              <p:nvGrpSpPr>
                <p:cNvPr id="64" name="Group 82">
                  <a:extLst>
                    <a:ext uri="{FF2B5EF4-FFF2-40B4-BE49-F238E27FC236}">
                      <a16:creationId xmlns:a16="http://schemas.microsoft.com/office/drawing/2014/main" id="{6D7DE725-960D-BF49-2A5C-AE25934B697E}"/>
                    </a:ext>
                  </a:extLst>
                </p:cNvPr>
                <p:cNvGrpSpPr/>
                <p:nvPr/>
              </p:nvGrpSpPr>
              <p:grpSpPr>
                <a:xfrm>
                  <a:off x="8629104" y="1641638"/>
                  <a:ext cx="1277705" cy="2987237"/>
                  <a:chOff x="8629104" y="1641638"/>
                  <a:chExt cx="1277705" cy="2987237"/>
                </a:xfrm>
                <a:grpFill/>
              </p:grpSpPr>
              <p:sp>
                <p:nvSpPr>
                  <p:cNvPr id="65" name="Freeform 83">
                    <a:extLst>
                      <a:ext uri="{FF2B5EF4-FFF2-40B4-BE49-F238E27FC236}">
                        <a16:creationId xmlns:a16="http://schemas.microsoft.com/office/drawing/2014/main" id="{61ECC053-8F3B-97CD-7951-E9B7B5F02192}"/>
                      </a:ext>
                    </a:extLst>
                  </p:cNvPr>
                  <p:cNvSpPr/>
                  <p:nvPr/>
                </p:nvSpPr>
                <p:spPr>
                  <a:xfrm>
                    <a:off x="8984906" y="1641638"/>
                    <a:ext cx="615144" cy="2987237"/>
                  </a:xfrm>
                  <a:custGeom>
                    <a:avLst/>
                    <a:gdLst>
                      <a:gd name="connsiteX0" fmla="*/ 346740 w 355951"/>
                      <a:gd name="connsiteY0" fmla="*/ 1728554 h 1728554"/>
                      <a:gd name="connsiteX1" fmla="*/ 300421 w 355951"/>
                      <a:gd name="connsiteY1" fmla="*/ 948082 h 1728554"/>
                      <a:gd name="connsiteX2" fmla="*/ 102696 w 355951"/>
                      <a:gd name="connsiteY2" fmla="*/ 224975 h 1728554"/>
                      <a:gd name="connsiteX3" fmla="*/ 0 w 355951"/>
                      <a:gd name="connsiteY3" fmla="*/ 0 h 1728554"/>
                    </a:gdLst>
                    <a:ahLst/>
                    <a:cxnLst>
                      <a:cxn ang="0">
                        <a:pos x="connsiteX0" y="connsiteY0"/>
                      </a:cxn>
                      <a:cxn ang="0">
                        <a:pos x="connsiteX1" y="connsiteY1"/>
                      </a:cxn>
                      <a:cxn ang="0">
                        <a:pos x="connsiteX2" y="connsiteY2"/>
                      </a:cxn>
                      <a:cxn ang="0">
                        <a:pos x="connsiteX3" y="connsiteY3"/>
                      </a:cxn>
                    </a:cxnLst>
                    <a:rect l="l" t="t" r="r" b="b"/>
                    <a:pathLst>
                      <a:path w="355951" h="1728554" extrusionOk="0">
                        <a:moveTo>
                          <a:pt x="346740" y="1728554"/>
                        </a:moveTo>
                        <a:cubicBezTo>
                          <a:pt x="388423" y="1465768"/>
                          <a:pt x="354939" y="1236912"/>
                          <a:pt x="300421" y="948082"/>
                        </a:cubicBezTo>
                        <a:cubicBezTo>
                          <a:pt x="247752" y="759721"/>
                          <a:pt x="217583" y="488984"/>
                          <a:pt x="102696" y="224975"/>
                        </a:cubicBezTo>
                        <a:cubicBezTo>
                          <a:pt x="87171" y="155756"/>
                          <a:pt x="38549" y="84111"/>
                          <a:pt x="0" y="0"/>
                        </a:cubicBezTo>
                      </a:path>
                    </a:pathLst>
                  </a:custGeom>
                  <a:ln>
                    <a:extLst>
                      <a:ext uri="{C807C97D-BFC1-408E-A445-0C87EB9F89A2}">
                        <ask:lineSketchStyleProps xmlns:ask="http://schemas.microsoft.com/office/drawing/2018/sketchyshapes" sd="605969243">
                          <a:custGeom>
                            <a:avLst/>
                            <a:gdLst/>
                            <a:ahLst/>
                            <a:cxnLst/>
                            <a:rect l="l" t="t" r="r" b="b"/>
                            <a:pathLst>
                              <a:path w="615144" h="2987237">
                                <a:moveTo>
                                  <a:pt x="599226" y="2987238"/>
                                </a:moveTo>
                                <a:cubicBezTo>
                                  <a:pt x="638557" y="2536556"/>
                                  <a:pt x="602433" y="2082299"/>
                                  <a:pt x="519180" y="1638449"/>
                                </a:cubicBezTo>
                                <a:cubicBezTo>
                                  <a:pt x="439756" y="1215040"/>
                                  <a:pt x="335518" y="790174"/>
                                  <a:pt x="177477" y="388797"/>
                                </a:cubicBezTo>
                                <a:cubicBezTo>
                                  <a:pt x="125257" y="256181"/>
                                  <a:pt x="66625" y="126024"/>
                                  <a:pt x="0" y="0"/>
                                </a:cubicBezTo>
                              </a:path>
                            </a:pathLst>
                          </a:custGeom>
                          <ask:type>
                            <ask:lineSketchFreehand/>
                          </ask:type>
                        </ask:lineSketchStyleProps>
                      </a:ext>
                    </a:extLst>
                  </a:ln>
                </p:spPr>
                <p:style>
                  <a:lnRef idx="1">
                    <a:schemeClr val="accent3">
                      <a:lumMod val="67000"/>
                    </a:schemeClr>
                  </a:lnRef>
                  <a:fillRef idx="0">
                    <a:schemeClr val="accent3">
                      <a:lumMod val="67000"/>
                    </a:schemeClr>
                  </a:fillRef>
                  <a:effectRef idx="0">
                    <a:schemeClr val="accent3">
                      <a:lumMod val="67000"/>
                    </a:schemeClr>
                  </a:effectRef>
                  <a:fontRef idx="minor">
                    <a:schemeClr val="tx1"/>
                  </a:fontRef>
                </p:style>
                <p:txBody>
                  <a:bodyPr vert="horz" lIns="91440" tIns="45720" rIns="91440" bIns="45720" anchor="ctr">
                    <a:normAutofit/>
                  </a:bodyPr>
                  <a:lstStyle/>
                  <a:p>
                    <a:pPr marL="0" algn="l"/>
                    <a:endParaRPr/>
                  </a:p>
                </p:txBody>
              </p:sp>
              <p:sp>
                <p:nvSpPr>
                  <p:cNvPr id="66" name="Freeform 84">
                    <a:extLst>
                      <a:ext uri="{FF2B5EF4-FFF2-40B4-BE49-F238E27FC236}">
                        <a16:creationId xmlns:a16="http://schemas.microsoft.com/office/drawing/2014/main" id="{455B47F6-25CD-6A72-133E-5222ADA9A494}"/>
                      </a:ext>
                    </a:extLst>
                  </p:cNvPr>
                  <p:cNvSpPr/>
                  <p:nvPr/>
                </p:nvSpPr>
                <p:spPr>
                  <a:xfrm>
                    <a:off x="8629104" y="2245973"/>
                    <a:ext cx="745498" cy="405474"/>
                  </a:xfrm>
                  <a:custGeom>
                    <a:avLst/>
                    <a:gdLst>
                      <a:gd name="connsiteX0" fmla="*/ 0 w 431380"/>
                      <a:gd name="connsiteY0" fmla="*/ 0 h 234626"/>
                      <a:gd name="connsiteX1" fmla="*/ 363203 w 431380"/>
                      <a:gd name="connsiteY1" fmla="*/ 184146 h 234626"/>
                      <a:gd name="connsiteX2" fmla="*/ 431380 w 431380"/>
                      <a:gd name="connsiteY2" fmla="*/ 234626 h 234626"/>
                    </a:gdLst>
                    <a:ahLst/>
                    <a:cxnLst>
                      <a:cxn ang="0">
                        <a:pos x="connsiteX0" y="connsiteY0"/>
                      </a:cxn>
                      <a:cxn ang="0">
                        <a:pos x="connsiteX1" y="connsiteY1"/>
                      </a:cxn>
                      <a:cxn ang="0">
                        <a:pos x="connsiteX2" y="connsiteY2"/>
                      </a:cxn>
                    </a:cxnLst>
                    <a:rect l="l" t="t" r="r" b="b"/>
                    <a:pathLst>
                      <a:path w="431380" h="234626" extrusionOk="0">
                        <a:moveTo>
                          <a:pt x="0" y="0"/>
                        </a:moveTo>
                        <a:cubicBezTo>
                          <a:pt x="98382" y="33696"/>
                          <a:pt x="238687" y="75757"/>
                          <a:pt x="363203" y="184146"/>
                        </a:cubicBezTo>
                        <a:cubicBezTo>
                          <a:pt x="394205" y="203481"/>
                          <a:pt x="407415" y="211397"/>
                          <a:pt x="431380" y="234626"/>
                        </a:cubicBezTo>
                      </a:path>
                    </a:pathLst>
                  </a:custGeom>
                  <a:ln>
                    <a:extLst>
                      <a:ext uri="{C807C97D-BFC1-408E-A445-0C87EB9F89A2}">
                        <ask:lineSketchStyleProps xmlns:ask="http://schemas.microsoft.com/office/drawing/2018/sketchyshapes" sd="2261219689">
                          <a:custGeom>
                            <a:avLst/>
                            <a:gdLst/>
                            <a:ahLst/>
                            <a:cxnLst/>
                            <a:rect l="l" t="t" r="r" b="b"/>
                            <a:pathLst>
                              <a:path w="745498" h="405474">
                                <a:moveTo>
                                  <a:pt x="0" y="0"/>
                                </a:moveTo>
                                <a:cubicBezTo>
                                  <a:pt x="221830" y="78301"/>
                                  <a:pt x="433413" y="185573"/>
                                  <a:pt x="627678" y="318237"/>
                                </a:cubicBezTo>
                                <a:cubicBezTo>
                                  <a:pt x="676966" y="351893"/>
                                  <a:pt x="704411" y="362192"/>
                                  <a:pt x="745499" y="405475"/>
                                </a:cubicBezTo>
                              </a:path>
                            </a:pathLst>
                          </a:custGeom>
                          <ask:type>
                            <ask:lineSketchFreehand/>
                          </ask:type>
                        </ask:lineSketchStyleProps>
                      </a:ext>
                    </a:extLst>
                  </a:ln>
                </p:spPr>
                <p:style>
                  <a:lnRef idx="1">
                    <a:schemeClr val="accent3">
                      <a:lumMod val="67000"/>
                    </a:schemeClr>
                  </a:lnRef>
                  <a:fillRef idx="0">
                    <a:schemeClr val="accent3">
                      <a:lumMod val="67000"/>
                    </a:schemeClr>
                  </a:fillRef>
                  <a:effectRef idx="0">
                    <a:schemeClr val="accent3">
                      <a:lumMod val="67000"/>
                    </a:schemeClr>
                  </a:effectRef>
                  <a:fontRef idx="minor">
                    <a:schemeClr val="tx1"/>
                  </a:fontRef>
                </p:style>
                <p:txBody>
                  <a:bodyPr vert="horz" lIns="91440" tIns="45720" rIns="91440" bIns="45720" anchor="ctr">
                    <a:normAutofit fontScale="62500" lnSpcReduction="20000"/>
                  </a:bodyPr>
                  <a:lstStyle/>
                  <a:p>
                    <a:pPr marL="0" algn="l"/>
                    <a:endParaRPr/>
                  </a:p>
                </p:txBody>
              </p:sp>
              <p:sp>
                <p:nvSpPr>
                  <p:cNvPr id="67" name="Freeform 85">
                    <a:extLst>
                      <a:ext uri="{FF2B5EF4-FFF2-40B4-BE49-F238E27FC236}">
                        <a16:creationId xmlns:a16="http://schemas.microsoft.com/office/drawing/2014/main" id="{84980C2F-9286-382C-7E39-70DA66DBC1BF}"/>
                      </a:ext>
                    </a:extLst>
                  </p:cNvPr>
                  <p:cNvSpPr/>
                  <p:nvPr/>
                </p:nvSpPr>
                <p:spPr>
                  <a:xfrm>
                    <a:off x="8775287" y="2862349"/>
                    <a:ext cx="704509" cy="271941"/>
                  </a:xfrm>
                  <a:custGeom>
                    <a:avLst/>
                    <a:gdLst>
                      <a:gd name="connsiteX0" fmla="*/ 407661 w 407661"/>
                      <a:gd name="connsiteY0" fmla="*/ 157358 h 157358"/>
                      <a:gd name="connsiteX1" fmla="*/ 0 w 407661"/>
                      <a:gd name="connsiteY1" fmla="*/ 0 h 157358"/>
                    </a:gdLst>
                    <a:ahLst/>
                    <a:cxnLst>
                      <a:cxn ang="0">
                        <a:pos x="connsiteX0" y="connsiteY0"/>
                      </a:cxn>
                      <a:cxn ang="0">
                        <a:pos x="connsiteX1" y="connsiteY1"/>
                      </a:cxn>
                    </a:cxnLst>
                    <a:rect l="l" t="t" r="r" b="b"/>
                    <a:pathLst>
                      <a:path w="407661" h="157358" extrusionOk="0">
                        <a:moveTo>
                          <a:pt x="407661" y="157358"/>
                        </a:moveTo>
                        <a:cubicBezTo>
                          <a:pt x="289092" y="81062"/>
                          <a:pt x="149164" y="16519"/>
                          <a:pt x="0" y="0"/>
                        </a:cubicBezTo>
                      </a:path>
                    </a:pathLst>
                  </a:custGeom>
                  <a:ln>
                    <a:extLst>
                      <a:ext uri="{C807C97D-BFC1-408E-A445-0C87EB9F89A2}">
                        <ask:lineSketchStyleProps xmlns:ask="http://schemas.microsoft.com/office/drawing/2018/sketchyshapes" sd="3733041716">
                          <a:custGeom>
                            <a:avLst/>
                            <a:gdLst/>
                            <a:ahLst/>
                            <a:cxnLst/>
                            <a:rect l="l" t="t" r="r" b="b"/>
                            <a:pathLst>
                              <a:path w="704509" h="271941">
                                <a:moveTo>
                                  <a:pt x="704509" y="271941"/>
                                </a:moveTo>
                                <a:cubicBezTo>
                                  <a:pt x="491598" y="134348"/>
                                  <a:pt x="250141" y="41144"/>
                                  <a:pt x="0" y="0"/>
                                </a:cubicBezTo>
                              </a:path>
                            </a:pathLst>
                          </a:custGeom>
                          <ask:type>
                            <ask:lineSketchFreehand/>
                          </ask:type>
                        </ask:lineSketchStyleProps>
                      </a:ext>
                    </a:extLst>
                  </a:ln>
                </p:spPr>
                <p:style>
                  <a:lnRef idx="1">
                    <a:schemeClr val="accent3">
                      <a:lumMod val="67000"/>
                    </a:schemeClr>
                  </a:lnRef>
                  <a:fillRef idx="0">
                    <a:schemeClr val="accent3">
                      <a:lumMod val="67000"/>
                    </a:schemeClr>
                  </a:fillRef>
                  <a:effectRef idx="0">
                    <a:schemeClr val="accent3">
                      <a:lumMod val="67000"/>
                    </a:schemeClr>
                  </a:effectRef>
                  <a:fontRef idx="minor">
                    <a:schemeClr val="tx1"/>
                  </a:fontRef>
                </p:style>
                <p:txBody>
                  <a:bodyPr vert="horz" lIns="91440" tIns="45720" rIns="91440" bIns="45720" anchor="ctr">
                    <a:normAutofit fontScale="25000" lnSpcReduction="20000"/>
                  </a:bodyPr>
                  <a:lstStyle/>
                  <a:p>
                    <a:pPr marL="0" algn="l"/>
                    <a:endParaRPr/>
                  </a:p>
                </p:txBody>
              </p:sp>
              <p:sp>
                <p:nvSpPr>
                  <p:cNvPr id="68" name="Freeform 86">
                    <a:extLst>
                      <a:ext uri="{FF2B5EF4-FFF2-40B4-BE49-F238E27FC236}">
                        <a16:creationId xmlns:a16="http://schemas.microsoft.com/office/drawing/2014/main" id="{2B285F54-921D-BB25-FE3A-DD76D7A901CB}"/>
                      </a:ext>
                    </a:extLst>
                  </p:cNvPr>
                  <p:cNvSpPr/>
                  <p:nvPr/>
                </p:nvSpPr>
                <p:spPr>
                  <a:xfrm>
                    <a:off x="8868238" y="3366437"/>
                    <a:ext cx="695765" cy="349230"/>
                  </a:xfrm>
                  <a:custGeom>
                    <a:avLst/>
                    <a:gdLst>
                      <a:gd name="connsiteX0" fmla="*/ 402602 w 402602"/>
                      <a:gd name="connsiteY0" fmla="*/ 202081 h 202081"/>
                      <a:gd name="connsiteX1" fmla="*/ 0 w 402602"/>
                      <a:gd name="connsiteY1" fmla="*/ 0 h 202081"/>
                    </a:gdLst>
                    <a:ahLst/>
                    <a:cxnLst>
                      <a:cxn ang="0">
                        <a:pos x="connsiteX0" y="connsiteY0"/>
                      </a:cxn>
                      <a:cxn ang="0">
                        <a:pos x="connsiteX1" y="connsiteY1"/>
                      </a:cxn>
                    </a:cxnLst>
                    <a:rect l="l" t="t" r="r" b="b"/>
                    <a:pathLst>
                      <a:path w="402602" h="202081" extrusionOk="0">
                        <a:moveTo>
                          <a:pt x="402602" y="202081"/>
                        </a:moveTo>
                        <a:cubicBezTo>
                          <a:pt x="301844" y="120071"/>
                          <a:pt x="129627" y="7368"/>
                          <a:pt x="0" y="0"/>
                        </a:cubicBezTo>
                      </a:path>
                    </a:pathLst>
                  </a:custGeom>
                  <a:ln>
                    <a:extLst>
                      <a:ext uri="{C807C97D-BFC1-408E-A445-0C87EB9F89A2}">
                        <ask:lineSketchStyleProps xmlns:ask="http://schemas.microsoft.com/office/drawing/2018/sketchyshapes" sd="2546017076">
                          <a:custGeom>
                            <a:avLst/>
                            <a:gdLst/>
                            <a:ahLst/>
                            <a:cxnLst/>
                            <a:rect l="l" t="t" r="r" b="b"/>
                            <a:pathLst>
                              <a:path w="695765" h="349230">
                                <a:moveTo>
                                  <a:pt x="695765" y="349231"/>
                                </a:moveTo>
                                <a:cubicBezTo>
                                  <a:pt x="497616" y="177519"/>
                                  <a:pt x="256081" y="56283"/>
                                  <a:pt x="0" y="0"/>
                                </a:cubicBezTo>
                              </a:path>
                            </a:pathLst>
                          </a:custGeom>
                          <ask:type>
                            <ask:lineSketchFreehand/>
                          </ask:type>
                        </ask:lineSketchStyleProps>
                      </a:ext>
                    </a:extLst>
                  </a:ln>
                </p:spPr>
                <p:style>
                  <a:lnRef idx="1">
                    <a:schemeClr val="accent3">
                      <a:lumMod val="67000"/>
                    </a:schemeClr>
                  </a:lnRef>
                  <a:fillRef idx="0">
                    <a:schemeClr val="accent3">
                      <a:lumMod val="67000"/>
                    </a:schemeClr>
                  </a:fillRef>
                  <a:effectRef idx="0">
                    <a:schemeClr val="accent3">
                      <a:lumMod val="67000"/>
                    </a:schemeClr>
                  </a:effectRef>
                  <a:fontRef idx="minor">
                    <a:schemeClr val="tx1"/>
                  </a:fontRef>
                </p:style>
                <p:txBody>
                  <a:bodyPr vert="horz" lIns="91440" tIns="45720" rIns="91440" bIns="45720" anchor="ctr">
                    <a:normAutofit fontScale="47500" lnSpcReduction="20000"/>
                  </a:bodyPr>
                  <a:lstStyle/>
                  <a:p>
                    <a:pPr marL="0" algn="l"/>
                    <a:endParaRPr/>
                  </a:p>
                </p:txBody>
              </p:sp>
              <p:sp>
                <p:nvSpPr>
                  <p:cNvPr id="69" name="Freeform 87">
                    <a:extLst>
                      <a:ext uri="{FF2B5EF4-FFF2-40B4-BE49-F238E27FC236}">
                        <a16:creationId xmlns:a16="http://schemas.microsoft.com/office/drawing/2014/main" id="{40A74046-EC2F-2042-7936-0C62BE83E358}"/>
                      </a:ext>
                    </a:extLst>
                  </p:cNvPr>
                  <p:cNvSpPr/>
                  <p:nvPr/>
                </p:nvSpPr>
                <p:spPr>
                  <a:xfrm>
                    <a:off x="9363591" y="1945314"/>
                    <a:ext cx="174171" cy="691290"/>
                  </a:xfrm>
                  <a:custGeom>
                    <a:avLst/>
                    <a:gdLst>
                      <a:gd name="connsiteX0" fmla="*/ 0 w 100783"/>
                      <a:gd name="connsiteY0" fmla="*/ 400012 h 400012"/>
                      <a:gd name="connsiteX1" fmla="*/ 100783 w 100783"/>
                      <a:gd name="connsiteY1" fmla="*/ 0 h 400012"/>
                    </a:gdLst>
                    <a:ahLst/>
                    <a:cxnLst>
                      <a:cxn ang="0">
                        <a:pos x="connsiteX0" y="connsiteY0"/>
                      </a:cxn>
                      <a:cxn ang="0">
                        <a:pos x="connsiteX1" y="connsiteY1"/>
                      </a:cxn>
                    </a:cxnLst>
                    <a:rect l="l" t="t" r="r" b="b"/>
                    <a:pathLst>
                      <a:path w="100783" h="400012" extrusionOk="0">
                        <a:moveTo>
                          <a:pt x="0" y="400012"/>
                        </a:moveTo>
                        <a:cubicBezTo>
                          <a:pt x="8429" y="283207"/>
                          <a:pt x="53856" y="140239"/>
                          <a:pt x="100783" y="0"/>
                        </a:cubicBezTo>
                      </a:path>
                    </a:pathLst>
                  </a:custGeom>
                  <a:ln>
                    <a:extLst>
                      <a:ext uri="{C807C97D-BFC1-408E-A445-0C87EB9F89A2}">
                        <ask:lineSketchStyleProps xmlns:ask="http://schemas.microsoft.com/office/drawing/2018/sketchyshapes" sd="492689320">
                          <a:custGeom>
                            <a:avLst/>
                            <a:gdLst/>
                            <a:ahLst/>
                            <a:cxnLst/>
                            <a:rect l="l" t="t" r="r" b="b"/>
                            <a:pathLst>
                              <a:path w="174171" h="691290">
                                <a:moveTo>
                                  <a:pt x="0" y="691291"/>
                                </a:moveTo>
                                <a:cubicBezTo>
                                  <a:pt x="15486" y="452846"/>
                                  <a:pt x="74829" y="217317"/>
                                  <a:pt x="174172" y="0"/>
                                </a:cubicBezTo>
                              </a:path>
                            </a:pathLst>
                          </a:custGeom>
                          <ask:type>
                            <ask:lineSketchFreehand/>
                          </ask:type>
                        </ask:lineSketchStyleProps>
                      </a:ext>
                    </a:extLst>
                  </a:ln>
                </p:spPr>
                <p:style>
                  <a:lnRef idx="1">
                    <a:schemeClr val="accent3">
                      <a:lumMod val="67000"/>
                    </a:schemeClr>
                  </a:lnRef>
                  <a:fillRef idx="0">
                    <a:schemeClr val="accent3">
                      <a:lumMod val="67000"/>
                    </a:schemeClr>
                  </a:fillRef>
                  <a:effectRef idx="0">
                    <a:schemeClr val="accent3">
                      <a:lumMod val="67000"/>
                    </a:schemeClr>
                  </a:effectRef>
                  <a:fontRef idx="minor">
                    <a:schemeClr val="tx1"/>
                  </a:fontRef>
                </p:style>
                <p:txBody>
                  <a:bodyPr vert="horz" lIns="91440" tIns="45720" rIns="91440" bIns="45720" anchor="ctr">
                    <a:normAutofit/>
                  </a:bodyPr>
                  <a:lstStyle/>
                  <a:p>
                    <a:pPr marL="0" algn="l"/>
                    <a:endParaRPr/>
                  </a:p>
                </p:txBody>
              </p:sp>
              <p:sp>
                <p:nvSpPr>
                  <p:cNvPr id="70" name="Freeform 88">
                    <a:extLst>
                      <a:ext uri="{FF2B5EF4-FFF2-40B4-BE49-F238E27FC236}">
                        <a16:creationId xmlns:a16="http://schemas.microsoft.com/office/drawing/2014/main" id="{0595E726-13ED-06F9-3073-1DD7039688A1}"/>
                      </a:ext>
                    </a:extLst>
                  </p:cNvPr>
                  <p:cNvSpPr/>
                  <p:nvPr/>
                </p:nvSpPr>
                <p:spPr>
                  <a:xfrm>
                    <a:off x="9477083" y="2547562"/>
                    <a:ext cx="424373" cy="567070"/>
                  </a:xfrm>
                  <a:custGeom>
                    <a:avLst/>
                    <a:gdLst>
                      <a:gd name="connsiteX0" fmla="*/ 0 w 245562"/>
                      <a:gd name="connsiteY0" fmla="*/ 328133 h 328133"/>
                      <a:gd name="connsiteX1" fmla="*/ 245562 w 245562"/>
                      <a:gd name="connsiteY1" fmla="*/ 0 h 328133"/>
                    </a:gdLst>
                    <a:ahLst/>
                    <a:cxnLst>
                      <a:cxn ang="0">
                        <a:pos x="connsiteX0" y="connsiteY0"/>
                      </a:cxn>
                      <a:cxn ang="0">
                        <a:pos x="connsiteX1" y="connsiteY1"/>
                      </a:cxn>
                    </a:cxnLst>
                    <a:rect l="l" t="t" r="r" b="b"/>
                    <a:pathLst>
                      <a:path w="245562" h="328133" extrusionOk="0">
                        <a:moveTo>
                          <a:pt x="0" y="328133"/>
                        </a:moveTo>
                        <a:cubicBezTo>
                          <a:pt x="51141" y="204427"/>
                          <a:pt x="130853" y="94010"/>
                          <a:pt x="245562" y="0"/>
                        </a:cubicBezTo>
                      </a:path>
                    </a:pathLst>
                  </a:custGeom>
                  <a:ln>
                    <a:extLst>
                      <a:ext uri="{C807C97D-BFC1-408E-A445-0C87EB9F89A2}">
                        <ask:lineSketchStyleProps xmlns:ask="http://schemas.microsoft.com/office/drawing/2018/sketchyshapes" sd="3036267921">
                          <a:custGeom>
                            <a:avLst/>
                            <a:gdLst/>
                            <a:ahLst/>
                            <a:cxnLst/>
                            <a:rect l="l" t="t" r="r" b="b"/>
                            <a:pathLst>
                              <a:path w="424373" h="567070">
                                <a:moveTo>
                                  <a:pt x="0" y="567071"/>
                                </a:moveTo>
                                <a:cubicBezTo>
                                  <a:pt x="100680" y="351678"/>
                                  <a:pt x="246116" y="157340"/>
                                  <a:pt x="424373" y="0"/>
                                </a:cubicBezTo>
                              </a:path>
                            </a:pathLst>
                          </a:custGeom>
                          <ask:type>
                            <ask:lineSketchFreehand/>
                          </ask:type>
                        </ask:lineSketchStyleProps>
                      </a:ext>
                    </a:extLst>
                  </a:ln>
                </p:spPr>
                <p:style>
                  <a:lnRef idx="1">
                    <a:schemeClr val="accent3">
                      <a:lumMod val="67000"/>
                    </a:schemeClr>
                  </a:lnRef>
                  <a:fillRef idx="0">
                    <a:schemeClr val="accent3">
                      <a:lumMod val="67000"/>
                    </a:schemeClr>
                  </a:fillRef>
                  <a:effectRef idx="0">
                    <a:schemeClr val="accent3">
                      <a:lumMod val="67000"/>
                    </a:schemeClr>
                  </a:effectRef>
                  <a:fontRef idx="minor">
                    <a:schemeClr val="tx1"/>
                  </a:fontRef>
                </p:style>
                <p:txBody>
                  <a:bodyPr vert="horz" lIns="91440" tIns="45720" rIns="91440" bIns="45720" anchor="ctr">
                    <a:normAutofit fontScale="92500" lnSpcReduction="10000"/>
                  </a:bodyPr>
                  <a:lstStyle/>
                  <a:p>
                    <a:pPr marL="0" algn="l"/>
                    <a:endParaRPr/>
                  </a:p>
                </p:txBody>
              </p:sp>
              <p:sp>
                <p:nvSpPr>
                  <p:cNvPr id="71" name="Freeform 89">
                    <a:extLst>
                      <a:ext uri="{FF2B5EF4-FFF2-40B4-BE49-F238E27FC236}">
                        <a16:creationId xmlns:a16="http://schemas.microsoft.com/office/drawing/2014/main" id="{3B06EFD5-F039-8F5E-9EEE-41CF108B0329}"/>
                      </a:ext>
                    </a:extLst>
                  </p:cNvPr>
                  <p:cNvSpPr/>
                  <p:nvPr/>
                </p:nvSpPr>
                <p:spPr>
                  <a:xfrm>
                    <a:off x="9577192" y="3226787"/>
                    <a:ext cx="329617" cy="505417"/>
                  </a:xfrm>
                  <a:custGeom>
                    <a:avLst/>
                    <a:gdLst>
                      <a:gd name="connsiteX0" fmla="*/ 0 w 190732"/>
                      <a:gd name="connsiteY0" fmla="*/ 292458 h 292458"/>
                      <a:gd name="connsiteX1" fmla="*/ 41680 w 190732"/>
                      <a:gd name="connsiteY1" fmla="*/ 182556 h 292458"/>
                      <a:gd name="connsiteX2" fmla="*/ 124304 w 190732"/>
                      <a:gd name="connsiteY2" fmla="*/ 73221 h 292458"/>
                      <a:gd name="connsiteX3" fmla="*/ 190732 w 190732"/>
                      <a:gd name="connsiteY3" fmla="*/ 0 h 292458"/>
                    </a:gdLst>
                    <a:ahLst/>
                    <a:cxnLst>
                      <a:cxn ang="0">
                        <a:pos x="connsiteX0" y="connsiteY0"/>
                      </a:cxn>
                      <a:cxn ang="0">
                        <a:pos x="connsiteX1" y="connsiteY1"/>
                      </a:cxn>
                      <a:cxn ang="0">
                        <a:pos x="connsiteX2" y="connsiteY2"/>
                      </a:cxn>
                      <a:cxn ang="0">
                        <a:pos x="connsiteX3" y="connsiteY3"/>
                      </a:cxn>
                    </a:cxnLst>
                    <a:rect l="l" t="t" r="r" b="b"/>
                    <a:pathLst>
                      <a:path w="190732" h="292458" extrusionOk="0">
                        <a:moveTo>
                          <a:pt x="0" y="292458"/>
                        </a:moveTo>
                        <a:cubicBezTo>
                          <a:pt x="4866" y="249765"/>
                          <a:pt x="23950" y="217563"/>
                          <a:pt x="41680" y="182556"/>
                        </a:cubicBezTo>
                        <a:cubicBezTo>
                          <a:pt x="58377" y="137483"/>
                          <a:pt x="90278" y="105345"/>
                          <a:pt x="124304" y="73221"/>
                        </a:cubicBezTo>
                        <a:cubicBezTo>
                          <a:pt x="149503" y="49014"/>
                          <a:pt x="165437" y="22805"/>
                          <a:pt x="190732" y="0"/>
                        </a:cubicBezTo>
                      </a:path>
                    </a:pathLst>
                  </a:custGeom>
                  <a:ln>
                    <a:extLst>
                      <a:ext uri="{C807C97D-BFC1-408E-A445-0C87EB9F89A2}">
                        <ask:lineSketchStyleProps xmlns:ask="http://schemas.microsoft.com/office/drawing/2018/sketchyshapes" sd="2156483108">
                          <a:custGeom>
                            <a:avLst/>
                            <a:gdLst/>
                            <a:ahLst/>
                            <a:cxnLst/>
                            <a:rect l="l" t="t" r="r" b="b"/>
                            <a:pathLst>
                              <a:path w="329617" h="505417">
                                <a:moveTo>
                                  <a:pt x="0" y="505418"/>
                                </a:moveTo>
                                <a:cubicBezTo>
                                  <a:pt x="13914" y="438873"/>
                                  <a:pt x="38320" y="374528"/>
                                  <a:pt x="72031" y="315489"/>
                                </a:cubicBezTo>
                                <a:cubicBezTo>
                                  <a:pt x="111250" y="246811"/>
                                  <a:pt x="162569" y="185903"/>
                                  <a:pt x="214819" y="126539"/>
                                </a:cubicBezTo>
                                <a:cubicBezTo>
                                  <a:pt x="252447" y="83783"/>
                                  <a:pt x="290720" y="41598"/>
                                  <a:pt x="329617" y="0"/>
                                </a:cubicBezTo>
                              </a:path>
                            </a:pathLst>
                          </a:custGeom>
                          <ask:type>
                            <ask:lineSketchFreehand/>
                          </ask:type>
                        </ask:lineSketchStyleProps>
                      </a:ext>
                    </a:extLst>
                  </a:ln>
                </p:spPr>
                <p:style>
                  <a:lnRef idx="1">
                    <a:schemeClr val="accent3">
                      <a:lumMod val="67000"/>
                    </a:schemeClr>
                  </a:lnRef>
                  <a:fillRef idx="0">
                    <a:schemeClr val="accent3">
                      <a:lumMod val="67000"/>
                    </a:schemeClr>
                  </a:fillRef>
                  <a:effectRef idx="0">
                    <a:schemeClr val="accent3">
                      <a:lumMod val="67000"/>
                    </a:schemeClr>
                  </a:effectRef>
                  <a:fontRef idx="minor">
                    <a:schemeClr val="tx1"/>
                  </a:fontRef>
                </p:style>
                <p:txBody>
                  <a:bodyPr vert="horz" lIns="91440" tIns="45720" rIns="91440" bIns="45720" anchor="ctr">
                    <a:normAutofit fontScale="85000" lnSpcReduction="20000"/>
                  </a:bodyPr>
                  <a:lstStyle/>
                  <a:p>
                    <a:pPr marL="0" algn="l"/>
                    <a:endParaRPr/>
                  </a:p>
                </p:txBody>
              </p:sp>
            </p:grpSp>
          </p:grpSp>
          <p:grpSp>
            <p:nvGrpSpPr>
              <p:cNvPr id="50" name="Group 90">
                <a:extLst>
                  <a:ext uri="{FF2B5EF4-FFF2-40B4-BE49-F238E27FC236}">
                    <a16:creationId xmlns:a16="http://schemas.microsoft.com/office/drawing/2014/main" id="{CF89C7F1-F033-CF92-107B-17B982BA6BEA}"/>
                  </a:ext>
                </a:extLst>
              </p:cNvPr>
              <p:cNvGrpSpPr/>
              <p:nvPr/>
            </p:nvGrpSpPr>
            <p:grpSpPr>
              <a:xfrm>
                <a:off x="9482456" y="2606965"/>
                <a:ext cx="1194549" cy="2083923"/>
                <a:chOff x="9482456" y="2606965"/>
                <a:chExt cx="1194549" cy="2083923"/>
              </a:xfrm>
              <a:grpFill/>
            </p:grpSpPr>
            <p:sp>
              <p:nvSpPr>
                <p:cNvPr id="54" name="Freeform 91">
                  <a:extLst>
                    <a:ext uri="{FF2B5EF4-FFF2-40B4-BE49-F238E27FC236}">
                      <a16:creationId xmlns:a16="http://schemas.microsoft.com/office/drawing/2014/main" id="{4ED75054-4A26-592A-A936-23555D7AB605}"/>
                    </a:ext>
                  </a:extLst>
                </p:cNvPr>
                <p:cNvSpPr/>
                <p:nvPr/>
              </p:nvSpPr>
              <p:spPr>
                <a:xfrm>
                  <a:off x="9482456" y="2654082"/>
                  <a:ext cx="1129100" cy="1941171"/>
                </a:xfrm>
                <a:custGeom>
                  <a:avLst/>
                  <a:gdLst>
                    <a:gd name="connsiteX0" fmla="*/ 374750 w 653349"/>
                    <a:gd name="connsiteY0" fmla="*/ 59228 h 1123252"/>
                    <a:gd name="connsiteX1" fmla="*/ 442166 w 653349"/>
                    <a:gd name="connsiteY1" fmla="*/ 44922 h 1123252"/>
                    <a:gd name="connsiteX2" fmla="*/ 583700 w 653349"/>
                    <a:gd name="connsiteY2" fmla="*/ 30616 h 1123252"/>
                    <a:gd name="connsiteX3" fmla="*/ 597796 w 653349"/>
                    <a:gd name="connsiteY3" fmla="*/ 144622 h 1123252"/>
                    <a:gd name="connsiteX4" fmla="*/ 652824 w 653349"/>
                    <a:gd name="connsiteY4" fmla="*/ 215168 h 1123252"/>
                    <a:gd name="connsiteX5" fmla="*/ 566649 w 653349"/>
                    <a:gd name="connsiteY5" fmla="*/ 359822 h 1123252"/>
                    <a:gd name="connsiteX6" fmla="*/ 583956 w 653349"/>
                    <a:gd name="connsiteY6" fmla="*/ 455263 h 1123252"/>
                    <a:gd name="connsiteX7" fmla="*/ 562542 w 653349"/>
                    <a:gd name="connsiteY7" fmla="*/ 528740 h 1123252"/>
                    <a:gd name="connsiteX8" fmla="*/ 476507 w 653349"/>
                    <a:gd name="connsiteY8" fmla="*/ 646220 h 1123252"/>
                    <a:gd name="connsiteX9" fmla="*/ 432784 w 653349"/>
                    <a:gd name="connsiteY9" fmla="*/ 761533 h 1123252"/>
                    <a:gd name="connsiteX10" fmla="*/ 342050 w 653349"/>
                    <a:gd name="connsiteY10" fmla="*/ 835456 h 1123252"/>
                    <a:gd name="connsiteX11" fmla="*/ 348628 w 653349"/>
                    <a:gd name="connsiteY11" fmla="*/ 881794 h 1123252"/>
                    <a:gd name="connsiteX12" fmla="*/ 307617 w 653349"/>
                    <a:gd name="connsiteY12" fmla="*/ 939881 h 1123252"/>
                    <a:gd name="connsiteX13" fmla="*/ 177274 w 653349"/>
                    <a:gd name="connsiteY13" fmla="*/ 1038904 h 1123252"/>
                    <a:gd name="connsiteX14" fmla="*/ 114968 w 653349"/>
                    <a:gd name="connsiteY14" fmla="*/ 1123252 h 1123252"/>
                    <a:gd name="connsiteX15" fmla="*/ 30745 w 653349"/>
                    <a:gd name="connsiteY15" fmla="*/ 950970 h 1123252"/>
                    <a:gd name="connsiteX16" fmla="*/ 18979 w 653349"/>
                    <a:gd name="connsiteY16" fmla="*/ 783560 h 1123252"/>
                    <a:gd name="connsiteX17" fmla="*/ 58588 w 653349"/>
                    <a:gd name="connsiteY17" fmla="*/ 742279 h 1123252"/>
                    <a:gd name="connsiteX18" fmla="*/ 39952 w 653349"/>
                    <a:gd name="connsiteY18" fmla="*/ 643671 h 1123252"/>
                    <a:gd name="connsiteX19" fmla="*/ 92770 w 653349"/>
                    <a:gd name="connsiteY19" fmla="*/ 520654 h 1123252"/>
                    <a:gd name="connsiteX20" fmla="*/ 138486 w 653349"/>
                    <a:gd name="connsiteY20" fmla="*/ 472376 h 1123252"/>
                    <a:gd name="connsiteX21" fmla="*/ 132164 w 653349"/>
                    <a:gd name="connsiteY21" fmla="*/ 399731 h 1123252"/>
                    <a:gd name="connsiteX22" fmla="*/ 131727 w 653349"/>
                    <a:gd name="connsiteY22" fmla="*/ 333640 h 1123252"/>
                    <a:gd name="connsiteX23" fmla="*/ 141633 w 653349"/>
                    <a:gd name="connsiteY23" fmla="*/ 288686 h 1123252"/>
                    <a:gd name="connsiteX24" fmla="*/ 204371 w 653349"/>
                    <a:gd name="connsiteY24" fmla="*/ 234892 h 1123252"/>
                    <a:gd name="connsiteX25" fmla="*/ 275007 w 653349"/>
                    <a:gd name="connsiteY25" fmla="*/ 84683 h 1123252"/>
                    <a:gd name="connsiteX26" fmla="*/ 374750 w 653349"/>
                    <a:gd name="connsiteY26" fmla="*/ 59228 h 1123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53349" h="1123252" fill="none" extrusionOk="0">
                      <a:moveTo>
                        <a:pt x="374750" y="59228"/>
                      </a:moveTo>
                      <a:cubicBezTo>
                        <a:pt x="399913" y="66323"/>
                        <a:pt x="421451" y="65887"/>
                        <a:pt x="442166" y="44922"/>
                      </a:cubicBezTo>
                      <a:cubicBezTo>
                        <a:pt x="492139" y="11590"/>
                        <a:pt x="536873" y="-21406"/>
                        <a:pt x="583700" y="30616"/>
                      </a:cubicBezTo>
                      <a:cubicBezTo>
                        <a:pt x="607950" y="63467"/>
                        <a:pt x="570525" y="117000"/>
                        <a:pt x="597796" y="144622"/>
                      </a:cubicBezTo>
                      <a:cubicBezTo>
                        <a:pt x="618866" y="167553"/>
                        <a:pt x="647786" y="180215"/>
                        <a:pt x="652824" y="215168"/>
                      </a:cubicBezTo>
                      <a:cubicBezTo>
                        <a:pt x="661500" y="283287"/>
                        <a:pt x="588995" y="305934"/>
                        <a:pt x="566649" y="359822"/>
                      </a:cubicBezTo>
                      <a:cubicBezTo>
                        <a:pt x="535353" y="399796"/>
                        <a:pt x="576761" y="414942"/>
                        <a:pt x="583956" y="455263"/>
                      </a:cubicBezTo>
                      <a:cubicBezTo>
                        <a:pt x="592119" y="475604"/>
                        <a:pt x="578853" y="508603"/>
                        <a:pt x="562542" y="528740"/>
                      </a:cubicBezTo>
                      <a:cubicBezTo>
                        <a:pt x="541510" y="563778"/>
                        <a:pt x="463565" y="595107"/>
                        <a:pt x="476507" y="646220"/>
                      </a:cubicBezTo>
                      <a:cubicBezTo>
                        <a:pt x="470513" y="687695"/>
                        <a:pt x="471233" y="735292"/>
                        <a:pt x="432784" y="761533"/>
                      </a:cubicBezTo>
                      <a:cubicBezTo>
                        <a:pt x="410750" y="775091"/>
                        <a:pt x="343940" y="790651"/>
                        <a:pt x="342050" y="835456"/>
                      </a:cubicBezTo>
                      <a:cubicBezTo>
                        <a:pt x="340868" y="851204"/>
                        <a:pt x="351172" y="868047"/>
                        <a:pt x="348628" y="881794"/>
                      </a:cubicBezTo>
                      <a:cubicBezTo>
                        <a:pt x="345395" y="905109"/>
                        <a:pt x="328933" y="928457"/>
                        <a:pt x="307617" y="939881"/>
                      </a:cubicBezTo>
                      <a:cubicBezTo>
                        <a:pt x="251701" y="962638"/>
                        <a:pt x="219946" y="999402"/>
                        <a:pt x="177274" y="1038904"/>
                      </a:cubicBezTo>
                      <a:cubicBezTo>
                        <a:pt x="155235" y="1062024"/>
                        <a:pt x="98501" y="1085706"/>
                        <a:pt x="114968" y="1123252"/>
                      </a:cubicBezTo>
                      <a:cubicBezTo>
                        <a:pt x="85150" y="1064211"/>
                        <a:pt x="70463" y="1007992"/>
                        <a:pt x="30745" y="950970"/>
                      </a:cubicBezTo>
                      <a:cubicBezTo>
                        <a:pt x="20176" y="903342"/>
                        <a:pt x="-13292" y="819515"/>
                        <a:pt x="18979" y="783560"/>
                      </a:cubicBezTo>
                      <a:cubicBezTo>
                        <a:pt x="30246" y="770786"/>
                        <a:pt x="49190" y="757868"/>
                        <a:pt x="58588" y="742279"/>
                      </a:cubicBezTo>
                      <a:cubicBezTo>
                        <a:pt x="79139" y="706053"/>
                        <a:pt x="45741" y="672309"/>
                        <a:pt x="39952" y="643671"/>
                      </a:cubicBezTo>
                      <a:cubicBezTo>
                        <a:pt x="26121" y="592140"/>
                        <a:pt x="52197" y="546507"/>
                        <a:pt x="92770" y="520654"/>
                      </a:cubicBezTo>
                      <a:cubicBezTo>
                        <a:pt x="108386" y="507131"/>
                        <a:pt x="132425" y="497395"/>
                        <a:pt x="138486" y="472376"/>
                      </a:cubicBezTo>
                      <a:cubicBezTo>
                        <a:pt x="147489" y="453855"/>
                        <a:pt x="134047" y="424163"/>
                        <a:pt x="132164" y="399731"/>
                      </a:cubicBezTo>
                      <a:cubicBezTo>
                        <a:pt x="130693" y="376089"/>
                        <a:pt x="129457" y="353176"/>
                        <a:pt x="131727" y="333640"/>
                      </a:cubicBezTo>
                      <a:cubicBezTo>
                        <a:pt x="134377" y="320698"/>
                        <a:pt x="137778" y="305590"/>
                        <a:pt x="141633" y="288686"/>
                      </a:cubicBezTo>
                      <a:cubicBezTo>
                        <a:pt x="159106" y="261619"/>
                        <a:pt x="179192" y="247811"/>
                        <a:pt x="204371" y="234892"/>
                      </a:cubicBezTo>
                      <a:cubicBezTo>
                        <a:pt x="254068" y="192912"/>
                        <a:pt x="244672" y="137729"/>
                        <a:pt x="275007" y="84683"/>
                      </a:cubicBezTo>
                      <a:cubicBezTo>
                        <a:pt x="297214" y="39580"/>
                        <a:pt x="332022" y="48367"/>
                        <a:pt x="374750" y="59228"/>
                      </a:cubicBezTo>
                      <a:close/>
                    </a:path>
                    <a:path w="653349" h="1123252" stroke="0" extrusionOk="0">
                      <a:moveTo>
                        <a:pt x="374750" y="59228"/>
                      </a:moveTo>
                      <a:cubicBezTo>
                        <a:pt x="401179" y="61290"/>
                        <a:pt x="418207" y="67858"/>
                        <a:pt x="442166" y="44922"/>
                      </a:cubicBezTo>
                      <a:cubicBezTo>
                        <a:pt x="491081" y="6191"/>
                        <a:pt x="540896" y="-22431"/>
                        <a:pt x="583700" y="30616"/>
                      </a:cubicBezTo>
                      <a:cubicBezTo>
                        <a:pt x="606577" y="56511"/>
                        <a:pt x="572850" y="111816"/>
                        <a:pt x="597796" y="144622"/>
                      </a:cubicBezTo>
                      <a:cubicBezTo>
                        <a:pt x="610949" y="172474"/>
                        <a:pt x="652063" y="169301"/>
                        <a:pt x="652824" y="215168"/>
                      </a:cubicBezTo>
                      <a:cubicBezTo>
                        <a:pt x="665314" y="283027"/>
                        <a:pt x="597762" y="320684"/>
                        <a:pt x="566649" y="359822"/>
                      </a:cubicBezTo>
                      <a:cubicBezTo>
                        <a:pt x="540169" y="399933"/>
                        <a:pt x="577721" y="425707"/>
                        <a:pt x="583956" y="455263"/>
                      </a:cubicBezTo>
                      <a:cubicBezTo>
                        <a:pt x="590269" y="484319"/>
                        <a:pt x="580120" y="506336"/>
                        <a:pt x="562542" y="528740"/>
                      </a:cubicBezTo>
                      <a:cubicBezTo>
                        <a:pt x="541062" y="561003"/>
                        <a:pt x="483504" y="579934"/>
                        <a:pt x="476507" y="646220"/>
                      </a:cubicBezTo>
                      <a:cubicBezTo>
                        <a:pt x="476043" y="693463"/>
                        <a:pt x="476231" y="737974"/>
                        <a:pt x="432784" y="761533"/>
                      </a:cubicBezTo>
                      <a:cubicBezTo>
                        <a:pt x="394946" y="783510"/>
                        <a:pt x="348918" y="792134"/>
                        <a:pt x="342050" y="835456"/>
                      </a:cubicBezTo>
                      <a:cubicBezTo>
                        <a:pt x="340487" y="850574"/>
                        <a:pt x="349440" y="864987"/>
                        <a:pt x="348628" y="881794"/>
                      </a:cubicBezTo>
                      <a:cubicBezTo>
                        <a:pt x="349789" y="907676"/>
                        <a:pt x="329401" y="927720"/>
                        <a:pt x="307617" y="939881"/>
                      </a:cubicBezTo>
                      <a:cubicBezTo>
                        <a:pt x="253874" y="974930"/>
                        <a:pt x="218759" y="997123"/>
                        <a:pt x="177274" y="1038904"/>
                      </a:cubicBezTo>
                      <a:cubicBezTo>
                        <a:pt x="162339" y="1057288"/>
                        <a:pt x="96744" y="1084444"/>
                        <a:pt x="114968" y="1123252"/>
                      </a:cubicBezTo>
                      <a:cubicBezTo>
                        <a:pt x="87919" y="1066082"/>
                        <a:pt x="57498" y="1010363"/>
                        <a:pt x="30745" y="950970"/>
                      </a:cubicBezTo>
                      <a:cubicBezTo>
                        <a:pt x="3236" y="896931"/>
                        <a:pt x="-20479" y="829669"/>
                        <a:pt x="18979" y="783560"/>
                      </a:cubicBezTo>
                      <a:cubicBezTo>
                        <a:pt x="33850" y="769105"/>
                        <a:pt x="54896" y="759114"/>
                        <a:pt x="58588" y="742279"/>
                      </a:cubicBezTo>
                      <a:cubicBezTo>
                        <a:pt x="71508" y="709069"/>
                        <a:pt x="42710" y="674819"/>
                        <a:pt x="39952" y="643671"/>
                      </a:cubicBezTo>
                      <a:cubicBezTo>
                        <a:pt x="28791" y="598900"/>
                        <a:pt x="57766" y="545618"/>
                        <a:pt x="92770" y="520654"/>
                      </a:cubicBezTo>
                      <a:cubicBezTo>
                        <a:pt x="113143" y="503438"/>
                        <a:pt x="133954" y="491959"/>
                        <a:pt x="138486" y="472376"/>
                      </a:cubicBezTo>
                      <a:cubicBezTo>
                        <a:pt x="144549" y="450138"/>
                        <a:pt x="136030" y="420386"/>
                        <a:pt x="132164" y="399731"/>
                      </a:cubicBezTo>
                      <a:cubicBezTo>
                        <a:pt x="132519" y="380519"/>
                        <a:pt x="129004" y="356502"/>
                        <a:pt x="131727" y="333640"/>
                      </a:cubicBezTo>
                      <a:cubicBezTo>
                        <a:pt x="133138" y="318667"/>
                        <a:pt x="136291" y="302939"/>
                        <a:pt x="141633" y="288686"/>
                      </a:cubicBezTo>
                      <a:cubicBezTo>
                        <a:pt x="157398" y="260570"/>
                        <a:pt x="177333" y="248567"/>
                        <a:pt x="204371" y="234892"/>
                      </a:cubicBezTo>
                      <a:cubicBezTo>
                        <a:pt x="254222" y="184980"/>
                        <a:pt x="243294" y="144114"/>
                        <a:pt x="275007" y="84683"/>
                      </a:cubicBezTo>
                      <a:cubicBezTo>
                        <a:pt x="308678" y="39585"/>
                        <a:pt x="339335" y="58203"/>
                        <a:pt x="374750" y="59228"/>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248807074">
                        <a:custGeom>
                          <a:avLst/>
                          <a:gdLst/>
                          <a:ahLst/>
                          <a:cxnLst/>
                          <a:rect l="l" t="t" r="r" b="b"/>
                          <a:pathLst>
                            <a:path w="1129100" h="1941171">
                              <a:moveTo>
                                <a:pt x="647633" y="102357"/>
                              </a:moveTo>
                              <a:cubicBezTo>
                                <a:pt x="688296" y="109871"/>
                                <a:pt x="728716" y="112169"/>
                                <a:pt x="764141" y="77634"/>
                              </a:cubicBezTo>
                              <a:cubicBezTo>
                                <a:pt x="833672" y="9847"/>
                                <a:pt x="930431" y="-44460"/>
                                <a:pt x="1008736" y="52911"/>
                              </a:cubicBezTo>
                              <a:cubicBezTo>
                                <a:pt x="1053900" y="109065"/>
                                <a:pt x="995351" y="195690"/>
                                <a:pt x="1033095" y="249933"/>
                              </a:cubicBezTo>
                              <a:cubicBezTo>
                                <a:pt x="1066471" y="297900"/>
                                <a:pt x="1119917" y="301222"/>
                                <a:pt x="1128194" y="371847"/>
                              </a:cubicBezTo>
                              <a:cubicBezTo>
                                <a:pt x="1140367" y="475741"/>
                                <a:pt x="1026678" y="543048"/>
                                <a:pt x="979268" y="621834"/>
                              </a:cubicBezTo>
                              <a:cubicBezTo>
                                <a:pt x="939483" y="687949"/>
                                <a:pt x="993267" y="726303"/>
                                <a:pt x="1009177" y="786773"/>
                              </a:cubicBezTo>
                              <a:cubicBezTo>
                                <a:pt x="1021445" y="833394"/>
                                <a:pt x="1002212" y="877153"/>
                                <a:pt x="972170" y="913753"/>
                              </a:cubicBezTo>
                              <a:cubicBezTo>
                                <a:pt x="919188" y="978287"/>
                                <a:pt x="821132" y="1019675"/>
                                <a:pt x="823488" y="1116780"/>
                              </a:cubicBezTo>
                              <a:cubicBezTo>
                                <a:pt x="825456" y="1197824"/>
                                <a:pt x="827865" y="1270176"/>
                                <a:pt x="747926" y="1316060"/>
                              </a:cubicBezTo>
                              <a:cubicBezTo>
                                <a:pt x="693135" y="1347517"/>
                                <a:pt x="598748" y="1367697"/>
                                <a:pt x="591123" y="1443812"/>
                              </a:cubicBezTo>
                              <a:cubicBezTo>
                                <a:pt x="588427" y="1470747"/>
                                <a:pt x="602447" y="1496820"/>
                                <a:pt x="602490" y="1523892"/>
                              </a:cubicBezTo>
                              <a:cubicBezTo>
                                <a:pt x="602558" y="1566733"/>
                                <a:pt x="568114" y="1601842"/>
                                <a:pt x="531616" y="1624276"/>
                              </a:cubicBezTo>
                              <a:cubicBezTo>
                                <a:pt x="448570" y="1675312"/>
                                <a:pt x="374834" y="1724322"/>
                                <a:pt x="306361" y="1795405"/>
                              </a:cubicBezTo>
                              <a:cubicBezTo>
                                <a:pt x="277103" y="1825781"/>
                                <a:pt x="171516" y="1886826"/>
                                <a:pt x="198686" y="1941172"/>
                              </a:cubicBezTo>
                              <a:cubicBezTo>
                                <a:pt x="149295" y="1842386"/>
                                <a:pt x="95662" y="1745500"/>
                                <a:pt x="53134" y="1643440"/>
                              </a:cubicBezTo>
                              <a:cubicBezTo>
                                <a:pt x="18154" y="1559502"/>
                                <a:pt x="-35214" y="1436311"/>
                                <a:pt x="32800" y="1354127"/>
                              </a:cubicBezTo>
                              <a:cubicBezTo>
                                <a:pt x="53953" y="1328568"/>
                                <a:pt x="87218" y="1312854"/>
                                <a:pt x="101251" y="1282786"/>
                              </a:cubicBezTo>
                              <a:cubicBezTo>
                                <a:pt x="126588" y="1228488"/>
                                <a:pt x="80621" y="1164893"/>
                                <a:pt x="69044" y="1112374"/>
                              </a:cubicBezTo>
                              <a:cubicBezTo>
                                <a:pt x="50867" y="1029919"/>
                                <a:pt x="91770" y="945986"/>
                                <a:pt x="160324" y="899780"/>
                              </a:cubicBezTo>
                              <a:cubicBezTo>
                                <a:pt x="192759" y="877916"/>
                                <a:pt x="228030" y="853797"/>
                                <a:pt x="239329" y="816348"/>
                              </a:cubicBezTo>
                              <a:cubicBezTo>
                                <a:pt x="251664" y="775457"/>
                                <a:pt x="232924" y="731557"/>
                                <a:pt x="228403" y="690804"/>
                              </a:cubicBezTo>
                              <a:cubicBezTo>
                                <a:pt x="224233" y="653230"/>
                                <a:pt x="224609" y="614208"/>
                                <a:pt x="227648" y="576588"/>
                              </a:cubicBezTo>
                              <a:cubicBezTo>
                                <a:pt x="229791" y="550022"/>
                                <a:pt x="233791" y="523186"/>
                                <a:pt x="244768" y="498900"/>
                              </a:cubicBezTo>
                              <a:cubicBezTo>
                                <a:pt x="265646" y="452715"/>
                                <a:pt x="314373" y="434126"/>
                                <a:pt x="353189" y="405935"/>
                              </a:cubicBezTo>
                              <a:cubicBezTo>
                                <a:pt x="445605" y="338825"/>
                                <a:pt x="423573" y="234974"/>
                                <a:pt x="475261" y="146347"/>
                              </a:cubicBezTo>
                              <a:cubicBezTo>
                                <a:pt x="521663" y="66794"/>
                                <a:pt x="584933" y="90772"/>
                                <a:pt x="647633" y="102357"/>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grpSp>
              <p:nvGrpSpPr>
                <p:cNvPr id="55" name="Group 92">
                  <a:extLst>
                    <a:ext uri="{FF2B5EF4-FFF2-40B4-BE49-F238E27FC236}">
                      <a16:creationId xmlns:a16="http://schemas.microsoft.com/office/drawing/2014/main" id="{ABCDC178-E093-6DF2-D3C2-E425E03B38C0}"/>
                    </a:ext>
                  </a:extLst>
                </p:cNvPr>
                <p:cNvGrpSpPr/>
                <p:nvPr/>
              </p:nvGrpSpPr>
              <p:grpSpPr>
                <a:xfrm>
                  <a:off x="9614440" y="2606965"/>
                  <a:ext cx="1062565" cy="2083923"/>
                  <a:chOff x="9614440" y="2606965"/>
                  <a:chExt cx="1062565" cy="2083923"/>
                </a:xfrm>
                <a:grpFill/>
              </p:grpSpPr>
              <p:sp>
                <p:nvSpPr>
                  <p:cNvPr id="56" name="Freeform 93">
                    <a:extLst>
                      <a:ext uri="{FF2B5EF4-FFF2-40B4-BE49-F238E27FC236}">
                        <a16:creationId xmlns:a16="http://schemas.microsoft.com/office/drawing/2014/main" id="{9B71B8FB-BEE2-6708-7BB9-22F4B854A16F}"/>
                      </a:ext>
                    </a:extLst>
                  </p:cNvPr>
                  <p:cNvSpPr/>
                  <p:nvPr/>
                </p:nvSpPr>
                <p:spPr>
                  <a:xfrm>
                    <a:off x="9654430" y="2606965"/>
                    <a:ext cx="848137" cy="2083923"/>
                  </a:xfrm>
                  <a:custGeom>
                    <a:avLst/>
                    <a:gdLst>
                      <a:gd name="connsiteX0" fmla="*/ 0 w 490771"/>
                      <a:gd name="connsiteY0" fmla="*/ 1205855 h 1205855"/>
                      <a:gd name="connsiteX1" fmla="*/ 141625 w 490771"/>
                      <a:gd name="connsiteY1" fmla="*/ 646133 h 1205855"/>
                      <a:gd name="connsiteX2" fmla="*/ 385138 w 490771"/>
                      <a:gd name="connsiteY2" fmla="*/ 148977 h 1205855"/>
                      <a:gd name="connsiteX3" fmla="*/ 490771 w 490771"/>
                      <a:gd name="connsiteY3" fmla="*/ 0 h 1205855"/>
                    </a:gdLst>
                    <a:ahLst/>
                    <a:cxnLst>
                      <a:cxn ang="0">
                        <a:pos x="connsiteX0" y="connsiteY0"/>
                      </a:cxn>
                      <a:cxn ang="0">
                        <a:pos x="connsiteX1" y="connsiteY1"/>
                      </a:cxn>
                      <a:cxn ang="0">
                        <a:pos x="connsiteX2" y="connsiteY2"/>
                      </a:cxn>
                      <a:cxn ang="0">
                        <a:pos x="connsiteX3" y="connsiteY3"/>
                      </a:cxn>
                    </a:cxnLst>
                    <a:rect l="l" t="t" r="r" b="b"/>
                    <a:pathLst>
                      <a:path w="490771" h="1205855" extrusionOk="0">
                        <a:moveTo>
                          <a:pt x="0" y="1205855"/>
                        </a:moveTo>
                        <a:cubicBezTo>
                          <a:pt x="23474" y="1019161"/>
                          <a:pt x="103201" y="833062"/>
                          <a:pt x="141625" y="646133"/>
                        </a:cubicBezTo>
                        <a:cubicBezTo>
                          <a:pt x="217180" y="469561"/>
                          <a:pt x="291821" y="306025"/>
                          <a:pt x="385138" y="148977"/>
                        </a:cubicBezTo>
                        <a:cubicBezTo>
                          <a:pt x="412069" y="104727"/>
                          <a:pt x="443163" y="50944"/>
                          <a:pt x="490771" y="0"/>
                        </a:cubicBezTo>
                      </a:path>
                    </a:pathLst>
                  </a:custGeom>
                  <a:ln>
                    <a:extLst>
                      <a:ext uri="{C807C97D-BFC1-408E-A445-0C87EB9F89A2}">
                        <ask:lineSketchStyleProps xmlns:ask="http://schemas.microsoft.com/office/drawing/2018/sketchyshapes" sd="1852257570">
                          <a:custGeom>
                            <a:avLst/>
                            <a:gdLst/>
                            <a:ahLst/>
                            <a:cxnLst/>
                            <a:rect l="l" t="t" r="r" b="b"/>
                            <a:pathLst>
                              <a:path w="848137" h="2083923">
                                <a:moveTo>
                                  <a:pt x="0" y="2083924"/>
                                </a:moveTo>
                                <a:cubicBezTo>
                                  <a:pt x="33853" y="1751568"/>
                                  <a:pt x="122930" y="1427060"/>
                                  <a:pt x="244754" y="1116628"/>
                                </a:cubicBezTo>
                                <a:cubicBezTo>
                                  <a:pt x="360971" y="820491"/>
                                  <a:pt x="495393" y="526733"/>
                                  <a:pt x="665586" y="257458"/>
                                </a:cubicBezTo>
                                <a:cubicBezTo>
                                  <a:pt x="721818" y="168488"/>
                                  <a:pt x="782365" y="82193"/>
                                  <a:pt x="848138" y="0"/>
                                </a:cubicBezTo>
                              </a:path>
                            </a:pathLst>
                          </a:custGeom>
                          <ask:type>
                            <ask:lineSketchFreehand/>
                          </ask:type>
                        </ask:lineSketchStyleProps>
                      </a:ext>
                    </a:extLst>
                  </a:ln>
                </p:spPr>
                <p:style>
                  <a:lnRef idx="1">
                    <a:schemeClr val="accent3">
                      <a:lumMod val="67000"/>
                    </a:schemeClr>
                  </a:lnRef>
                  <a:fillRef idx="0">
                    <a:schemeClr val="accent3">
                      <a:lumMod val="67000"/>
                    </a:schemeClr>
                  </a:fillRef>
                  <a:effectRef idx="0">
                    <a:schemeClr val="accent3">
                      <a:lumMod val="67000"/>
                    </a:schemeClr>
                  </a:effectRef>
                  <a:fontRef idx="minor">
                    <a:schemeClr val="tx1"/>
                  </a:fontRef>
                </p:style>
                <p:txBody>
                  <a:bodyPr vert="horz" lIns="91440" tIns="45720" rIns="91440" bIns="45720" anchor="ctr">
                    <a:normAutofit/>
                  </a:bodyPr>
                  <a:lstStyle/>
                  <a:p>
                    <a:pPr marL="0" algn="l"/>
                    <a:endParaRPr/>
                  </a:p>
                </p:txBody>
              </p:sp>
              <p:sp>
                <p:nvSpPr>
                  <p:cNvPr id="57" name="Freeform 94">
                    <a:extLst>
                      <a:ext uri="{FF2B5EF4-FFF2-40B4-BE49-F238E27FC236}">
                        <a16:creationId xmlns:a16="http://schemas.microsoft.com/office/drawing/2014/main" id="{55C4B05C-A539-B43C-FDF1-807929FB38DE}"/>
                      </a:ext>
                    </a:extLst>
                  </p:cNvPr>
                  <p:cNvSpPr/>
                  <p:nvPr/>
                </p:nvSpPr>
                <p:spPr>
                  <a:xfrm>
                    <a:off x="10080119" y="3094582"/>
                    <a:ext cx="596886" cy="190935"/>
                  </a:xfrm>
                  <a:custGeom>
                    <a:avLst/>
                    <a:gdLst>
                      <a:gd name="connsiteX0" fmla="*/ 345386 w 345386"/>
                      <a:gd name="connsiteY0" fmla="*/ 0 h 110484"/>
                      <a:gd name="connsiteX1" fmla="*/ 56440 w 345386"/>
                      <a:gd name="connsiteY1" fmla="*/ 83303 h 110484"/>
                      <a:gd name="connsiteX2" fmla="*/ 0 w 345386"/>
                      <a:gd name="connsiteY2" fmla="*/ 110484 h 110484"/>
                    </a:gdLst>
                    <a:ahLst/>
                    <a:cxnLst>
                      <a:cxn ang="0">
                        <a:pos x="connsiteX0" y="connsiteY0"/>
                      </a:cxn>
                      <a:cxn ang="0">
                        <a:pos x="connsiteX1" y="connsiteY1"/>
                      </a:cxn>
                      <a:cxn ang="0">
                        <a:pos x="connsiteX2" y="connsiteY2"/>
                      </a:cxn>
                    </a:cxnLst>
                    <a:rect l="l" t="t" r="r" b="b"/>
                    <a:pathLst>
                      <a:path w="345386" h="110484" extrusionOk="0">
                        <a:moveTo>
                          <a:pt x="345386" y="0"/>
                        </a:moveTo>
                        <a:cubicBezTo>
                          <a:pt x="235360" y="17126"/>
                          <a:pt x="138317" y="51894"/>
                          <a:pt x="56440" y="83303"/>
                        </a:cubicBezTo>
                        <a:cubicBezTo>
                          <a:pt x="34834" y="94205"/>
                          <a:pt x="20266" y="97035"/>
                          <a:pt x="0" y="110484"/>
                        </a:cubicBezTo>
                      </a:path>
                    </a:pathLst>
                  </a:custGeom>
                  <a:ln>
                    <a:extLst>
                      <a:ext uri="{C807C97D-BFC1-408E-A445-0C87EB9F89A2}">
                        <ask:lineSketchStyleProps xmlns:ask="http://schemas.microsoft.com/office/drawing/2018/sketchyshapes" sd="4268240461">
                          <a:custGeom>
                            <a:avLst/>
                            <a:gdLst/>
                            <a:ahLst/>
                            <a:cxnLst/>
                            <a:rect l="l" t="t" r="r" b="b"/>
                            <a:pathLst>
                              <a:path w="596886" h="190935">
                                <a:moveTo>
                                  <a:pt x="596887" y="0"/>
                                </a:moveTo>
                                <a:cubicBezTo>
                                  <a:pt x="425140" y="26090"/>
                                  <a:pt x="256815" y="74619"/>
                                  <a:pt x="97538" y="143962"/>
                                </a:cubicBezTo>
                                <a:cubicBezTo>
                                  <a:pt x="57128" y="161553"/>
                                  <a:pt x="35795" y="165226"/>
                                  <a:pt x="0" y="190935"/>
                                </a:cubicBezTo>
                              </a:path>
                            </a:pathLst>
                          </a:custGeom>
                          <ask:type>
                            <ask:lineSketchFreehand/>
                          </ask:type>
                        </ask:lineSketchStyleProps>
                      </a:ext>
                    </a:extLst>
                  </a:ln>
                </p:spPr>
                <p:style>
                  <a:lnRef idx="1">
                    <a:schemeClr val="accent3">
                      <a:lumMod val="67000"/>
                    </a:schemeClr>
                  </a:lnRef>
                  <a:fillRef idx="0">
                    <a:schemeClr val="accent3">
                      <a:lumMod val="67000"/>
                    </a:schemeClr>
                  </a:fillRef>
                  <a:effectRef idx="0">
                    <a:schemeClr val="accent3">
                      <a:lumMod val="67000"/>
                    </a:schemeClr>
                  </a:effectRef>
                  <a:fontRef idx="minor">
                    <a:schemeClr val="tx1"/>
                  </a:fontRef>
                </p:style>
                <p:txBody>
                  <a:bodyPr vert="horz" lIns="91440" tIns="45720" rIns="91440" bIns="45720" anchor="ctr">
                    <a:normAutofit fontScale="25000" lnSpcReduction="20000"/>
                  </a:bodyPr>
                  <a:lstStyle/>
                  <a:p>
                    <a:pPr marL="0" algn="l"/>
                    <a:endParaRPr/>
                  </a:p>
                </p:txBody>
              </p:sp>
              <p:sp>
                <p:nvSpPr>
                  <p:cNvPr id="58" name="Freeform 95">
                    <a:extLst>
                      <a:ext uri="{FF2B5EF4-FFF2-40B4-BE49-F238E27FC236}">
                        <a16:creationId xmlns:a16="http://schemas.microsoft.com/office/drawing/2014/main" id="{E1619CF9-D232-2D2E-F467-18AE4993DD9B}"/>
                      </a:ext>
                    </a:extLst>
                  </p:cNvPr>
                  <p:cNvSpPr/>
                  <p:nvPr/>
                </p:nvSpPr>
                <p:spPr>
                  <a:xfrm>
                    <a:off x="9936985" y="3521014"/>
                    <a:ext cx="548669" cy="100184"/>
                  </a:xfrm>
                  <a:custGeom>
                    <a:avLst/>
                    <a:gdLst>
                      <a:gd name="connsiteX0" fmla="*/ 0 w 317485"/>
                      <a:gd name="connsiteY0" fmla="*/ 57971 h 57971"/>
                      <a:gd name="connsiteX1" fmla="*/ 317485 w 317485"/>
                      <a:gd name="connsiteY1" fmla="*/ 254 h 57971"/>
                    </a:gdLst>
                    <a:ahLst/>
                    <a:cxnLst>
                      <a:cxn ang="0">
                        <a:pos x="connsiteX0" y="connsiteY0"/>
                      </a:cxn>
                      <a:cxn ang="0">
                        <a:pos x="connsiteX1" y="connsiteY1"/>
                      </a:cxn>
                    </a:cxnLst>
                    <a:rect l="l" t="t" r="r" b="b"/>
                    <a:pathLst>
                      <a:path w="317485" h="57971" extrusionOk="0">
                        <a:moveTo>
                          <a:pt x="0" y="57971"/>
                        </a:moveTo>
                        <a:cubicBezTo>
                          <a:pt x="125058" y="15775"/>
                          <a:pt x="210122" y="-6574"/>
                          <a:pt x="317485" y="254"/>
                        </a:cubicBezTo>
                      </a:path>
                    </a:pathLst>
                  </a:custGeom>
                  <a:ln>
                    <a:extLst>
                      <a:ext uri="{C807C97D-BFC1-408E-A445-0C87EB9F89A2}">
                        <ask:lineSketchStyleProps xmlns:ask="http://schemas.microsoft.com/office/drawing/2018/sketchyshapes" sd="363479414">
                          <a:custGeom>
                            <a:avLst/>
                            <a:gdLst/>
                            <a:ahLst/>
                            <a:cxnLst/>
                            <a:rect l="l" t="t" r="r" b="b"/>
                            <a:pathLst>
                              <a:path w="548669" h="100184">
                                <a:moveTo>
                                  <a:pt x="0" y="100185"/>
                                </a:moveTo>
                                <a:cubicBezTo>
                                  <a:pt x="173485" y="29848"/>
                                  <a:pt x="361532" y="-4335"/>
                                  <a:pt x="548669" y="440"/>
                                </a:cubicBezTo>
                              </a:path>
                            </a:pathLst>
                          </a:custGeom>
                          <ask:type>
                            <ask:lineSketchFreehand/>
                          </ask:type>
                        </ask:lineSketchStyleProps>
                      </a:ext>
                    </a:extLst>
                  </a:ln>
                </p:spPr>
                <p:style>
                  <a:lnRef idx="1">
                    <a:schemeClr val="accent3">
                      <a:lumMod val="67000"/>
                    </a:schemeClr>
                  </a:lnRef>
                  <a:fillRef idx="0">
                    <a:schemeClr val="accent3">
                      <a:lumMod val="67000"/>
                    </a:schemeClr>
                  </a:fillRef>
                  <a:effectRef idx="0">
                    <a:schemeClr val="accent3">
                      <a:lumMod val="67000"/>
                    </a:schemeClr>
                  </a:effectRef>
                  <a:fontRef idx="minor">
                    <a:schemeClr val="tx1"/>
                  </a:fontRef>
                </p:style>
                <p:txBody>
                  <a:bodyPr vert="horz" lIns="91440" tIns="45720" rIns="91440" bIns="45720" anchor="ctr">
                    <a:normAutofit fontScale="25000" lnSpcReduction="20000"/>
                  </a:bodyPr>
                  <a:lstStyle/>
                  <a:p>
                    <a:pPr marL="0" algn="l"/>
                    <a:endParaRPr/>
                  </a:p>
                </p:txBody>
              </p:sp>
              <p:sp>
                <p:nvSpPr>
                  <p:cNvPr id="59" name="Freeform 96">
                    <a:extLst>
                      <a:ext uri="{FF2B5EF4-FFF2-40B4-BE49-F238E27FC236}">
                        <a16:creationId xmlns:a16="http://schemas.microsoft.com/office/drawing/2014/main" id="{F2A78ADA-0153-1216-E89D-294D16C29637}"/>
                      </a:ext>
                    </a:extLst>
                  </p:cNvPr>
                  <p:cNvSpPr/>
                  <p:nvPr/>
                </p:nvSpPr>
                <p:spPr>
                  <a:xfrm>
                    <a:off x="9795431" y="3874242"/>
                    <a:ext cx="553029" cy="157018"/>
                  </a:xfrm>
                  <a:custGeom>
                    <a:avLst/>
                    <a:gdLst>
                      <a:gd name="connsiteX0" fmla="*/ 0 w 320008"/>
                      <a:gd name="connsiteY0" fmla="*/ 90858 h 90858"/>
                      <a:gd name="connsiteX1" fmla="*/ 320008 w 320008"/>
                      <a:gd name="connsiteY1" fmla="*/ 0 h 90858"/>
                    </a:gdLst>
                    <a:ahLst/>
                    <a:cxnLst>
                      <a:cxn ang="0">
                        <a:pos x="connsiteX0" y="connsiteY0"/>
                      </a:cxn>
                      <a:cxn ang="0">
                        <a:pos x="connsiteX1" y="connsiteY1"/>
                      </a:cxn>
                    </a:cxnLst>
                    <a:rect l="l" t="t" r="r" b="b"/>
                    <a:pathLst>
                      <a:path w="320008" h="90858" extrusionOk="0">
                        <a:moveTo>
                          <a:pt x="0" y="90858"/>
                        </a:moveTo>
                        <a:cubicBezTo>
                          <a:pt x="77947" y="41145"/>
                          <a:pt x="200036" y="15296"/>
                          <a:pt x="320008" y="0"/>
                        </a:cubicBezTo>
                      </a:path>
                    </a:pathLst>
                  </a:custGeom>
                  <a:ln>
                    <a:extLst>
                      <a:ext uri="{C807C97D-BFC1-408E-A445-0C87EB9F89A2}">
                        <ask:lineSketchStyleProps xmlns:ask="http://schemas.microsoft.com/office/drawing/2018/sketchyshapes" sd="2961551850">
                          <a:custGeom>
                            <a:avLst/>
                            <a:gdLst/>
                            <a:ahLst/>
                            <a:cxnLst/>
                            <a:rect l="l" t="t" r="r" b="b"/>
                            <a:pathLst>
                              <a:path w="553029" h="157018">
                                <a:moveTo>
                                  <a:pt x="0" y="157018"/>
                                </a:moveTo>
                                <a:cubicBezTo>
                                  <a:pt x="167499" y="59887"/>
                                  <a:pt x="359484" y="5379"/>
                                  <a:pt x="553030" y="0"/>
                                </a:cubicBezTo>
                              </a:path>
                            </a:pathLst>
                          </a:custGeom>
                          <ask:type>
                            <ask:lineSketchFreehand/>
                          </ask:type>
                        </ask:lineSketchStyleProps>
                      </a:ext>
                    </a:extLst>
                  </a:ln>
                </p:spPr>
                <p:style>
                  <a:lnRef idx="1">
                    <a:schemeClr val="accent3">
                      <a:lumMod val="67000"/>
                    </a:schemeClr>
                  </a:lnRef>
                  <a:fillRef idx="0">
                    <a:schemeClr val="accent3">
                      <a:lumMod val="67000"/>
                    </a:schemeClr>
                  </a:fillRef>
                  <a:effectRef idx="0">
                    <a:schemeClr val="accent3">
                      <a:lumMod val="67000"/>
                    </a:schemeClr>
                  </a:effectRef>
                  <a:fontRef idx="minor">
                    <a:schemeClr val="tx1"/>
                  </a:fontRef>
                </p:style>
                <p:txBody>
                  <a:bodyPr vert="horz" lIns="91440" tIns="45720" rIns="91440" bIns="45720" anchor="ctr">
                    <a:normAutofit fontScale="25000" lnSpcReduction="20000"/>
                  </a:bodyPr>
                  <a:lstStyle/>
                  <a:p>
                    <a:pPr marL="0" algn="l"/>
                    <a:endParaRPr/>
                  </a:p>
                </p:txBody>
              </p:sp>
              <p:sp>
                <p:nvSpPr>
                  <p:cNvPr id="60" name="Freeform 97">
                    <a:extLst>
                      <a:ext uri="{FF2B5EF4-FFF2-40B4-BE49-F238E27FC236}">
                        <a16:creationId xmlns:a16="http://schemas.microsoft.com/office/drawing/2014/main" id="{8D409C0C-FF1E-5B17-B94F-2B6BD9DC3D7B}"/>
                      </a:ext>
                    </a:extLst>
                  </p:cNvPr>
                  <p:cNvSpPr/>
                  <p:nvPr/>
                </p:nvSpPr>
                <p:spPr>
                  <a:xfrm>
                    <a:off x="10059507" y="2750722"/>
                    <a:ext cx="41714" cy="525554"/>
                  </a:xfrm>
                  <a:custGeom>
                    <a:avLst/>
                    <a:gdLst>
                      <a:gd name="connsiteX0" fmla="*/ 17738 w 24138"/>
                      <a:gd name="connsiteY0" fmla="*/ 304110 h 304110"/>
                      <a:gd name="connsiteX1" fmla="*/ 0 w 24138"/>
                      <a:gd name="connsiteY1" fmla="*/ 0 h 304110"/>
                    </a:gdLst>
                    <a:ahLst/>
                    <a:cxnLst>
                      <a:cxn ang="0">
                        <a:pos x="connsiteX0" y="connsiteY0"/>
                      </a:cxn>
                      <a:cxn ang="0">
                        <a:pos x="connsiteX1" y="connsiteY1"/>
                      </a:cxn>
                    </a:cxnLst>
                    <a:rect l="l" t="t" r="r" b="b"/>
                    <a:pathLst>
                      <a:path w="24138" h="304110" extrusionOk="0">
                        <a:moveTo>
                          <a:pt x="17738" y="304110"/>
                        </a:moveTo>
                        <a:cubicBezTo>
                          <a:pt x="25992" y="193828"/>
                          <a:pt x="29850" y="103300"/>
                          <a:pt x="0" y="0"/>
                        </a:cubicBezTo>
                      </a:path>
                    </a:pathLst>
                  </a:custGeom>
                  <a:ln>
                    <a:extLst>
                      <a:ext uri="{C807C97D-BFC1-408E-A445-0C87EB9F89A2}">
                        <ask:lineSketchStyleProps xmlns:ask="http://schemas.microsoft.com/office/drawing/2018/sketchyshapes" sd="1205492955">
                          <a:custGeom>
                            <a:avLst/>
                            <a:gdLst/>
                            <a:ahLst/>
                            <a:cxnLst/>
                            <a:rect l="l" t="t" r="r" b="b"/>
                            <a:pathLst>
                              <a:path w="41714" h="525554">
                                <a:moveTo>
                                  <a:pt x="30655" y="525554"/>
                                </a:moveTo>
                                <a:cubicBezTo>
                                  <a:pt x="52425" y="350448"/>
                                  <a:pt x="41979" y="171390"/>
                                  <a:pt x="0" y="0"/>
                                </a:cubicBezTo>
                              </a:path>
                            </a:pathLst>
                          </a:custGeom>
                          <ask:type>
                            <ask:lineSketchFreehand/>
                          </ask:type>
                        </ask:lineSketchStyleProps>
                      </a:ext>
                    </a:extLst>
                  </a:ln>
                </p:spPr>
                <p:style>
                  <a:lnRef idx="1">
                    <a:schemeClr val="accent3">
                      <a:lumMod val="67000"/>
                    </a:schemeClr>
                  </a:lnRef>
                  <a:fillRef idx="0">
                    <a:schemeClr val="accent3">
                      <a:lumMod val="67000"/>
                    </a:schemeClr>
                  </a:fillRef>
                  <a:effectRef idx="0">
                    <a:schemeClr val="accent3">
                      <a:lumMod val="67000"/>
                    </a:schemeClr>
                  </a:effectRef>
                  <a:fontRef idx="minor">
                    <a:schemeClr val="tx1"/>
                  </a:fontRef>
                </p:style>
                <p:txBody>
                  <a:bodyPr vert="horz" lIns="91440" tIns="45720" rIns="91440" bIns="45720" anchor="ctr">
                    <a:normAutofit fontScale="92500" lnSpcReduction="20000"/>
                  </a:bodyPr>
                  <a:lstStyle/>
                  <a:p>
                    <a:pPr marL="0" algn="l"/>
                    <a:endParaRPr/>
                  </a:p>
                </p:txBody>
              </p:sp>
              <p:sp>
                <p:nvSpPr>
                  <p:cNvPr id="61" name="Freeform 98">
                    <a:extLst>
                      <a:ext uri="{FF2B5EF4-FFF2-40B4-BE49-F238E27FC236}">
                        <a16:creationId xmlns:a16="http://schemas.microsoft.com/office/drawing/2014/main" id="{D174A7A1-0D16-0611-30E5-14005C1FF9D3}"/>
                      </a:ext>
                    </a:extLst>
                  </p:cNvPr>
                  <p:cNvSpPr/>
                  <p:nvPr/>
                </p:nvSpPr>
                <p:spPr>
                  <a:xfrm>
                    <a:off x="9712333" y="3137239"/>
                    <a:ext cx="229340" cy="470077"/>
                  </a:xfrm>
                  <a:custGeom>
                    <a:avLst/>
                    <a:gdLst>
                      <a:gd name="connsiteX0" fmla="*/ 132707 w 132707"/>
                      <a:gd name="connsiteY0" fmla="*/ 272008 h 272008"/>
                      <a:gd name="connsiteX1" fmla="*/ 0 w 132707"/>
                      <a:gd name="connsiteY1" fmla="*/ 0 h 272008"/>
                    </a:gdLst>
                    <a:ahLst/>
                    <a:cxnLst>
                      <a:cxn ang="0">
                        <a:pos x="connsiteX0" y="connsiteY0"/>
                      </a:cxn>
                      <a:cxn ang="0">
                        <a:pos x="connsiteX1" y="connsiteY1"/>
                      </a:cxn>
                    </a:cxnLst>
                    <a:rect l="l" t="t" r="r" b="b"/>
                    <a:pathLst>
                      <a:path w="132707" h="272008" extrusionOk="0">
                        <a:moveTo>
                          <a:pt x="132707" y="272008"/>
                        </a:moveTo>
                        <a:cubicBezTo>
                          <a:pt x="117846" y="177012"/>
                          <a:pt x="53243" y="89913"/>
                          <a:pt x="0" y="0"/>
                        </a:cubicBezTo>
                      </a:path>
                    </a:pathLst>
                  </a:custGeom>
                  <a:ln>
                    <a:extLst>
                      <a:ext uri="{C807C97D-BFC1-408E-A445-0C87EB9F89A2}">
                        <ask:lineSketchStyleProps xmlns:ask="http://schemas.microsoft.com/office/drawing/2018/sketchyshapes" sd="3607721688">
                          <a:custGeom>
                            <a:avLst/>
                            <a:gdLst/>
                            <a:ahLst/>
                            <a:cxnLst/>
                            <a:rect l="l" t="t" r="r" b="b"/>
                            <a:pathLst>
                              <a:path w="229340" h="470077">
                                <a:moveTo>
                                  <a:pt x="229341" y="470077"/>
                                </a:moveTo>
                                <a:cubicBezTo>
                                  <a:pt x="186122" y="299905"/>
                                  <a:pt x="107525" y="138802"/>
                                  <a:pt x="0" y="0"/>
                                </a:cubicBezTo>
                              </a:path>
                            </a:pathLst>
                          </a:custGeom>
                          <ask:type>
                            <ask:lineSketchFreehand/>
                          </ask:type>
                        </ask:lineSketchStyleProps>
                      </a:ext>
                    </a:extLst>
                  </a:ln>
                </p:spPr>
                <p:style>
                  <a:lnRef idx="1">
                    <a:schemeClr val="accent3">
                      <a:lumMod val="67000"/>
                    </a:schemeClr>
                  </a:lnRef>
                  <a:fillRef idx="0">
                    <a:schemeClr val="accent3">
                      <a:lumMod val="67000"/>
                    </a:schemeClr>
                  </a:fillRef>
                  <a:effectRef idx="0">
                    <a:schemeClr val="accent3">
                      <a:lumMod val="67000"/>
                    </a:schemeClr>
                  </a:effectRef>
                  <a:fontRef idx="minor">
                    <a:schemeClr val="tx1"/>
                  </a:fontRef>
                </p:style>
                <p:txBody>
                  <a:bodyPr vert="horz" lIns="91440" tIns="45720" rIns="91440" bIns="45720" anchor="ctr">
                    <a:normAutofit fontScale="77500" lnSpcReduction="20000"/>
                  </a:bodyPr>
                  <a:lstStyle/>
                  <a:p>
                    <a:pPr marL="0" algn="l"/>
                    <a:endParaRPr/>
                  </a:p>
                </p:txBody>
              </p:sp>
              <p:sp>
                <p:nvSpPr>
                  <p:cNvPr id="62" name="Freeform 99">
                    <a:extLst>
                      <a:ext uri="{FF2B5EF4-FFF2-40B4-BE49-F238E27FC236}">
                        <a16:creationId xmlns:a16="http://schemas.microsoft.com/office/drawing/2014/main" id="{BEAAAEB3-C34E-5F0B-BD90-8AA8028EBFED}"/>
                      </a:ext>
                    </a:extLst>
                  </p:cNvPr>
                  <p:cNvSpPr/>
                  <p:nvPr/>
                </p:nvSpPr>
                <p:spPr>
                  <a:xfrm>
                    <a:off x="9614440" y="3629184"/>
                    <a:ext cx="169135" cy="412243"/>
                  </a:xfrm>
                  <a:custGeom>
                    <a:avLst/>
                    <a:gdLst>
                      <a:gd name="connsiteX0" fmla="*/ 97869 w 97869"/>
                      <a:gd name="connsiteY0" fmla="*/ 238543 h 238543"/>
                      <a:gd name="connsiteX1" fmla="*/ 82848 w 97869"/>
                      <a:gd name="connsiteY1" fmla="*/ 153054 h 238543"/>
                      <a:gd name="connsiteX2" fmla="*/ 38051 w 97869"/>
                      <a:gd name="connsiteY2" fmla="*/ 62308 h 238543"/>
                      <a:gd name="connsiteX3" fmla="*/ 0 w 97869"/>
                      <a:gd name="connsiteY3" fmla="*/ 0 h 238543"/>
                    </a:gdLst>
                    <a:ahLst/>
                    <a:cxnLst>
                      <a:cxn ang="0">
                        <a:pos x="connsiteX0" y="connsiteY0"/>
                      </a:cxn>
                      <a:cxn ang="0">
                        <a:pos x="connsiteX1" y="connsiteY1"/>
                      </a:cxn>
                      <a:cxn ang="0">
                        <a:pos x="connsiteX2" y="connsiteY2"/>
                      </a:cxn>
                      <a:cxn ang="0">
                        <a:pos x="connsiteX3" y="connsiteY3"/>
                      </a:cxn>
                    </a:cxnLst>
                    <a:rect l="l" t="t" r="r" b="b"/>
                    <a:pathLst>
                      <a:path w="97869" h="238543" extrusionOk="0">
                        <a:moveTo>
                          <a:pt x="97869" y="238543"/>
                        </a:moveTo>
                        <a:cubicBezTo>
                          <a:pt x="97409" y="208293"/>
                          <a:pt x="93359" y="182359"/>
                          <a:pt x="82848" y="153054"/>
                        </a:cubicBezTo>
                        <a:cubicBezTo>
                          <a:pt x="77173" y="121547"/>
                          <a:pt x="54080" y="88008"/>
                          <a:pt x="38051" y="62308"/>
                        </a:cubicBezTo>
                        <a:cubicBezTo>
                          <a:pt x="26687" y="42447"/>
                          <a:pt x="8813" y="17993"/>
                          <a:pt x="0" y="0"/>
                        </a:cubicBezTo>
                      </a:path>
                    </a:pathLst>
                  </a:custGeom>
                  <a:ln>
                    <a:extLst>
                      <a:ext uri="{C807C97D-BFC1-408E-A445-0C87EB9F89A2}">
                        <ask:lineSketchStyleProps xmlns:ask="http://schemas.microsoft.com/office/drawing/2018/sketchyshapes" sd="1690103292">
                          <a:custGeom>
                            <a:avLst/>
                            <a:gdLst/>
                            <a:ahLst/>
                            <a:cxnLst/>
                            <a:rect l="l" t="t" r="r" b="b"/>
                            <a:pathLst>
                              <a:path w="169135" h="412243">
                                <a:moveTo>
                                  <a:pt x="169135" y="412243"/>
                                </a:moveTo>
                                <a:cubicBezTo>
                                  <a:pt x="168252" y="362047"/>
                                  <a:pt x="159457" y="311996"/>
                                  <a:pt x="143177" y="264505"/>
                                </a:cubicBezTo>
                                <a:cubicBezTo>
                                  <a:pt x="124232" y="209259"/>
                                  <a:pt x="95441" y="157974"/>
                                  <a:pt x="65759" y="107679"/>
                                </a:cubicBezTo>
                                <a:cubicBezTo>
                                  <a:pt x="44384" y="71456"/>
                                  <a:pt x="22460" y="35559"/>
                                  <a:pt x="0" y="0"/>
                                </a:cubicBezTo>
                              </a:path>
                            </a:pathLst>
                          </a:custGeom>
                          <ask:type>
                            <ask:lineSketchFreehand/>
                          </ask:type>
                        </ask:lineSketchStyleProps>
                      </a:ext>
                    </a:extLst>
                  </a:ln>
                </p:spPr>
                <p:style>
                  <a:lnRef idx="1">
                    <a:schemeClr val="accent3">
                      <a:lumMod val="67000"/>
                    </a:schemeClr>
                  </a:lnRef>
                  <a:fillRef idx="0">
                    <a:schemeClr val="accent3">
                      <a:lumMod val="67000"/>
                    </a:schemeClr>
                  </a:fillRef>
                  <a:effectRef idx="0">
                    <a:schemeClr val="accent3">
                      <a:lumMod val="67000"/>
                    </a:schemeClr>
                  </a:effectRef>
                  <a:fontRef idx="minor">
                    <a:schemeClr val="tx1"/>
                  </a:fontRef>
                </p:style>
                <p:txBody>
                  <a:bodyPr vert="horz" lIns="91440" tIns="45720" rIns="91440" bIns="45720" anchor="ctr">
                    <a:normAutofit fontScale="62500" lnSpcReduction="20000"/>
                  </a:bodyPr>
                  <a:lstStyle/>
                  <a:p>
                    <a:pPr marL="0" algn="l"/>
                    <a:endParaRPr/>
                  </a:p>
                </p:txBody>
              </p:sp>
            </p:grpSp>
          </p:grpSp>
          <p:sp>
            <p:nvSpPr>
              <p:cNvPr id="51" name="Freeform 100">
                <a:extLst>
                  <a:ext uri="{FF2B5EF4-FFF2-40B4-BE49-F238E27FC236}">
                    <a16:creationId xmlns:a16="http://schemas.microsoft.com/office/drawing/2014/main" id="{C778608B-6C1D-ABC9-9AC3-7B30FE44049C}"/>
                  </a:ext>
                </a:extLst>
              </p:cNvPr>
              <p:cNvSpPr/>
              <p:nvPr/>
            </p:nvSpPr>
            <p:spPr>
              <a:xfrm>
                <a:off x="9259079" y="4575781"/>
                <a:ext cx="830902" cy="831524"/>
              </a:xfrm>
              <a:custGeom>
                <a:avLst/>
                <a:gdLst>
                  <a:gd name="connsiteX0" fmla="*/ 0 w 480798"/>
                  <a:gd name="connsiteY0" fmla="*/ 0 h 481158"/>
                  <a:gd name="connsiteX1" fmla="*/ 480798 w 480798"/>
                  <a:gd name="connsiteY1" fmla="*/ 0 h 481158"/>
                  <a:gd name="connsiteX2" fmla="*/ 396448 w 480798"/>
                  <a:gd name="connsiteY2" fmla="*/ 481158 h 481158"/>
                  <a:gd name="connsiteX3" fmla="*/ 84352 w 480798"/>
                  <a:gd name="connsiteY3" fmla="*/ 481158 h 481158"/>
                  <a:gd name="connsiteX4" fmla="*/ 0 w 480798"/>
                  <a:gd name="connsiteY4" fmla="*/ 0 h 4811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98" h="481158" fill="none" extrusionOk="0">
                    <a:moveTo>
                      <a:pt x="0" y="0"/>
                    </a:moveTo>
                    <a:cubicBezTo>
                      <a:pt x="238159" y="-16676"/>
                      <a:pt x="291759" y="3338"/>
                      <a:pt x="480798" y="0"/>
                    </a:cubicBezTo>
                    <a:cubicBezTo>
                      <a:pt x="459382" y="172479"/>
                      <a:pt x="410028" y="376871"/>
                      <a:pt x="396448" y="481158"/>
                    </a:cubicBezTo>
                    <a:cubicBezTo>
                      <a:pt x="254657" y="486144"/>
                      <a:pt x="235764" y="469296"/>
                      <a:pt x="84352" y="481158"/>
                    </a:cubicBezTo>
                    <a:cubicBezTo>
                      <a:pt x="63860" y="354898"/>
                      <a:pt x="28873" y="194854"/>
                      <a:pt x="0" y="0"/>
                    </a:cubicBezTo>
                    <a:close/>
                  </a:path>
                  <a:path w="480798" h="481158" stroke="0" extrusionOk="0">
                    <a:moveTo>
                      <a:pt x="0" y="0"/>
                    </a:moveTo>
                    <a:cubicBezTo>
                      <a:pt x="102126" y="-3236"/>
                      <a:pt x="371620" y="16989"/>
                      <a:pt x="480798" y="0"/>
                    </a:cubicBezTo>
                    <a:cubicBezTo>
                      <a:pt x="443716" y="233394"/>
                      <a:pt x="427954" y="357028"/>
                      <a:pt x="396448" y="481158"/>
                    </a:cubicBezTo>
                    <a:cubicBezTo>
                      <a:pt x="280529" y="477418"/>
                      <a:pt x="199186" y="466979"/>
                      <a:pt x="84352" y="481158"/>
                    </a:cubicBezTo>
                    <a:cubicBezTo>
                      <a:pt x="42672" y="281384"/>
                      <a:pt x="37343" y="239627"/>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059195232">
                      <a:custGeom>
                        <a:avLst/>
                        <a:gdLst/>
                        <a:ahLst/>
                        <a:cxnLst/>
                        <a:rect l="l" t="t" r="r" b="b"/>
                        <a:pathLst>
                          <a:path w="830902" h="831524">
                            <a:moveTo>
                              <a:pt x="0" y="0"/>
                            </a:moveTo>
                            <a:lnTo>
                              <a:pt x="830903" y="0"/>
                            </a:lnTo>
                            <a:lnTo>
                              <a:pt x="685131" y="831524"/>
                            </a:lnTo>
                            <a:lnTo>
                              <a:pt x="145775" y="831524"/>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a:bodyPr>
              <a:lstStyle/>
              <a:p>
                <a:pPr marL="0" algn="l"/>
                <a:endParaRPr/>
              </a:p>
            </p:txBody>
          </p:sp>
          <p:sp>
            <p:nvSpPr>
              <p:cNvPr id="52" name="Freeform 101">
                <a:extLst>
                  <a:ext uri="{FF2B5EF4-FFF2-40B4-BE49-F238E27FC236}">
                    <a16:creationId xmlns:a16="http://schemas.microsoft.com/office/drawing/2014/main" id="{3D05D8FD-67E4-44D1-2813-93B5A0C51288}"/>
                  </a:ext>
                </a:extLst>
              </p:cNvPr>
              <p:cNvSpPr/>
              <p:nvPr/>
            </p:nvSpPr>
            <p:spPr>
              <a:xfrm rot="-10800000">
                <a:off x="9157353" y="4342384"/>
                <a:ext cx="1034353" cy="233399"/>
              </a:xfrm>
              <a:custGeom>
                <a:avLst/>
                <a:gdLst>
                  <a:gd name="connsiteX0" fmla="*/ 0 w 598524"/>
                  <a:gd name="connsiteY0" fmla="*/ 0 h 135056"/>
                  <a:gd name="connsiteX1" fmla="*/ 598524 w 598524"/>
                  <a:gd name="connsiteY1" fmla="*/ 0 h 135056"/>
                  <a:gd name="connsiteX2" fmla="*/ 598524 w 598524"/>
                  <a:gd name="connsiteY2" fmla="*/ 135056 h 135056"/>
                  <a:gd name="connsiteX3" fmla="*/ 0 w 598524"/>
                  <a:gd name="connsiteY3" fmla="*/ 135056 h 135056"/>
                  <a:gd name="connsiteX4" fmla="*/ 0 w 598524"/>
                  <a:gd name="connsiteY4" fmla="*/ 0 h 1350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8524" h="135056" fill="none" extrusionOk="0">
                    <a:moveTo>
                      <a:pt x="0" y="0"/>
                    </a:moveTo>
                    <a:cubicBezTo>
                      <a:pt x="241633" y="-1400"/>
                      <a:pt x="403109" y="3547"/>
                      <a:pt x="598524" y="0"/>
                    </a:cubicBezTo>
                    <a:cubicBezTo>
                      <a:pt x="593405" y="30781"/>
                      <a:pt x="602059" y="75211"/>
                      <a:pt x="598524" y="135056"/>
                    </a:cubicBezTo>
                    <a:cubicBezTo>
                      <a:pt x="354010" y="133790"/>
                      <a:pt x="167186" y="110714"/>
                      <a:pt x="0" y="135056"/>
                    </a:cubicBezTo>
                    <a:cubicBezTo>
                      <a:pt x="-5809" y="69128"/>
                      <a:pt x="-6290" y="59326"/>
                      <a:pt x="0" y="0"/>
                    </a:cubicBezTo>
                    <a:close/>
                  </a:path>
                  <a:path w="598524" h="135056" stroke="0" extrusionOk="0">
                    <a:moveTo>
                      <a:pt x="0" y="0"/>
                    </a:moveTo>
                    <a:cubicBezTo>
                      <a:pt x="191262" y="-21047"/>
                      <a:pt x="388588" y="6656"/>
                      <a:pt x="598524" y="0"/>
                    </a:cubicBezTo>
                    <a:cubicBezTo>
                      <a:pt x="603719" y="49162"/>
                      <a:pt x="593457" y="81526"/>
                      <a:pt x="598524" y="135056"/>
                    </a:cubicBezTo>
                    <a:cubicBezTo>
                      <a:pt x="464166" y="118923"/>
                      <a:pt x="157851" y="142846"/>
                      <a:pt x="0" y="135056"/>
                    </a:cubicBezTo>
                    <a:cubicBezTo>
                      <a:pt x="-3143" y="73641"/>
                      <a:pt x="5358" y="58689"/>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202753186">
                      <a:custGeom>
                        <a:avLst/>
                        <a:gdLst/>
                        <a:ahLst/>
                        <a:cxnLst/>
                        <a:rect l="l" t="t" r="r" b="b"/>
                        <a:pathLst>
                          <a:path w="1034353" h="233399">
                            <a:moveTo>
                              <a:pt x="0" y="0"/>
                            </a:moveTo>
                            <a:lnTo>
                              <a:pt x="1034354" y="0"/>
                            </a:lnTo>
                            <a:lnTo>
                              <a:pt x="1034354" y="233399"/>
                            </a:lnTo>
                            <a:lnTo>
                              <a:pt x="0" y="233399"/>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53" name="Freeform 102">
                <a:extLst>
                  <a:ext uri="{FF2B5EF4-FFF2-40B4-BE49-F238E27FC236}">
                    <a16:creationId xmlns:a16="http://schemas.microsoft.com/office/drawing/2014/main" id="{4F8EC8AB-4893-445B-05DD-5CCDF2516FB2}"/>
                  </a:ext>
                </a:extLst>
              </p:cNvPr>
              <p:cNvSpPr/>
              <p:nvPr/>
            </p:nvSpPr>
            <p:spPr>
              <a:xfrm>
                <a:off x="9259079" y="4575781"/>
                <a:ext cx="830902" cy="110272"/>
              </a:xfrm>
              <a:custGeom>
                <a:avLst/>
                <a:gdLst>
                  <a:gd name="connsiteX0" fmla="*/ 469612 w 480798"/>
                  <a:gd name="connsiteY0" fmla="*/ 63809 h 63809"/>
                  <a:gd name="connsiteX1" fmla="*/ 11185 w 480798"/>
                  <a:gd name="connsiteY1" fmla="*/ 63809 h 63809"/>
                  <a:gd name="connsiteX2" fmla="*/ 0 w 480798"/>
                  <a:gd name="connsiteY2" fmla="*/ 0 h 63809"/>
                  <a:gd name="connsiteX3" fmla="*/ 480798 w 480798"/>
                  <a:gd name="connsiteY3" fmla="*/ 0 h 63809"/>
                  <a:gd name="connsiteX4" fmla="*/ 469612 w 480798"/>
                  <a:gd name="connsiteY4" fmla="*/ 63809 h 638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0798" h="63809" fill="none" extrusionOk="0">
                    <a:moveTo>
                      <a:pt x="469612" y="63809"/>
                    </a:moveTo>
                    <a:cubicBezTo>
                      <a:pt x="328555" y="79032"/>
                      <a:pt x="115754" y="85655"/>
                      <a:pt x="11185" y="63809"/>
                    </a:cubicBezTo>
                    <a:cubicBezTo>
                      <a:pt x="11225" y="48036"/>
                      <a:pt x="5443" y="16491"/>
                      <a:pt x="0" y="0"/>
                    </a:cubicBezTo>
                    <a:cubicBezTo>
                      <a:pt x="228425" y="11577"/>
                      <a:pt x="289824" y="7182"/>
                      <a:pt x="480798" y="0"/>
                    </a:cubicBezTo>
                    <a:cubicBezTo>
                      <a:pt x="479717" y="15737"/>
                      <a:pt x="473574" y="38920"/>
                      <a:pt x="469612" y="63809"/>
                    </a:cubicBezTo>
                    <a:close/>
                  </a:path>
                  <a:path w="480798" h="63809" stroke="0" extrusionOk="0">
                    <a:moveTo>
                      <a:pt x="469612" y="63809"/>
                    </a:moveTo>
                    <a:cubicBezTo>
                      <a:pt x="377873" y="78197"/>
                      <a:pt x="219889" y="41269"/>
                      <a:pt x="11185" y="63809"/>
                    </a:cubicBezTo>
                    <a:cubicBezTo>
                      <a:pt x="7499" y="51204"/>
                      <a:pt x="6481" y="22724"/>
                      <a:pt x="0" y="0"/>
                    </a:cubicBezTo>
                    <a:cubicBezTo>
                      <a:pt x="192175" y="-18954"/>
                      <a:pt x="297475" y="-715"/>
                      <a:pt x="480798" y="0"/>
                    </a:cubicBezTo>
                    <a:cubicBezTo>
                      <a:pt x="474248" y="23143"/>
                      <a:pt x="473048" y="49286"/>
                      <a:pt x="469612" y="63809"/>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231012537">
                      <a:custGeom>
                        <a:avLst/>
                        <a:gdLst/>
                        <a:ahLst/>
                        <a:cxnLst/>
                        <a:rect l="l" t="t" r="r" b="b"/>
                        <a:pathLst>
                          <a:path w="830902" h="110272">
                            <a:moveTo>
                              <a:pt x="811572" y="110273"/>
                            </a:moveTo>
                            <a:lnTo>
                              <a:pt x="19331" y="110273"/>
                            </a:lnTo>
                            <a:lnTo>
                              <a:pt x="0" y="0"/>
                            </a:lnTo>
                            <a:lnTo>
                              <a:pt x="830903" y="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grpSp>
        <p:grpSp>
          <p:nvGrpSpPr>
            <p:cNvPr id="12" name="Group 103">
              <a:extLst>
                <a:ext uri="{FF2B5EF4-FFF2-40B4-BE49-F238E27FC236}">
                  <a16:creationId xmlns:a16="http://schemas.microsoft.com/office/drawing/2014/main" id="{8BD42F55-E139-E190-FD79-DD399FAB13C0}"/>
                </a:ext>
              </a:extLst>
            </p:cNvPr>
            <p:cNvGrpSpPr/>
            <p:nvPr/>
          </p:nvGrpSpPr>
          <p:grpSpPr>
            <a:xfrm>
              <a:off x="3919872" y="1942203"/>
              <a:ext cx="833944" cy="849780"/>
              <a:chOff x="7776526" y="3470430"/>
              <a:chExt cx="1900086" cy="1936167"/>
            </a:xfrm>
            <a:grpFill/>
          </p:grpSpPr>
          <p:grpSp>
            <p:nvGrpSpPr>
              <p:cNvPr id="13" name="Group 104">
                <a:extLst>
                  <a:ext uri="{FF2B5EF4-FFF2-40B4-BE49-F238E27FC236}">
                    <a16:creationId xmlns:a16="http://schemas.microsoft.com/office/drawing/2014/main" id="{BDA5954D-9C66-84ED-3B00-2B5BEB3DA0AB}"/>
                  </a:ext>
                </a:extLst>
              </p:cNvPr>
              <p:cNvGrpSpPr/>
              <p:nvPr/>
            </p:nvGrpSpPr>
            <p:grpSpPr>
              <a:xfrm>
                <a:off x="7886533" y="5064084"/>
                <a:ext cx="1640068" cy="342513"/>
                <a:chOff x="7886533" y="5064084"/>
                <a:chExt cx="1640068" cy="342513"/>
              </a:xfrm>
              <a:grpFill/>
            </p:grpSpPr>
            <p:sp>
              <p:nvSpPr>
                <p:cNvPr id="43" name="Freeform 105">
                  <a:extLst>
                    <a:ext uri="{FF2B5EF4-FFF2-40B4-BE49-F238E27FC236}">
                      <a16:creationId xmlns:a16="http://schemas.microsoft.com/office/drawing/2014/main" id="{61D3A9EC-68FA-CDB1-C82C-65788FFE7457}"/>
                    </a:ext>
                  </a:extLst>
                </p:cNvPr>
                <p:cNvSpPr/>
                <p:nvPr/>
              </p:nvSpPr>
              <p:spPr>
                <a:xfrm>
                  <a:off x="7886533" y="5064084"/>
                  <a:ext cx="1490063" cy="342513"/>
                </a:xfrm>
                <a:custGeom>
                  <a:avLst/>
                  <a:gdLst>
                    <a:gd name="connsiteX0" fmla="*/ 862220 w 862220"/>
                    <a:gd name="connsiteY0" fmla="*/ 198194 h 198194"/>
                    <a:gd name="connsiteX1" fmla="*/ 502518 w 862220"/>
                    <a:gd name="connsiteY1" fmla="*/ 198194 h 198194"/>
                    <a:gd name="connsiteX2" fmla="*/ 112840 w 862220"/>
                    <a:gd name="connsiteY2" fmla="*/ 198194 h 198194"/>
                    <a:gd name="connsiteX3" fmla="*/ 0 w 862220"/>
                    <a:gd name="connsiteY3" fmla="*/ 110357 h 198194"/>
                    <a:gd name="connsiteX4" fmla="*/ 0 w 862220"/>
                    <a:gd name="connsiteY4" fmla="*/ 87836 h 198194"/>
                    <a:gd name="connsiteX5" fmla="*/ 112840 w 862220"/>
                    <a:gd name="connsiteY5" fmla="*/ 0 h 198194"/>
                    <a:gd name="connsiteX6" fmla="*/ 502518 w 862220"/>
                    <a:gd name="connsiteY6" fmla="*/ 0 h 198194"/>
                    <a:gd name="connsiteX7" fmla="*/ 862220 w 862220"/>
                    <a:gd name="connsiteY7" fmla="*/ 0 h 198194"/>
                    <a:gd name="connsiteX8" fmla="*/ 862220 w 862220"/>
                    <a:gd name="connsiteY8" fmla="*/ 27026 h 198194"/>
                    <a:gd name="connsiteX9" fmla="*/ 164919 w 862220"/>
                    <a:gd name="connsiteY9" fmla="*/ 27026 h 198194"/>
                    <a:gd name="connsiteX10" fmla="*/ 121518 w 862220"/>
                    <a:gd name="connsiteY10" fmla="*/ 60809 h 198194"/>
                    <a:gd name="connsiteX11" fmla="*/ 121518 w 862220"/>
                    <a:gd name="connsiteY11" fmla="*/ 137384 h 198194"/>
                    <a:gd name="connsiteX12" fmla="*/ 164919 w 862220"/>
                    <a:gd name="connsiteY12" fmla="*/ 171167 h 198194"/>
                    <a:gd name="connsiteX13" fmla="*/ 862220 w 862220"/>
                    <a:gd name="connsiteY13" fmla="*/ 171167 h 198194"/>
                    <a:gd name="connsiteX14" fmla="*/ 862220 w 862220"/>
                    <a:gd name="connsiteY14" fmla="*/ 198194 h 198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62220" h="198194" fill="none" extrusionOk="0">
                      <a:moveTo>
                        <a:pt x="862220" y="198194"/>
                      </a:moveTo>
                      <a:cubicBezTo>
                        <a:pt x="707376" y="190896"/>
                        <a:pt x="644241" y="185190"/>
                        <a:pt x="502518" y="198194"/>
                      </a:cubicBezTo>
                      <a:cubicBezTo>
                        <a:pt x="360795" y="211198"/>
                        <a:pt x="266840" y="210474"/>
                        <a:pt x="112840" y="198194"/>
                      </a:cubicBezTo>
                      <a:cubicBezTo>
                        <a:pt x="47230" y="195339"/>
                        <a:pt x="-1342" y="166797"/>
                        <a:pt x="0" y="110357"/>
                      </a:cubicBezTo>
                      <a:cubicBezTo>
                        <a:pt x="-1096" y="104596"/>
                        <a:pt x="-952" y="97881"/>
                        <a:pt x="0" y="87836"/>
                      </a:cubicBezTo>
                      <a:cubicBezTo>
                        <a:pt x="-1549" y="26379"/>
                        <a:pt x="52440" y="1319"/>
                        <a:pt x="112840" y="0"/>
                      </a:cubicBezTo>
                      <a:cubicBezTo>
                        <a:pt x="234699" y="-14970"/>
                        <a:pt x="329412" y="4240"/>
                        <a:pt x="502518" y="0"/>
                      </a:cubicBezTo>
                      <a:cubicBezTo>
                        <a:pt x="675624" y="-4240"/>
                        <a:pt x="770557" y="-3293"/>
                        <a:pt x="862220" y="0"/>
                      </a:cubicBezTo>
                      <a:cubicBezTo>
                        <a:pt x="861585" y="8632"/>
                        <a:pt x="863321" y="13861"/>
                        <a:pt x="862220" y="27026"/>
                      </a:cubicBezTo>
                      <a:cubicBezTo>
                        <a:pt x="514236" y="53432"/>
                        <a:pt x="371876" y="49706"/>
                        <a:pt x="164919" y="27026"/>
                      </a:cubicBezTo>
                      <a:cubicBezTo>
                        <a:pt x="140147" y="27354"/>
                        <a:pt x="121122" y="42944"/>
                        <a:pt x="121518" y="60809"/>
                      </a:cubicBezTo>
                      <a:cubicBezTo>
                        <a:pt x="120821" y="92539"/>
                        <a:pt x="121228" y="118535"/>
                        <a:pt x="121518" y="137384"/>
                      </a:cubicBezTo>
                      <a:cubicBezTo>
                        <a:pt x="119520" y="155264"/>
                        <a:pt x="142097" y="171405"/>
                        <a:pt x="164919" y="171167"/>
                      </a:cubicBezTo>
                      <a:cubicBezTo>
                        <a:pt x="497512" y="199391"/>
                        <a:pt x="636197" y="161221"/>
                        <a:pt x="862220" y="171167"/>
                      </a:cubicBezTo>
                      <a:cubicBezTo>
                        <a:pt x="862693" y="177362"/>
                        <a:pt x="861042" y="184686"/>
                        <a:pt x="862220" y="198194"/>
                      </a:cubicBezTo>
                      <a:close/>
                    </a:path>
                    <a:path w="862220" h="198194" stroke="0" extrusionOk="0">
                      <a:moveTo>
                        <a:pt x="862220" y="198194"/>
                      </a:moveTo>
                      <a:cubicBezTo>
                        <a:pt x="775742" y="212867"/>
                        <a:pt x="645024" y="180365"/>
                        <a:pt x="487530" y="198194"/>
                      </a:cubicBezTo>
                      <a:cubicBezTo>
                        <a:pt x="330036" y="216024"/>
                        <a:pt x="291692" y="213487"/>
                        <a:pt x="112840" y="198194"/>
                      </a:cubicBezTo>
                      <a:cubicBezTo>
                        <a:pt x="46098" y="199578"/>
                        <a:pt x="3689" y="156174"/>
                        <a:pt x="0" y="110357"/>
                      </a:cubicBezTo>
                      <a:cubicBezTo>
                        <a:pt x="629" y="105819"/>
                        <a:pt x="-589" y="98466"/>
                        <a:pt x="0" y="87836"/>
                      </a:cubicBezTo>
                      <a:cubicBezTo>
                        <a:pt x="-7283" y="33076"/>
                        <a:pt x="50642" y="-4331"/>
                        <a:pt x="112840" y="0"/>
                      </a:cubicBezTo>
                      <a:cubicBezTo>
                        <a:pt x="258390" y="11935"/>
                        <a:pt x="355577" y="12010"/>
                        <a:pt x="480036" y="0"/>
                      </a:cubicBezTo>
                      <a:cubicBezTo>
                        <a:pt x="604495" y="-12010"/>
                        <a:pt x="706861" y="11587"/>
                        <a:pt x="862220" y="0"/>
                      </a:cubicBezTo>
                      <a:cubicBezTo>
                        <a:pt x="861661" y="9915"/>
                        <a:pt x="861668" y="19055"/>
                        <a:pt x="862220" y="27026"/>
                      </a:cubicBezTo>
                      <a:cubicBezTo>
                        <a:pt x="673915" y="12288"/>
                        <a:pt x="472221" y="-4768"/>
                        <a:pt x="164919" y="27026"/>
                      </a:cubicBezTo>
                      <a:cubicBezTo>
                        <a:pt x="140172" y="24454"/>
                        <a:pt x="120296" y="45256"/>
                        <a:pt x="121518" y="60809"/>
                      </a:cubicBezTo>
                      <a:cubicBezTo>
                        <a:pt x="119789" y="84102"/>
                        <a:pt x="118693" y="106018"/>
                        <a:pt x="121518" y="137384"/>
                      </a:cubicBezTo>
                      <a:cubicBezTo>
                        <a:pt x="125765" y="154391"/>
                        <a:pt x="142059" y="170403"/>
                        <a:pt x="164919" y="171167"/>
                      </a:cubicBezTo>
                      <a:cubicBezTo>
                        <a:pt x="381725" y="149131"/>
                        <a:pt x="605230" y="182483"/>
                        <a:pt x="862220" y="171167"/>
                      </a:cubicBezTo>
                      <a:cubicBezTo>
                        <a:pt x="861317" y="184400"/>
                        <a:pt x="862981" y="188352"/>
                        <a:pt x="862220" y="198194"/>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840851988">
                        <a:custGeom>
                          <a:avLst/>
                          <a:gdLst/>
                          <a:ahLst/>
                          <a:cxnLst/>
                          <a:rect l="l" t="t" r="r" b="b"/>
                          <a:pathLst>
                            <a:path w="1490063" h="342513">
                              <a:moveTo>
                                <a:pt x="1490064" y="342514"/>
                              </a:moveTo>
                              <a:lnTo>
                                <a:pt x="195007" y="342514"/>
                              </a:lnTo>
                              <a:cubicBezTo>
                                <a:pt x="87306" y="342514"/>
                                <a:pt x="0" y="274555"/>
                                <a:pt x="0" y="190717"/>
                              </a:cubicBezTo>
                              <a:lnTo>
                                <a:pt x="0" y="151797"/>
                              </a:lnTo>
                              <a:cubicBezTo>
                                <a:pt x="0" y="67963"/>
                                <a:pt x="87306" y="0"/>
                                <a:pt x="195007" y="0"/>
                              </a:cubicBezTo>
                              <a:lnTo>
                                <a:pt x="1490064" y="0"/>
                              </a:lnTo>
                              <a:lnTo>
                                <a:pt x="1490064" y="46707"/>
                              </a:lnTo>
                              <a:lnTo>
                                <a:pt x="285009" y="46707"/>
                              </a:lnTo>
                              <a:cubicBezTo>
                                <a:pt x="243587" y="46707"/>
                                <a:pt x="210005" y="72849"/>
                                <a:pt x="210005" y="105090"/>
                              </a:cubicBezTo>
                              <a:lnTo>
                                <a:pt x="210005" y="237424"/>
                              </a:lnTo>
                              <a:cubicBezTo>
                                <a:pt x="210005" y="269669"/>
                                <a:pt x="243583" y="295807"/>
                                <a:pt x="285009" y="295807"/>
                              </a:cubicBezTo>
                              <a:lnTo>
                                <a:pt x="1490064" y="295807"/>
                              </a:lnTo>
                              <a:lnTo>
                                <a:pt x="1490064" y="342514"/>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40000" lnSpcReduction="20000"/>
                </a:bodyPr>
                <a:lstStyle/>
                <a:p>
                  <a:pPr marL="0" algn="l"/>
                  <a:endParaRPr/>
                </a:p>
              </p:txBody>
            </p:sp>
            <p:sp>
              <p:nvSpPr>
                <p:cNvPr id="44" name="Freeform 106">
                  <a:extLst>
                    <a:ext uri="{FF2B5EF4-FFF2-40B4-BE49-F238E27FC236}">
                      <a16:creationId xmlns:a16="http://schemas.microsoft.com/office/drawing/2014/main" id="{398CCE8A-7AC6-026A-564F-D5D789E48405}"/>
                    </a:ext>
                  </a:extLst>
                </p:cNvPr>
                <p:cNvSpPr/>
                <p:nvPr/>
              </p:nvSpPr>
              <p:spPr>
                <a:xfrm>
                  <a:off x="8036538" y="5064084"/>
                  <a:ext cx="1490063" cy="342513"/>
                </a:xfrm>
                <a:custGeom>
                  <a:avLst/>
                  <a:gdLst>
                    <a:gd name="connsiteX0" fmla="*/ 862220 w 862220"/>
                    <a:gd name="connsiteY0" fmla="*/ 198194 h 198194"/>
                    <a:gd name="connsiteX1" fmla="*/ 480036 w 862220"/>
                    <a:gd name="connsiteY1" fmla="*/ 198194 h 198194"/>
                    <a:gd name="connsiteX2" fmla="*/ 112840 w 862220"/>
                    <a:gd name="connsiteY2" fmla="*/ 198194 h 198194"/>
                    <a:gd name="connsiteX3" fmla="*/ 0 w 862220"/>
                    <a:gd name="connsiteY3" fmla="*/ 110357 h 198194"/>
                    <a:gd name="connsiteX4" fmla="*/ 0 w 862220"/>
                    <a:gd name="connsiteY4" fmla="*/ 87836 h 198194"/>
                    <a:gd name="connsiteX5" fmla="*/ 112840 w 862220"/>
                    <a:gd name="connsiteY5" fmla="*/ 0 h 198194"/>
                    <a:gd name="connsiteX6" fmla="*/ 502518 w 862220"/>
                    <a:gd name="connsiteY6" fmla="*/ 0 h 198194"/>
                    <a:gd name="connsiteX7" fmla="*/ 862220 w 862220"/>
                    <a:gd name="connsiteY7" fmla="*/ 0 h 198194"/>
                    <a:gd name="connsiteX8" fmla="*/ 862220 w 862220"/>
                    <a:gd name="connsiteY8" fmla="*/ 27026 h 198194"/>
                    <a:gd name="connsiteX9" fmla="*/ 480036 w 862220"/>
                    <a:gd name="connsiteY9" fmla="*/ 27026 h 198194"/>
                    <a:gd name="connsiteX10" fmla="*/ 112840 w 862220"/>
                    <a:gd name="connsiteY10" fmla="*/ 27026 h 198194"/>
                    <a:gd name="connsiteX11" fmla="*/ 34718 w 862220"/>
                    <a:gd name="connsiteY11" fmla="*/ 87836 h 198194"/>
                    <a:gd name="connsiteX12" fmla="*/ 34718 w 862220"/>
                    <a:gd name="connsiteY12" fmla="*/ 110357 h 198194"/>
                    <a:gd name="connsiteX13" fmla="*/ 112840 w 862220"/>
                    <a:gd name="connsiteY13" fmla="*/ 171167 h 198194"/>
                    <a:gd name="connsiteX14" fmla="*/ 495024 w 862220"/>
                    <a:gd name="connsiteY14" fmla="*/ 171167 h 198194"/>
                    <a:gd name="connsiteX15" fmla="*/ 862220 w 862220"/>
                    <a:gd name="connsiteY15" fmla="*/ 171167 h 198194"/>
                    <a:gd name="connsiteX16" fmla="*/ 862220 w 862220"/>
                    <a:gd name="connsiteY16" fmla="*/ 198194 h 198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2220" h="198194" fill="none" extrusionOk="0">
                      <a:moveTo>
                        <a:pt x="862220" y="198194"/>
                      </a:moveTo>
                      <a:cubicBezTo>
                        <a:pt x="717240" y="212891"/>
                        <a:pt x="601117" y="184885"/>
                        <a:pt x="480036" y="198194"/>
                      </a:cubicBezTo>
                      <a:cubicBezTo>
                        <a:pt x="358955" y="211503"/>
                        <a:pt x="237731" y="187188"/>
                        <a:pt x="112840" y="198194"/>
                      </a:cubicBezTo>
                      <a:cubicBezTo>
                        <a:pt x="49548" y="199166"/>
                        <a:pt x="-3233" y="167232"/>
                        <a:pt x="0" y="110357"/>
                      </a:cubicBezTo>
                      <a:cubicBezTo>
                        <a:pt x="-703" y="103571"/>
                        <a:pt x="-377" y="98637"/>
                        <a:pt x="0" y="87836"/>
                      </a:cubicBezTo>
                      <a:cubicBezTo>
                        <a:pt x="11944" y="29688"/>
                        <a:pt x="52668" y="3398"/>
                        <a:pt x="112840" y="0"/>
                      </a:cubicBezTo>
                      <a:cubicBezTo>
                        <a:pt x="215785" y="12733"/>
                        <a:pt x="383296" y="-3055"/>
                        <a:pt x="502518" y="0"/>
                      </a:cubicBezTo>
                      <a:cubicBezTo>
                        <a:pt x="621740" y="3055"/>
                        <a:pt x="763902" y="-10619"/>
                        <a:pt x="862220" y="0"/>
                      </a:cubicBezTo>
                      <a:cubicBezTo>
                        <a:pt x="861689" y="10500"/>
                        <a:pt x="861350" y="19583"/>
                        <a:pt x="862220" y="27026"/>
                      </a:cubicBezTo>
                      <a:cubicBezTo>
                        <a:pt x="728981" y="43207"/>
                        <a:pt x="612976" y="11803"/>
                        <a:pt x="480036" y="27026"/>
                      </a:cubicBezTo>
                      <a:cubicBezTo>
                        <a:pt x="347096" y="42249"/>
                        <a:pt x="286277" y="35453"/>
                        <a:pt x="112840" y="27026"/>
                      </a:cubicBezTo>
                      <a:cubicBezTo>
                        <a:pt x="66885" y="32992"/>
                        <a:pt x="33882" y="54829"/>
                        <a:pt x="34718" y="87836"/>
                      </a:cubicBezTo>
                      <a:cubicBezTo>
                        <a:pt x="34084" y="98114"/>
                        <a:pt x="35685" y="104632"/>
                        <a:pt x="34718" y="110357"/>
                      </a:cubicBezTo>
                      <a:cubicBezTo>
                        <a:pt x="34772" y="150709"/>
                        <a:pt x="69289" y="169836"/>
                        <a:pt x="112840" y="171167"/>
                      </a:cubicBezTo>
                      <a:cubicBezTo>
                        <a:pt x="272005" y="161768"/>
                        <a:pt x="320461" y="161043"/>
                        <a:pt x="495024" y="171167"/>
                      </a:cubicBezTo>
                      <a:cubicBezTo>
                        <a:pt x="669587" y="181291"/>
                        <a:pt x="779476" y="162512"/>
                        <a:pt x="862220" y="171167"/>
                      </a:cubicBezTo>
                      <a:cubicBezTo>
                        <a:pt x="862458" y="182840"/>
                        <a:pt x="863409" y="186703"/>
                        <a:pt x="862220" y="198194"/>
                      </a:cubicBezTo>
                      <a:close/>
                    </a:path>
                    <a:path w="862220" h="198194" stroke="0" extrusionOk="0">
                      <a:moveTo>
                        <a:pt x="862220" y="198194"/>
                      </a:moveTo>
                      <a:cubicBezTo>
                        <a:pt x="676885" y="190938"/>
                        <a:pt x="583248" y="198326"/>
                        <a:pt x="487530" y="198194"/>
                      </a:cubicBezTo>
                      <a:cubicBezTo>
                        <a:pt x="391812" y="198063"/>
                        <a:pt x="200751" y="195742"/>
                        <a:pt x="112840" y="198194"/>
                      </a:cubicBezTo>
                      <a:cubicBezTo>
                        <a:pt x="52700" y="198821"/>
                        <a:pt x="4670" y="162208"/>
                        <a:pt x="0" y="110357"/>
                      </a:cubicBezTo>
                      <a:cubicBezTo>
                        <a:pt x="453" y="101974"/>
                        <a:pt x="252" y="95734"/>
                        <a:pt x="0" y="87836"/>
                      </a:cubicBezTo>
                      <a:cubicBezTo>
                        <a:pt x="-10441" y="35513"/>
                        <a:pt x="59741" y="-9786"/>
                        <a:pt x="112840" y="0"/>
                      </a:cubicBezTo>
                      <a:cubicBezTo>
                        <a:pt x="216708" y="-9679"/>
                        <a:pt x="412644" y="7622"/>
                        <a:pt x="495024" y="0"/>
                      </a:cubicBezTo>
                      <a:cubicBezTo>
                        <a:pt x="577404" y="-7622"/>
                        <a:pt x="758219" y="-9942"/>
                        <a:pt x="862220" y="0"/>
                      </a:cubicBezTo>
                      <a:cubicBezTo>
                        <a:pt x="861675" y="7496"/>
                        <a:pt x="861544" y="20855"/>
                        <a:pt x="862220" y="27026"/>
                      </a:cubicBezTo>
                      <a:cubicBezTo>
                        <a:pt x="689474" y="33282"/>
                        <a:pt x="607080" y="43532"/>
                        <a:pt x="510011" y="27026"/>
                      </a:cubicBezTo>
                      <a:cubicBezTo>
                        <a:pt x="412942" y="10520"/>
                        <a:pt x="248624" y="24694"/>
                        <a:pt x="112840" y="27026"/>
                      </a:cubicBezTo>
                      <a:cubicBezTo>
                        <a:pt x="70662" y="25419"/>
                        <a:pt x="34951" y="59528"/>
                        <a:pt x="34718" y="87836"/>
                      </a:cubicBezTo>
                      <a:cubicBezTo>
                        <a:pt x="35027" y="92788"/>
                        <a:pt x="34146" y="105203"/>
                        <a:pt x="34718" y="110357"/>
                      </a:cubicBezTo>
                      <a:cubicBezTo>
                        <a:pt x="43295" y="142847"/>
                        <a:pt x="68055" y="171348"/>
                        <a:pt x="112840" y="171167"/>
                      </a:cubicBezTo>
                      <a:cubicBezTo>
                        <a:pt x="210074" y="176145"/>
                        <a:pt x="391570" y="176996"/>
                        <a:pt x="502518" y="171167"/>
                      </a:cubicBezTo>
                      <a:cubicBezTo>
                        <a:pt x="613466" y="165338"/>
                        <a:pt x="751734" y="183236"/>
                        <a:pt x="862220" y="171167"/>
                      </a:cubicBezTo>
                      <a:cubicBezTo>
                        <a:pt x="862794" y="182116"/>
                        <a:pt x="862853" y="186713"/>
                        <a:pt x="862220" y="198194"/>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611500009">
                        <a:custGeom>
                          <a:avLst/>
                          <a:gdLst/>
                          <a:ahLst/>
                          <a:cxnLst/>
                          <a:rect l="l" t="t" r="r" b="b"/>
                          <a:pathLst>
                            <a:path w="1490063" h="342513">
                              <a:moveTo>
                                <a:pt x="1490063" y="342514"/>
                              </a:moveTo>
                              <a:lnTo>
                                <a:pt x="195007" y="342514"/>
                              </a:lnTo>
                              <a:cubicBezTo>
                                <a:pt x="87307" y="342514"/>
                                <a:pt x="0" y="274555"/>
                                <a:pt x="0" y="190717"/>
                              </a:cubicBezTo>
                              <a:lnTo>
                                <a:pt x="0" y="151797"/>
                              </a:lnTo>
                              <a:cubicBezTo>
                                <a:pt x="0" y="67963"/>
                                <a:pt x="87311" y="0"/>
                                <a:pt x="195007" y="0"/>
                              </a:cubicBezTo>
                              <a:lnTo>
                                <a:pt x="1490063" y="0"/>
                              </a:lnTo>
                              <a:lnTo>
                                <a:pt x="1490063" y="46707"/>
                              </a:lnTo>
                              <a:lnTo>
                                <a:pt x="195007" y="46707"/>
                              </a:lnTo>
                              <a:cubicBezTo>
                                <a:pt x="120448" y="46707"/>
                                <a:pt x="59999" y="93757"/>
                                <a:pt x="59999" y="151797"/>
                              </a:cubicBezTo>
                              <a:lnTo>
                                <a:pt x="59999" y="190717"/>
                              </a:lnTo>
                              <a:cubicBezTo>
                                <a:pt x="59999" y="248757"/>
                                <a:pt x="120444" y="295807"/>
                                <a:pt x="195007" y="295807"/>
                              </a:cubicBezTo>
                              <a:lnTo>
                                <a:pt x="1490063" y="295807"/>
                              </a:lnTo>
                              <a:lnTo>
                                <a:pt x="1490063" y="342514"/>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40000" lnSpcReduction="20000"/>
                </a:bodyPr>
                <a:lstStyle/>
                <a:p>
                  <a:pPr marL="0" algn="l"/>
                  <a:endParaRPr/>
                </a:p>
              </p:txBody>
            </p:sp>
            <p:sp>
              <p:nvSpPr>
                <p:cNvPr id="45" name="Freeform 107">
                  <a:extLst>
                    <a:ext uri="{FF2B5EF4-FFF2-40B4-BE49-F238E27FC236}">
                      <a16:creationId xmlns:a16="http://schemas.microsoft.com/office/drawing/2014/main" id="{818FA86A-59DC-B62E-D8B7-4431DAAC1816}"/>
                    </a:ext>
                  </a:extLst>
                </p:cNvPr>
                <p:cNvSpPr/>
                <p:nvPr/>
              </p:nvSpPr>
              <p:spPr>
                <a:xfrm>
                  <a:off x="8092791" y="5110795"/>
                  <a:ext cx="1398812" cy="249099"/>
                </a:xfrm>
                <a:custGeom>
                  <a:avLst/>
                  <a:gdLst>
                    <a:gd name="connsiteX0" fmla="*/ 809418 w 809418"/>
                    <a:gd name="connsiteY0" fmla="*/ 144140 h 144140"/>
                    <a:gd name="connsiteX1" fmla="*/ 425997 w 809418"/>
                    <a:gd name="connsiteY1" fmla="*/ 144140 h 144140"/>
                    <a:gd name="connsiteX2" fmla="*/ 72070 w 809418"/>
                    <a:gd name="connsiteY2" fmla="*/ 144140 h 144140"/>
                    <a:gd name="connsiteX3" fmla="*/ 0 w 809418"/>
                    <a:gd name="connsiteY3" fmla="*/ 72070 h 144140"/>
                    <a:gd name="connsiteX4" fmla="*/ 0 w 809418"/>
                    <a:gd name="connsiteY4" fmla="*/ 72070 h 144140"/>
                    <a:gd name="connsiteX5" fmla="*/ 72070 w 809418"/>
                    <a:gd name="connsiteY5" fmla="*/ 0 h 144140"/>
                    <a:gd name="connsiteX6" fmla="*/ 455491 w 809418"/>
                    <a:gd name="connsiteY6" fmla="*/ 0 h 144140"/>
                    <a:gd name="connsiteX7" fmla="*/ 809418 w 809418"/>
                    <a:gd name="connsiteY7" fmla="*/ 0 h 144140"/>
                    <a:gd name="connsiteX8" fmla="*/ 809418 w 809418"/>
                    <a:gd name="connsiteY8" fmla="*/ 144140 h 144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9418" h="144140" fill="none" extrusionOk="0">
                      <a:moveTo>
                        <a:pt x="809418" y="144140"/>
                      </a:moveTo>
                      <a:cubicBezTo>
                        <a:pt x="706545" y="150391"/>
                        <a:pt x="568422" y="127503"/>
                        <a:pt x="425997" y="144140"/>
                      </a:cubicBezTo>
                      <a:cubicBezTo>
                        <a:pt x="283572" y="160777"/>
                        <a:pt x="172650" y="159513"/>
                        <a:pt x="72070" y="144140"/>
                      </a:cubicBezTo>
                      <a:cubicBezTo>
                        <a:pt x="30564" y="146425"/>
                        <a:pt x="876" y="107037"/>
                        <a:pt x="0" y="72070"/>
                      </a:cubicBezTo>
                      <a:lnTo>
                        <a:pt x="0" y="72070"/>
                      </a:lnTo>
                      <a:cubicBezTo>
                        <a:pt x="4942" y="36202"/>
                        <a:pt x="37934" y="-7293"/>
                        <a:pt x="72070" y="0"/>
                      </a:cubicBezTo>
                      <a:cubicBezTo>
                        <a:pt x="226751" y="-18431"/>
                        <a:pt x="291088" y="1045"/>
                        <a:pt x="455491" y="0"/>
                      </a:cubicBezTo>
                      <a:cubicBezTo>
                        <a:pt x="619894" y="-1045"/>
                        <a:pt x="723984" y="-6816"/>
                        <a:pt x="809418" y="0"/>
                      </a:cubicBezTo>
                      <a:cubicBezTo>
                        <a:pt x="805913" y="60152"/>
                        <a:pt x="804642" y="79600"/>
                        <a:pt x="809418" y="144140"/>
                      </a:cubicBezTo>
                      <a:close/>
                    </a:path>
                    <a:path w="809418" h="144140" stroke="0" extrusionOk="0">
                      <a:moveTo>
                        <a:pt x="809418" y="144140"/>
                      </a:moveTo>
                      <a:cubicBezTo>
                        <a:pt x="670978" y="144891"/>
                        <a:pt x="517573" y="153654"/>
                        <a:pt x="440744" y="144140"/>
                      </a:cubicBezTo>
                      <a:cubicBezTo>
                        <a:pt x="363915" y="134626"/>
                        <a:pt x="240621" y="159585"/>
                        <a:pt x="72070" y="144140"/>
                      </a:cubicBezTo>
                      <a:cubicBezTo>
                        <a:pt x="29770" y="140684"/>
                        <a:pt x="-5159" y="105775"/>
                        <a:pt x="0" y="72070"/>
                      </a:cubicBezTo>
                      <a:lnTo>
                        <a:pt x="0" y="72070"/>
                      </a:lnTo>
                      <a:cubicBezTo>
                        <a:pt x="-3093" y="24996"/>
                        <a:pt x="34604" y="908"/>
                        <a:pt x="72070" y="0"/>
                      </a:cubicBezTo>
                      <a:cubicBezTo>
                        <a:pt x="151582" y="10288"/>
                        <a:pt x="328236" y="-8962"/>
                        <a:pt x="440744" y="0"/>
                      </a:cubicBezTo>
                      <a:cubicBezTo>
                        <a:pt x="553252" y="8962"/>
                        <a:pt x="636145" y="-7768"/>
                        <a:pt x="809418" y="0"/>
                      </a:cubicBezTo>
                      <a:cubicBezTo>
                        <a:pt x="802761" y="53475"/>
                        <a:pt x="803143" y="74330"/>
                        <a:pt x="809418" y="14414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176601073">
                        <a:custGeom>
                          <a:avLst/>
                          <a:gdLst/>
                          <a:ahLst/>
                          <a:cxnLst/>
                          <a:rect l="l" t="t" r="r" b="b"/>
                          <a:pathLst>
                            <a:path w="1398812" h="249099">
                              <a:moveTo>
                                <a:pt x="1398813" y="249100"/>
                              </a:moveTo>
                              <a:lnTo>
                                <a:pt x="124550" y="249100"/>
                              </a:lnTo>
                              <a:cubicBezTo>
                                <a:pt x="55764" y="249100"/>
                                <a:pt x="0" y="193335"/>
                                <a:pt x="0" y="124550"/>
                              </a:cubicBezTo>
                              <a:lnTo>
                                <a:pt x="0" y="124550"/>
                              </a:lnTo>
                              <a:cubicBezTo>
                                <a:pt x="0" y="55764"/>
                                <a:pt x="55764" y="0"/>
                                <a:pt x="124550" y="0"/>
                              </a:cubicBezTo>
                              <a:lnTo>
                                <a:pt x="1398813" y="0"/>
                              </a:lnTo>
                              <a:lnTo>
                                <a:pt x="1398813" y="24910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46" name="Freeform 108">
                  <a:extLst>
                    <a:ext uri="{FF2B5EF4-FFF2-40B4-BE49-F238E27FC236}">
                      <a16:creationId xmlns:a16="http://schemas.microsoft.com/office/drawing/2014/main" id="{B48C5F9B-1CC6-6780-ACB7-A12BE9866FC7}"/>
                    </a:ext>
                  </a:extLst>
                </p:cNvPr>
                <p:cNvSpPr/>
                <p:nvPr/>
              </p:nvSpPr>
              <p:spPr>
                <a:xfrm>
                  <a:off x="8162790" y="5211076"/>
                  <a:ext cx="1162555" cy="14153"/>
                </a:xfrm>
                <a:custGeom>
                  <a:avLst/>
                  <a:gdLst>
                    <a:gd name="connsiteX0" fmla="*/ 0 w 10000"/>
                    <a:gd name="connsiteY0" fmla="*/ 5000 h 10000"/>
                    <a:gd name="connsiteX1" fmla="*/ 2500 w 10000"/>
                    <a:gd name="connsiteY1" fmla="*/ 1111 h 10000"/>
                    <a:gd name="connsiteX2" fmla="*/ 5000 w 10000"/>
                    <a:gd name="connsiteY2" fmla="*/ 0 h 10000"/>
                    <a:gd name="connsiteX3" fmla="*/ 7500 w 10000"/>
                    <a:gd name="connsiteY3" fmla="*/ 1096 h 10000"/>
                    <a:gd name="connsiteX4" fmla="*/ 10000 w 10000"/>
                    <a:gd name="connsiteY4" fmla="*/ 5000 h 10000"/>
                    <a:gd name="connsiteX5" fmla="*/ 7500 w 10000"/>
                    <a:gd name="connsiteY5" fmla="*/ 8904 h 10000"/>
                    <a:gd name="connsiteX6" fmla="*/ 5000 w 10000"/>
                    <a:gd name="connsiteY6" fmla="*/ 9999 h 10000"/>
                    <a:gd name="connsiteX7" fmla="*/ 2500 w 10000"/>
                    <a:gd name="connsiteY7" fmla="*/ 8888 h 10000"/>
                    <a:gd name="connsiteX8" fmla="*/ 0 w 10000"/>
                    <a:gd name="connsiteY8"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00" fill="none" extrusionOk="0">
                      <a:moveTo>
                        <a:pt x="0" y="5000"/>
                      </a:moveTo>
                      <a:cubicBezTo>
                        <a:pt x="666" y="3686"/>
                        <a:pt x="2016" y="2029"/>
                        <a:pt x="2500" y="1111"/>
                      </a:cubicBezTo>
                      <a:cubicBezTo>
                        <a:pt x="3222" y="673"/>
                        <a:pt x="3987" y="365"/>
                        <a:pt x="5000" y="0"/>
                      </a:cubicBezTo>
                      <a:cubicBezTo>
                        <a:pt x="6057" y="348"/>
                        <a:pt x="6810" y="713"/>
                        <a:pt x="7500" y="1096"/>
                      </a:cubicBezTo>
                      <a:cubicBezTo>
                        <a:pt x="8495" y="2572"/>
                        <a:pt x="9034" y="3689"/>
                        <a:pt x="10000" y="5000"/>
                      </a:cubicBezTo>
                      <a:cubicBezTo>
                        <a:pt x="9630" y="5941"/>
                        <a:pt x="8168" y="7545"/>
                        <a:pt x="7500" y="8904"/>
                      </a:cubicBezTo>
                      <a:cubicBezTo>
                        <a:pt x="6715" y="9209"/>
                        <a:pt x="5562" y="9665"/>
                        <a:pt x="5000" y="9999"/>
                      </a:cubicBezTo>
                      <a:cubicBezTo>
                        <a:pt x="4003" y="9603"/>
                        <a:pt x="3635" y="9263"/>
                        <a:pt x="2500" y="8888"/>
                      </a:cubicBezTo>
                      <a:cubicBezTo>
                        <a:pt x="1579" y="7537"/>
                        <a:pt x="705" y="6179"/>
                        <a:pt x="0" y="5000"/>
                      </a:cubicBezTo>
                      <a:close/>
                    </a:path>
                    <a:path w="10000" h="10000" stroke="0" extrusionOk="0">
                      <a:moveTo>
                        <a:pt x="0" y="5000"/>
                      </a:moveTo>
                      <a:cubicBezTo>
                        <a:pt x="1052" y="3008"/>
                        <a:pt x="1305" y="2995"/>
                        <a:pt x="2500" y="1111"/>
                      </a:cubicBezTo>
                      <a:cubicBezTo>
                        <a:pt x="3441" y="559"/>
                        <a:pt x="4037" y="346"/>
                        <a:pt x="5000" y="0"/>
                      </a:cubicBezTo>
                      <a:cubicBezTo>
                        <a:pt x="6119" y="430"/>
                        <a:pt x="6860" y="690"/>
                        <a:pt x="7500" y="1096"/>
                      </a:cubicBezTo>
                      <a:cubicBezTo>
                        <a:pt x="8426" y="2561"/>
                        <a:pt x="9375" y="4124"/>
                        <a:pt x="10000" y="5000"/>
                      </a:cubicBezTo>
                      <a:cubicBezTo>
                        <a:pt x="9116" y="6640"/>
                        <a:pt x="8419" y="7148"/>
                        <a:pt x="7500" y="8904"/>
                      </a:cubicBezTo>
                      <a:cubicBezTo>
                        <a:pt x="6363" y="9485"/>
                        <a:pt x="5936" y="9474"/>
                        <a:pt x="5000" y="9999"/>
                      </a:cubicBezTo>
                      <a:cubicBezTo>
                        <a:pt x="4447" y="9837"/>
                        <a:pt x="3417" y="9315"/>
                        <a:pt x="2500" y="8888"/>
                      </a:cubicBezTo>
                      <a:cubicBezTo>
                        <a:pt x="1755" y="7316"/>
                        <a:pt x="919" y="6819"/>
                        <a:pt x="0" y="500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439375295">
                        <a:custGeom>
                          <a:avLst/>
                          <a:gdLst/>
                          <a:ahLst/>
                          <a:cxnLst/>
                          <a:rect l="l" t="t" r="r" b="b"/>
                          <a:pathLst>
                            <a:path w="1162555" h="14153">
                              <a:moveTo>
                                <a:pt x="0" y="7077"/>
                              </a:moveTo>
                              <a:cubicBezTo>
                                <a:pt x="96882" y="4342"/>
                                <a:pt x="193760" y="2503"/>
                                <a:pt x="290638" y="1573"/>
                              </a:cubicBezTo>
                              <a:cubicBezTo>
                                <a:pt x="387520" y="446"/>
                                <a:pt x="484398" y="141"/>
                                <a:pt x="581280" y="0"/>
                              </a:cubicBezTo>
                              <a:cubicBezTo>
                                <a:pt x="678157" y="125"/>
                                <a:pt x="775035" y="424"/>
                                <a:pt x="871918" y="1552"/>
                              </a:cubicBezTo>
                              <a:cubicBezTo>
                                <a:pt x="968796" y="2477"/>
                                <a:pt x="1065678" y="4325"/>
                                <a:pt x="1162556" y="7077"/>
                              </a:cubicBezTo>
                              <a:cubicBezTo>
                                <a:pt x="1065674" y="9828"/>
                                <a:pt x="968796" y="11676"/>
                                <a:pt x="871918" y="12602"/>
                              </a:cubicBezTo>
                              <a:cubicBezTo>
                                <a:pt x="775035" y="13725"/>
                                <a:pt x="678157" y="14029"/>
                                <a:pt x="581280" y="14153"/>
                              </a:cubicBezTo>
                              <a:cubicBezTo>
                                <a:pt x="484398" y="14012"/>
                                <a:pt x="387520" y="13712"/>
                                <a:pt x="290638" y="12580"/>
                              </a:cubicBezTo>
                              <a:cubicBezTo>
                                <a:pt x="193760" y="11650"/>
                                <a:pt x="96882" y="9811"/>
                                <a:pt x="0" y="7077"/>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47" name="Freeform 109">
                  <a:extLst>
                    <a:ext uri="{FF2B5EF4-FFF2-40B4-BE49-F238E27FC236}">
                      <a16:creationId xmlns:a16="http://schemas.microsoft.com/office/drawing/2014/main" id="{324A2B7B-96AA-5AD7-4E99-D4DA2978652E}"/>
                    </a:ext>
                  </a:extLst>
                </p:cNvPr>
                <p:cNvSpPr/>
                <p:nvPr/>
              </p:nvSpPr>
              <p:spPr>
                <a:xfrm>
                  <a:off x="8319050" y="5288237"/>
                  <a:ext cx="1162550" cy="14153"/>
                </a:xfrm>
                <a:custGeom>
                  <a:avLst/>
                  <a:gdLst>
                    <a:gd name="connsiteX0" fmla="*/ 0 w 10000"/>
                    <a:gd name="connsiteY0" fmla="*/ 5000 h 10000"/>
                    <a:gd name="connsiteX1" fmla="*/ 2500 w 10000"/>
                    <a:gd name="connsiteY1" fmla="*/ 1111 h 10000"/>
                    <a:gd name="connsiteX2" fmla="*/ 5000 w 10000"/>
                    <a:gd name="connsiteY2" fmla="*/ 0 h 10000"/>
                    <a:gd name="connsiteX3" fmla="*/ 7500 w 10000"/>
                    <a:gd name="connsiteY3" fmla="*/ 1096 h 10000"/>
                    <a:gd name="connsiteX4" fmla="*/ 10000 w 10000"/>
                    <a:gd name="connsiteY4" fmla="*/ 5000 h 10000"/>
                    <a:gd name="connsiteX5" fmla="*/ 7500 w 10000"/>
                    <a:gd name="connsiteY5" fmla="*/ 8904 h 10000"/>
                    <a:gd name="connsiteX6" fmla="*/ 5000 w 10000"/>
                    <a:gd name="connsiteY6" fmla="*/ 9999 h 10000"/>
                    <a:gd name="connsiteX7" fmla="*/ 2500 w 10000"/>
                    <a:gd name="connsiteY7" fmla="*/ 8888 h 10000"/>
                    <a:gd name="connsiteX8" fmla="*/ 0 w 10000"/>
                    <a:gd name="connsiteY8"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00" fill="none" extrusionOk="0">
                      <a:moveTo>
                        <a:pt x="0" y="5000"/>
                      </a:moveTo>
                      <a:cubicBezTo>
                        <a:pt x="961" y="3863"/>
                        <a:pt x="1454" y="2787"/>
                        <a:pt x="2500" y="1111"/>
                      </a:cubicBezTo>
                      <a:cubicBezTo>
                        <a:pt x="3194" y="867"/>
                        <a:pt x="3833" y="543"/>
                        <a:pt x="5000" y="0"/>
                      </a:cubicBezTo>
                      <a:cubicBezTo>
                        <a:pt x="5916" y="439"/>
                        <a:pt x="6907" y="912"/>
                        <a:pt x="7500" y="1096"/>
                      </a:cubicBezTo>
                      <a:cubicBezTo>
                        <a:pt x="8605" y="2717"/>
                        <a:pt x="8749" y="3378"/>
                        <a:pt x="10000" y="5000"/>
                      </a:cubicBezTo>
                      <a:cubicBezTo>
                        <a:pt x="9363" y="6365"/>
                        <a:pt x="8394" y="7862"/>
                        <a:pt x="7500" y="8904"/>
                      </a:cubicBezTo>
                      <a:cubicBezTo>
                        <a:pt x="6572" y="9167"/>
                        <a:pt x="5703" y="9804"/>
                        <a:pt x="5000" y="9999"/>
                      </a:cubicBezTo>
                      <a:cubicBezTo>
                        <a:pt x="3889" y="9653"/>
                        <a:pt x="3551" y="9337"/>
                        <a:pt x="2500" y="8888"/>
                      </a:cubicBezTo>
                      <a:cubicBezTo>
                        <a:pt x="1706" y="7281"/>
                        <a:pt x="1054" y="6641"/>
                        <a:pt x="0" y="5000"/>
                      </a:cubicBezTo>
                      <a:close/>
                    </a:path>
                    <a:path w="10000" h="10000" stroke="0" extrusionOk="0">
                      <a:moveTo>
                        <a:pt x="0" y="5000"/>
                      </a:moveTo>
                      <a:cubicBezTo>
                        <a:pt x="1264" y="3186"/>
                        <a:pt x="1858" y="2418"/>
                        <a:pt x="2500" y="1111"/>
                      </a:cubicBezTo>
                      <a:cubicBezTo>
                        <a:pt x="3594" y="574"/>
                        <a:pt x="3991" y="419"/>
                        <a:pt x="5000" y="0"/>
                      </a:cubicBezTo>
                      <a:cubicBezTo>
                        <a:pt x="6191" y="490"/>
                        <a:pt x="6508" y="561"/>
                        <a:pt x="7500" y="1096"/>
                      </a:cubicBezTo>
                      <a:cubicBezTo>
                        <a:pt x="8307" y="2069"/>
                        <a:pt x="9279" y="3846"/>
                        <a:pt x="10000" y="5000"/>
                      </a:cubicBezTo>
                      <a:cubicBezTo>
                        <a:pt x="9144" y="5917"/>
                        <a:pt x="8444" y="7391"/>
                        <a:pt x="7500" y="8904"/>
                      </a:cubicBezTo>
                      <a:cubicBezTo>
                        <a:pt x="6820" y="9077"/>
                        <a:pt x="5635" y="9582"/>
                        <a:pt x="5000" y="9999"/>
                      </a:cubicBezTo>
                      <a:cubicBezTo>
                        <a:pt x="4162" y="9766"/>
                        <a:pt x="3443" y="9450"/>
                        <a:pt x="2500" y="8888"/>
                      </a:cubicBezTo>
                      <a:cubicBezTo>
                        <a:pt x="1378" y="7054"/>
                        <a:pt x="469" y="6007"/>
                        <a:pt x="0" y="500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027515952">
                        <a:custGeom>
                          <a:avLst/>
                          <a:gdLst/>
                          <a:ahLst/>
                          <a:cxnLst/>
                          <a:rect l="l" t="t" r="r" b="b"/>
                          <a:pathLst>
                            <a:path w="1162550" h="14153">
                              <a:moveTo>
                                <a:pt x="0" y="7077"/>
                              </a:moveTo>
                              <a:cubicBezTo>
                                <a:pt x="96878" y="4342"/>
                                <a:pt x="193760" y="2504"/>
                                <a:pt x="290638" y="1573"/>
                              </a:cubicBezTo>
                              <a:cubicBezTo>
                                <a:pt x="387520" y="442"/>
                                <a:pt x="484398" y="142"/>
                                <a:pt x="581275" y="0"/>
                              </a:cubicBezTo>
                              <a:cubicBezTo>
                                <a:pt x="678157" y="125"/>
                                <a:pt x="775035" y="424"/>
                                <a:pt x="871913" y="1552"/>
                              </a:cubicBezTo>
                              <a:cubicBezTo>
                                <a:pt x="968796" y="2477"/>
                                <a:pt x="1065674" y="4325"/>
                                <a:pt x="1162551" y="7077"/>
                              </a:cubicBezTo>
                              <a:cubicBezTo>
                                <a:pt x="1065668" y="9829"/>
                                <a:pt x="968791" y="11676"/>
                                <a:pt x="871913" y="12602"/>
                              </a:cubicBezTo>
                              <a:cubicBezTo>
                                <a:pt x="775035" y="13729"/>
                                <a:pt x="678153" y="14029"/>
                                <a:pt x="581275" y="14153"/>
                              </a:cubicBezTo>
                              <a:cubicBezTo>
                                <a:pt x="484398" y="14012"/>
                                <a:pt x="387520" y="13712"/>
                                <a:pt x="290638" y="12580"/>
                              </a:cubicBezTo>
                              <a:cubicBezTo>
                                <a:pt x="193760" y="11650"/>
                                <a:pt x="96878" y="9816"/>
                                <a:pt x="0" y="7077"/>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48" name="Freeform 110">
                  <a:extLst>
                    <a:ext uri="{FF2B5EF4-FFF2-40B4-BE49-F238E27FC236}">
                      <a16:creationId xmlns:a16="http://schemas.microsoft.com/office/drawing/2014/main" id="{9E6B0ACA-DA25-6A0C-C3C0-0F7DFD96FFF2}"/>
                    </a:ext>
                  </a:extLst>
                </p:cNvPr>
                <p:cNvSpPr/>
                <p:nvPr/>
              </p:nvSpPr>
              <p:spPr>
                <a:xfrm>
                  <a:off x="8104702" y="5110791"/>
                  <a:ext cx="1389404" cy="78309"/>
                </a:xfrm>
                <a:custGeom>
                  <a:avLst/>
                  <a:gdLst>
                    <a:gd name="connsiteX0" fmla="*/ 0 w 803974"/>
                    <a:gd name="connsiteY0" fmla="*/ 40052 h 45313"/>
                    <a:gd name="connsiteX1" fmla="*/ 65178 w 803974"/>
                    <a:gd name="connsiteY1" fmla="*/ 0 h 45313"/>
                    <a:gd name="connsiteX2" fmla="*/ 427188 w 803974"/>
                    <a:gd name="connsiteY2" fmla="*/ 0 h 45313"/>
                    <a:gd name="connsiteX3" fmla="*/ 803974 w 803974"/>
                    <a:gd name="connsiteY3" fmla="*/ 0 h 45313"/>
                    <a:gd name="connsiteX4" fmla="*/ 803974 w 803974"/>
                    <a:gd name="connsiteY4" fmla="*/ 45313 h 45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974" h="45313" extrusionOk="0">
                      <a:moveTo>
                        <a:pt x="0" y="40052"/>
                      </a:moveTo>
                      <a:cubicBezTo>
                        <a:pt x="20734" y="2890"/>
                        <a:pt x="45342" y="2447"/>
                        <a:pt x="65178" y="0"/>
                      </a:cubicBezTo>
                      <a:cubicBezTo>
                        <a:pt x="175217" y="10959"/>
                        <a:pt x="335927" y="2702"/>
                        <a:pt x="427188" y="0"/>
                      </a:cubicBezTo>
                      <a:cubicBezTo>
                        <a:pt x="518449" y="-2702"/>
                        <a:pt x="692827" y="-2220"/>
                        <a:pt x="803974" y="0"/>
                      </a:cubicBezTo>
                      <a:cubicBezTo>
                        <a:pt x="802462" y="10430"/>
                        <a:pt x="803482" y="33370"/>
                        <a:pt x="803974" y="45313"/>
                      </a:cubicBezTo>
                    </a:path>
                  </a:pathLst>
                </a:custGeom>
                <a:ln>
                  <a:extLst>
                    <a:ext uri="{C807C97D-BFC1-408E-A445-0C87EB9F89A2}">
                      <ask:lineSketchStyleProps xmlns:ask="http://schemas.microsoft.com/office/drawing/2018/sketchyshapes" sd="1441853640">
                        <a:custGeom>
                          <a:avLst/>
                          <a:gdLst/>
                          <a:ahLst/>
                          <a:cxnLst/>
                          <a:rect l="l" t="t" r="r" b="b"/>
                          <a:pathLst>
                            <a:path w="1389404" h="78309">
                              <a:moveTo>
                                <a:pt x="0" y="69218"/>
                              </a:moveTo>
                              <a:cubicBezTo>
                                <a:pt x="32546" y="10343"/>
                                <a:pt x="78953" y="0"/>
                                <a:pt x="112639" y="0"/>
                              </a:cubicBezTo>
                              <a:lnTo>
                                <a:pt x="1389405" y="0"/>
                              </a:lnTo>
                              <a:lnTo>
                                <a:pt x="1389405" y="78310"/>
                              </a:lnTo>
                            </a:path>
                          </a:pathLst>
                        </a:custGeom>
                        <ask:type>
                          <ask:lineSketchFreehand/>
                        </ask:type>
                      </ask:lineSketchStyleProps>
                    </a:ext>
                  </a:extLst>
                </a:ln>
              </p:spPr>
              <p:style>
                <a:lnRef idx="1">
                  <a:schemeClr val="accent3">
                    <a:lumMod val="67000"/>
                  </a:schemeClr>
                </a:lnRef>
                <a:fillRef idx="0">
                  <a:schemeClr val="accent3">
                    <a:lumMod val="67000"/>
                  </a:schemeClr>
                </a:fillRef>
                <a:effectRef idx="0">
                  <a:schemeClr val="accent3">
                    <a:lumMod val="67000"/>
                  </a:schemeClr>
                </a:effectRef>
                <a:fontRef idx="minor">
                  <a:schemeClr val="tx1"/>
                </a:fontRef>
              </p:style>
              <p:txBody>
                <a:bodyPr vert="horz" lIns="91440" tIns="45720" rIns="91440" bIns="45720" anchor="ctr">
                  <a:normAutofit fontScale="25000" lnSpcReduction="20000"/>
                </a:bodyPr>
                <a:lstStyle/>
                <a:p>
                  <a:pPr marL="0" algn="l"/>
                  <a:endParaRPr/>
                </a:p>
              </p:txBody>
            </p:sp>
          </p:grpSp>
          <p:grpSp>
            <p:nvGrpSpPr>
              <p:cNvPr id="14" name="Group 111">
                <a:extLst>
                  <a:ext uri="{FF2B5EF4-FFF2-40B4-BE49-F238E27FC236}">
                    <a16:creationId xmlns:a16="http://schemas.microsoft.com/office/drawing/2014/main" id="{EA892E96-04E7-A29E-7528-3ACE9698BA77}"/>
                  </a:ext>
                </a:extLst>
              </p:cNvPr>
              <p:cNvGrpSpPr/>
              <p:nvPr/>
            </p:nvGrpSpPr>
            <p:grpSpPr>
              <a:xfrm>
                <a:off x="7972155" y="4624057"/>
                <a:ext cx="1490071" cy="440034"/>
                <a:chOff x="7972155" y="4624057"/>
                <a:chExt cx="1490071" cy="440034"/>
              </a:xfrm>
              <a:grpFill/>
            </p:grpSpPr>
            <p:sp>
              <p:nvSpPr>
                <p:cNvPr id="38" name="Freeform 112">
                  <a:extLst>
                    <a:ext uri="{FF2B5EF4-FFF2-40B4-BE49-F238E27FC236}">
                      <a16:creationId xmlns:a16="http://schemas.microsoft.com/office/drawing/2014/main" id="{17F232F7-1955-0D8B-791A-3877ADDB8155}"/>
                    </a:ext>
                  </a:extLst>
                </p:cNvPr>
                <p:cNvSpPr/>
                <p:nvPr/>
              </p:nvSpPr>
              <p:spPr>
                <a:xfrm>
                  <a:off x="7972155" y="4624057"/>
                  <a:ext cx="1490071" cy="440034"/>
                </a:xfrm>
                <a:custGeom>
                  <a:avLst/>
                  <a:gdLst>
                    <a:gd name="connsiteX0" fmla="*/ 862225 w 862225"/>
                    <a:gd name="connsiteY0" fmla="*/ 254624 h 254624"/>
                    <a:gd name="connsiteX1" fmla="*/ 478015 w 862225"/>
                    <a:gd name="connsiteY1" fmla="*/ 254624 h 254624"/>
                    <a:gd name="connsiteX2" fmla="*/ 78122 w 862225"/>
                    <a:gd name="connsiteY2" fmla="*/ 254624 h 254624"/>
                    <a:gd name="connsiteX3" fmla="*/ 0 w 862225"/>
                    <a:gd name="connsiteY3" fmla="*/ 176502 h 254624"/>
                    <a:gd name="connsiteX4" fmla="*/ 0 w 862225"/>
                    <a:gd name="connsiteY4" fmla="*/ 78122 h 254624"/>
                    <a:gd name="connsiteX5" fmla="*/ 78122 w 862225"/>
                    <a:gd name="connsiteY5" fmla="*/ 0 h 254624"/>
                    <a:gd name="connsiteX6" fmla="*/ 485856 w 862225"/>
                    <a:gd name="connsiteY6" fmla="*/ 0 h 254624"/>
                    <a:gd name="connsiteX7" fmla="*/ 862225 w 862225"/>
                    <a:gd name="connsiteY7" fmla="*/ 0 h 254624"/>
                    <a:gd name="connsiteX8" fmla="*/ 862225 w 862225"/>
                    <a:gd name="connsiteY8" fmla="*/ 34720 h 254624"/>
                    <a:gd name="connsiteX9" fmla="*/ 485856 w 862225"/>
                    <a:gd name="connsiteY9" fmla="*/ 34720 h 254624"/>
                    <a:gd name="connsiteX10" fmla="*/ 78122 w 862225"/>
                    <a:gd name="connsiteY10" fmla="*/ 34720 h 254624"/>
                    <a:gd name="connsiteX11" fmla="*/ 34720 w 862225"/>
                    <a:gd name="connsiteY11" fmla="*/ 78122 h 254624"/>
                    <a:gd name="connsiteX12" fmla="*/ 34720 w 862225"/>
                    <a:gd name="connsiteY12" fmla="*/ 176502 h 254624"/>
                    <a:gd name="connsiteX13" fmla="*/ 78122 w 862225"/>
                    <a:gd name="connsiteY13" fmla="*/ 219904 h 254624"/>
                    <a:gd name="connsiteX14" fmla="*/ 454491 w 862225"/>
                    <a:gd name="connsiteY14" fmla="*/ 219904 h 254624"/>
                    <a:gd name="connsiteX15" fmla="*/ 862225 w 862225"/>
                    <a:gd name="connsiteY15" fmla="*/ 219904 h 254624"/>
                    <a:gd name="connsiteX16" fmla="*/ 862225 w 862225"/>
                    <a:gd name="connsiteY16" fmla="*/ 254624 h 254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2225" h="254624" fill="none" extrusionOk="0">
                      <a:moveTo>
                        <a:pt x="862225" y="254624"/>
                      </a:moveTo>
                      <a:cubicBezTo>
                        <a:pt x="769240" y="252647"/>
                        <a:pt x="568780" y="269615"/>
                        <a:pt x="478015" y="254624"/>
                      </a:cubicBezTo>
                      <a:cubicBezTo>
                        <a:pt x="387250" y="239634"/>
                        <a:pt x="244098" y="265661"/>
                        <a:pt x="78122" y="254624"/>
                      </a:cubicBezTo>
                      <a:cubicBezTo>
                        <a:pt x="36647" y="252907"/>
                        <a:pt x="5492" y="214213"/>
                        <a:pt x="0" y="176502"/>
                      </a:cubicBezTo>
                      <a:cubicBezTo>
                        <a:pt x="-2091" y="142407"/>
                        <a:pt x="-3497" y="119042"/>
                        <a:pt x="0" y="78122"/>
                      </a:cubicBezTo>
                      <a:cubicBezTo>
                        <a:pt x="-1219" y="35075"/>
                        <a:pt x="43795" y="2850"/>
                        <a:pt x="78122" y="0"/>
                      </a:cubicBezTo>
                      <a:cubicBezTo>
                        <a:pt x="253931" y="-3582"/>
                        <a:pt x="364045" y="-8739"/>
                        <a:pt x="485856" y="0"/>
                      </a:cubicBezTo>
                      <a:cubicBezTo>
                        <a:pt x="607667" y="8739"/>
                        <a:pt x="727328" y="-15795"/>
                        <a:pt x="862225" y="0"/>
                      </a:cubicBezTo>
                      <a:cubicBezTo>
                        <a:pt x="862001" y="8662"/>
                        <a:pt x="863646" y="26157"/>
                        <a:pt x="862225" y="34720"/>
                      </a:cubicBezTo>
                      <a:cubicBezTo>
                        <a:pt x="776161" y="51167"/>
                        <a:pt x="633579" y="51261"/>
                        <a:pt x="485856" y="34720"/>
                      </a:cubicBezTo>
                      <a:cubicBezTo>
                        <a:pt x="338133" y="18179"/>
                        <a:pt x="250282" y="48123"/>
                        <a:pt x="78122" y="34720"/>
                      </a:cubicBezTo>
                      <a:cubicBezTo>
                        <a:pt x="52502" y="35477"/>
                        <a:pt x="29399" y="54390"/>
                        <a:pt x="34720" y="78122"/>
                      </a:cubicBezTo>
                      <a:cubicBezTo>
                        <a:pt x="37730" y="117801"/>
                        <a:pt x="31321" y="127460"/>
                        <a:pt x="34720" y="176502"/>
                      </a:cubicBezTo>
                      <a:cubicBezTo>
                        <a:pt x="35189" y="199538"/>
                        <a:pt x="53705" y="218666"/>
                        <a:pt x="78122" y="219904"/>
                      </a:cubicBezTo>
                      <a:cubicBezTo>
                        <a:pt x="264462" y="211912"/>
                        <a:pt x="328025" y="211173"/>
                        <a:pt x="454491" y="219904"/>
                      </a:cubicBezTo>
                      <a:cubicBezTo>
                        <a:pt x="580957" y="228635"/>
                        <a:pt x="717888" y="201207"/>
                        <a:pt x="862225" y="219904"/>
                      </a:cubicBezTo>
                      <a:cubicBezTo>
                        <a:pt x="863377" y="230085"/>
                        <a:pt x="863108" y="244503"/>
                        <a:pt x="862225" y="254624"/>
                      </a:cubicBezTo>
                      <a:close/>
                    </a:path>
                    <a:path w="862225" h="254624" stroke="0" extrusionOk="0">
                      <a:moveTo>
                        <a:pt x="862225" y="254624"/>
                      </a:moveTo>
                      <a:cubicBezTo>
                        <a:pt x="688398" y="268815"/>
                        <a:pt x="616281" y="242327"/>
                        <a:pt x="462332" y="254624"/>
                      </a:cubicBezTo>
                      <a:cubicBezTo>
                        <a:pt x="308383" y="266921"/>
                        <a:pt x="168671" y="260298"/>
                        <a:pt x="78122" y="254624"/>
                      </a:cubicBezTo>
                      <a:cubicBezTo>
                        <a:pt x="36407" y="255943"/>
                        <a:pt x="3590" y="214946"/>
                        <a:pt x="0" y="176502"/>
                      </a:cubicBezTo>
                      <a:cubicBezTo>
                        <a:pt x="2371" y="137237"/>
                        <a:pt x="3073" y="107610"/>
                        <a:pt x="0" y="78122"/>
                      </a:cubicBezTo>
                      <a:cubicBezTo>
                        <a:pt x="-7525" y="28981"/>
                        <a:pt x="30660" y="773"/>
                        <a:pt x="78122" y="0"/>
                      </a:cubicBezTo>
                      <a:cubicBezTo>
                        <a:pt x="248508" y="12859"/>
                        <a:pt x="369271" y="-10155"/>
                        <a:pt x="470174" y="0"/>
                      </a:cubicBezTo>
                      <a:cubicBezTo>
                        <a:pt x="571077" y="10155"/>
                        <a:pt x="685188" y="-10572"/>
                        <a:pt x="862225" y="0"/>
                      </a:cubicBezTo>
                      <a:cubicBezTo>
                        <a:pt x="861613" y="8965"/>
                        <a:pt x="863913" y="20384"/>
                        <a:pt x="862225" y="34720"/>
                      </a:cubicBezTo>
                      <a:cubicBezTo>
                        <a:pt x="721768" y="46509"/>
                        <a:pt x="644382" y="47118"/>
                        <a:pt x="493697" y="34720"/>
                      </a:cubicBezTo>
                      <a:cubicBezTo>
                        <a:pt x="343012" y="22322"/>
                        <a:pt x="223068" y="51875"/>
                        <a:pt x="78122" y="34720"/>
                      </a:cubicBezTo>
                      <a:cubicBezTo>
                        <a:pt x="53526" y="35202"/>
                        <a:pt x="36447" y="54922"/>
                        <a:pt x="34720" y="78122"/>
                      </a:cubicBezTo>
                      <a:cubicBezTo>
                        <a:pt x="31948" y="111469"/>
                        <a:pt x="31748" y="150125"/>
                        <a:pt x="34720" y="176502"/>
                      </a:cubicBezTo>
                      <a:cubicBezTo>
                        <a:pt x="36377" y="200551"/>
                        <a:pt x="51565" y="224485"/>
                        <a:pt x="78122" y="219904"/>
                      </a:cubicBezTo>
                      <a:cubicBezTo>
                        <a:pt x="193598" y="227450"/>
                        <a:pt x="322016" y="218440"/>
                        <a:pt x="446650" y="219904"/>
                      </a:cubicBezTo>
                      <a:cubicBezTo>
                        <a:pt x="571284" y="221368"/>
                        <a:pt x="679141" y="211769"/>
                        <a:pt x="862225" y="219904"/>
                      </a:cubicBezTo>
                      <a:cubicBezTo>
                        <a:pt x="860602" y="235851"/>
                        <a:pt x="862795" y="242070"/>
                        <a:pt x="862225" y="254624"/>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799789195">
                        <a:custGeom>
                          <a:avLst/>
                          <a:gdLst/>
                          <a:ahLst/>
                          <a:cxnLst/>
                          <a:rect l="l" t="t" r="r" b="b"/>
                          <a:pathLst>
                            <a:path w="1490071" h="440034">
                              <a:moveTo>
                                <a:pt x="1490072" y="440035"/>
                              </a:moveTo>
                              <a:lnTo>
                                <a:pt x="135009" y="440035"/>
                              </a:lnTo>
                              <a:cubicBezTo>
                                <a:pt x="60569" y="440035"/>
                                <a:pt x="0" y="379474"/>
                                <a:pt x="0" y="305026"/>
                              </a:cubicBezTo>
                              <a:lnTo>
                                <a:pt x="0" y="135009"/>
                              </a:lnTo>
                              <a:cubicBezTo>
                                <a:pt x="0" y="60561"/>
                                <a:pt x="60569" y="0"/>
                                <a:pt x="135009" y="0"/>
                              </a:cubicBezTo>
                              <a:lnTo>
                                <a:pt x="1490072" y="0"/>
                              </a:lnTo>
                              <a:lnTo>
                                <a:pt x="1490072" y="60003"/>
                              </a:lnTo>
                              <a:lnTo>
                                <a:pt x="135009" y="60003"/>
                              </a:lnTo>
                              <a:cubicBezTo>
                                <a:pt x="93654" y="60003"/>
                                <a:pt x="60003" y="93650"/>
                                <a:pt x="60003" y="135009"/>
                              </a:cubicBezTo>
                              <a:lnTo>
                                <a:pt x="60003" y="305026"/>
                              </a:lnTo>
                              <a:cubicBezTo>
                                <a:pt x="60003" y="346381"/>
                                <a:pt x="93654" y="380032"/>
                                <a:pt x="135009" y="380032"/>
                              </a:cubicBezTo>
                              <a:lnTo>
                                <a:pt x="1490072" y="380032"/>
                              </a:lnTo>
                              <a:lnTo>
                                <a:pt x="1490072" y="440035"/>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70000" lnSpcReduction="20000"/>
                </a:bodyPr>
                <a:lstStyle/>
                <a:p>
                  <a:pPr marL="0" algn="l"/>
                  <a:endParaRPr/>
                </a:p>
              </p:txBody>
            </p:sp>
            <p:sp>
              <p:nvSpPr>
                <p:cNvPr id="39" name="Freeform 113">
                  <a:extLst>
                    <a:ext uri="{FF2B5EF4-FFF2-40B4-BE49-F238E27FC236}">
                      <a16:creationId xmlns:a16="http://schemas.microsoft.com/office/drawing/2014/main" id="{0A68BA14-CED2-D470-9425-6B32281FBA7C}"/>
                    </a:ext>
                  </a:extLst>
                </p:cNvPr>
                <p:cNvSpPr/>
                <p:nvPr/>
              </p:nvSpPr>
              <p:spPr>
                <a:xfrm>
                  <a:off x="8028408" y="4684069"/>
                  <a:ext cx="1398817" cy="320015"/>
                </a:xfrm>
                <a:custGeom>
                  <a:avLst/>
                  <a:gdLst>
                    <a:gd name="connsiteX0" fmla="*/ 809421 w 809421"/>
                    <a:gd name="connsiteY0" fmla="*/ 185175 h 185175"/>
                    <a:gd name="connsiteX1" fmla="*/ 411091 w 809421"/>
                    <a:gd name="connsiteY1" fmla="*/ 185175 h 185175"/>
                    <a:gd name="connsiteX2" fmla="*/ 43401 w 809421"/>
                    <a:gd name="connsiteY2" fmla="*/ 185175 h 185175"/>
                    <a:gd name="connsiteX3" fmla="*/ 0 w 809421"/>
                    <a:gd name="connsiteY3" fmla="*/ 141774 h 185175"/>
                    <a:gd name="connsiteX4" fmla="*/ 0 w 809421"/>
                    <a:gd name="connsiteY4" fmla="*/ 43401 h 185175"/>
                    <a:gd name="connsiteX5" fmla="*/ 43401 w 809421"/>
                    <a:gd name="connsiteY5" fmla="*/ 0 h 185175"/>
                    <a:gd name="connsiteX6" fmla="*/ 411091 w 809421"/>
                    <a:gd name="connsiteY6" fmla="*/ 0 h 185175"/>
                    <a:gd name="connsiteX7" fmla="*/ 809421 w 809421"/>
                    <a:gd name="connsiteY7" fmla="*/ 0 h 185175"/>
                    <a:gd name="connsiteX8" fmla="*/ 809421 w 809421"/>
                    <a:gd name="connsiteY8" fmla="*/ 185175 h 185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9421" h="185175" fill="none" extrusionOk="0">
                      <a:moveTo>
                        <a:pt x="809421" y="185175"/>
                      </a:moveTo>
                      <a:cubicBezTo>
                        <a:pt x="686036" y="172588"/>
                        <a:pt x="563011" y="166754"/>
                        <a:pt x="411091" y="185175"/>
                      </a:cubicBezTo>
                      <a:cubicBezTo>
                        <a:pt x="259171" y="203597"/>
                        <a:pt x="126799" y="171425"/>
                        <a:pt x="43401" y="185175"/>
                      </a:cubicBezTo>
                      <a:cubicBezTo>
                        <a:pt x="17879" y="189932"/>
                        <a:pt x="-231" y="168759"/>
                        <a:pt x="0" y="141774"/>
                      </a:cubicBezTo>
                      <a:cubicBezTo>
                        <a:pt x="4372" y="93239"/>
                        <a:pt x="462" y="80615"/>
                        <a:pt x="0" y="43401"/>
                      </a:cubicBezTo>
                      <a:cubicBezTo>
                        <a:pt x="3494" y="21600"/>
                        <a:pt x="17922" y="4516"/>
                        <a:pt x="43401" y="0"/>
                      </a:cubicBezTo>
                      <a:cubicBezTo>
                        <a:pt x="178235" y="-9857"/>
                        <a:pt x="268748" y="-1201"/>
                        <a:pt x="411091" y="0"/>
                      </a:cubicBezTo>
                      <a:cubicBezTo>
                        <a:pt x="553434" y="1201"/>
                        <a:pt x="658723" y="3268"/>
                        <a:pt x="809421" y="0"/>
                      </a:cubicBezTo>
                      <a:cubicBezTo>
                        <a:pt x="810323" y="41898"/>
                        <a:pt x="810866" y="94626"/>
                        <a:pt x="809421" y="185175"/>
                      </a:cubicBezTo>
                      <a:close/>
                    </a:path>
                    <a:path w="809421" h="185175" stroke="0" extrusionOk="0">
                      <a:moveTo>
                        <a:pt x="809421" y="185175"/>
                      </a:moveTo>
                      <a:cubicBezTo>
                        <a:pt x="704413" y="177951"/>
                        <a:pt x="584546" y="198974"/>
                        <a:pt x="449392" y="185175"/>
                      </a:cubicBezTo>
                      <a:cubicBezTo>
                        <a:pt x="314238" y="171376"/>
                        <a:pt x="223718" y="199960"/>
                        <a:pt x="43401" y="185175"/>
                      </a:cubicBezTo>
                      <a:cubicBezTo>
                        <a:pt x="17283" y="183398"/>
                        <a:pt x="2984" y="170277"/>
                        <a:pt x="0" y="141774"/>
                      </a:cubicBezTo>
                      <a:cubicBezTo>
                        <a:pt x="3321" y="94802"/>
                        <a:pt x="-2686" y="79805"/>
                        <a:pt x="0" y="43401"/>
                      </a:cubicBezTo>
                      <a:cubicBezTo>
                        <a:pt x="3461" y="18661"/>
                        <a:pt x="22317" y="-3796"/>
                        <a:pt x="43401" y="0"/>
                      </a:cubicBezTo>
                      <a:cubicBezTo>
                        <a:pt x="222272" y="7213"/>
                        <a:pt x="272807" y="14079"/>
                        <a:pt x="411091" y="0"/>
                      </a:cubicBezTo>
                      <a:cubicBezTo>
                        <a:pt x="549375" y="-14079"/>
                        <a:pt x="625463" y="-9125"/>
                        <a:pt x="809421" y="0"/>
                      </a:cubicBezTo>
                      <a:cubicBezTo>
                        <a:pt x="808779" y="78049"/>
                        <a:pt x="816195" y="140883"/>
                        <a:pt x="809421" y="185175"/>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532701909">
                        <a:custGeom>
                          <a:avLst/>
                          <a:gdLst/>
                          <a:ahLst/>
                          <a:cxnLst/>
                          <a:rect l="l" t="t" r="r" b="b"/>
                          <a:pathLst>
                            <a:path w="1398817" h="320015">
                              <a:moveTo>
                                <a:pt x="1398817" y="320016"/>
                              </a:moveTo>
                              <a:lnTo>
                                <a:pt x="75005" y="320016"/>
                              </a:lnTo>
                              <a:cubicBezTo>
                                <a:pt x="33583" y="320016"/>
                                <a:pt x="0" y="286437"/>
                                <a:pt x="0" y="245011"/>
                              </a:cubicBezTo>
                              <a:lnTo>
                                <a:pt x="0" y="75005"/>
                              </a:lnTo>
                              <a:cubicBezTo>
                                <a:pt x="0" y="33583"/>
                                <a:pt x="33583" y="0"/>
                                <a:pt x="75005" y="0"/>
                              </a:cubicBezTo>
                              <a:lnTo>
                                <a:pt x="1398817" y="0"/>
                              </a:lnTo>
                              <a:lnTo>
                                <a:pt x="1398817" y="320016"/>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40000" lnSpcReduction="20000"/>
                </a:bodyPr>
                <a:lstStyle/>
                <a:p>
                  <a:pPr marL="0" algn="l"/>
                  <a:endParaRPr/>
                </a:p>
              </p:txBody>
            </p:sp>
            <p:sp>
              <p:nvSpPr>
                <p:cNvPr id="40" name="Freeform 114">
                  <a:extLst>
                    <a:ext uri="{FF2B5EF4-FFF2-40B4-BE49-F238E27FC236}">
                      <a16:creationId xmlns:a16="http://schemas.microsoft.com/office/drawing/2014/main" id="{0EEAB084-F358-CAAD-A030-8CFC8BB6FB43}"/>
                    </a:ext>
                  </a:extLst>
                </p:cNvPr>
                <p:cNvSpPr/>
                <p:nvPr/>
              </p:nvSpPr>
              <p:spPr>
                <a:xfrm>
                  <a:off x="8028412" y="4684065"/>
                  <a:ext cx="1398818" cy="78309"/>
                </a:xfrm>
                <a:custGeom>
                  <a:avLst/>
                  <a:gdLst>
                    <a:gd name="connsiteX0" fmla="*/ 0 w 809422"/>
                    <a:gd name="connsiteY0" fmla="*/ 43401 h 45313"/>
                    <a:gd name="connsiteX1" fmla="*/ 43401 w 809422"/>
                    <a:gd name="connsiteY1" fmla="*/ 0 h 45313"/>
                    <a:gd name="connsiteX2" fmla="*/ 441732 w 809422"/>
                    <a:gd name="connsiteY2" fmla="*/ 0 h 45313"/>
                    <a:gd name="connsiteX3" fmla="*/ 809422 w 809422"/>
                    <a:gd name="connsiteY3" fmla="*/ 0 h 45313"/>
                    <a:gd name="connsiteX4" fmla="*/ 809422 w 809422"/>
                    <a:gd name="connsiteY4" fmla="*/ 45313 h 45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9422" h="45313" extrusionOk="0">
                      <a:moveTo>
                        <a:pt x="0" y="43401"/>
                      </a:moveTo>
                      <a:cubicBezTo>
                        <a:pt x="3740" y="17620"/>
                        <a:pt x="18326" y="-16"/>
                        <a:pt x="43401" y="0"/>
                      </a:cubicBezTo>
                      <a:cubicBezTo>
                        <a:pt x="166419" y="4293"/>
                        <a:pt x="317079" y="-11871"/>
                        <a:pt x="441732" y="0"/>
                      </a:cubicBezTo>
                      <a:cubicBezTo>
                        <a:pt x="566385" y="11871"/>
                        <a:pt x="722413" y="-4198"/>
                        <a:pt x="809422" y="0"/>
                      </a:cubicBezTo>
                      <a:cubicBezTo>
                        <a:pt x="809536" y="11521"/>
                        <a:pt x="807237" y="32745"/>
                        <a:pt x="809422" y="45313"/>
                      </a:cubicBezTo>
                    </a:path>
                  </a:pathLst>
                </a:custGeom>
                <a:ln>
                  <a:extLst>
                    <a:ext uri="{C807C97D-BFC1-408E-A445-0C87EB9F89A2}">
                      <ask:lineSketchStyleProps xmlns:ask="http://schemas.microsoft.com/office/drawing/2018/sketchyshapes" sd="1558059518">
                        <a:custGeom>
                          <a:avLst/>
                          <a:gdLst/>
                          <a:ahLst/>
                          <a:cxnLst/>
                          <a:rect l="l" t="t" r="r" b="b"/>
                          <a:pathLst>
                            <a:path w="1398818" h="78309">
                              <a:moveTo>
                                <a:pt x="0" y="75005"/>
                              </a:moveTo>
                              <a:cubicBezTo>
                                <a:pt x="0" y="33583"/>
                                <a:pt x="33583" y="0"/>
                                <a:pt x="75005" y="0"/>
                              </a:cubicBezTo>
                              <a:lnTo>
                                <a:pt x="1398818" y="0"/>
                              </a:lnTo>
                              <a:lnTo>
                                <a:pt x="1398818" y="78310"/>
                              </a:lnTo>
                            </a:path>
                          </a:pathLst>
                        </a:custGeom>
                        <ask:type>
                          <ask:lineSketchFreehand/>
                        </ask:type>
                      </ask:lineSketchStyleProps>
                    </a:ext>
                  </a:extLst>
                </a:ln>
              </p:spPr>
              <p:style>
                <a:lnRef idx="1">
                  <a:schemeClr val="accent3">
                    <a:lumMod val="67000"/>
                  </a:schemeClr>
                </a:lnRef>
                <a:fillRef idx="0">
                  <a:schemeClr val="accent3">
                    <a:lumMod val="67000"/>
                  </a:schemeClr>
                </a:fillRef>
                <a:effectRef idx="0">
                  <a:schemeClr val="accent3">
                    <a:lumMod val="67000"/>
                  </a:schemeClr>
                </a:effectRef>
                <a:fontRef idx="minor">
                  <a:schemeClr val="tx1"/>
                </a:fontRef>
              </p:style>
              <p:txBody>
                <a:bodyPr vert="horz" lIns="91440" tIns="45720" rIns="91440" bIns="45720" anchor="ctr">
                  <a:normAutofit fontScale="25000" lnSpcReduction="20000"/>
                </a:bodyPr>
                <a:lstStyle/>
                <a:p>
                  <a:pPr marL="0" algn="l"/>
                  <a:endParaRPr/>
                </a:p>
              </p:txBody>
            </p:sp>
            <p:sp>
              <p:nvSpPr>
                <p:cNvPr id="41" name="Freeform 115">
                  <a:extLst>
                    <a:ext uri="{FF2B5EF4-FFF2-40B4-BE49-F238E27FC236}">
                      <a16:creationId xmlns:a16="http://schemas.microsoft.com/office/drawing/2014/main" id="{F8FFC988-3771-F6B9-6839-717E4DB152C7}"/>
                    </a:ext>
                  </a:extLst>
                </p:cNvPr>
                <p:cNvSpPr/>
                <p:nvPr/>
              </p:nvSpPr>
              <p:spPr>
                <a:xfrm>
                  <a:off x="8213419" y="4815083"/>
                  <a:ext cx="1162550" cy="16360"/>
                </a:xfrm>
                <a:custGeom>
                  <a:avLst/>
                  <a:gdLst>
                    <a:gd name="connsiteX0" fmla="*/ 0 w 10000"/>
                    <a:gd name="connsiteY0" fmla="*/ 4998 h 10000"/>
                    <a:gd name="connsiteX1" fmla="*/ 2500 w 10000"/>
                    <a:gd name="connsiteY1" fmla="*/ 1110 h 10000"/>
                    <a:gd name="connsiteX2" fmla="*/ 5000 w 10000"/>
                    <a:gd name="connsiteY2" fmla="*/ 0 h 10000"/>
                    <a:gd name="connsiteX3" fmla="*/ 7500 w 10000"/>
                    <a:gd name="connsiteY3" fmla="*/ 1097 h 10000"/>
                    <a:gd name="connsiteX4" fmla="*/ 10000 w 10000"/>
                    <a:gd name="connsiteY4" fmla="*/ 5001 h 10000"/>
                    <a:gd name="connsiteX5" fmla="*/ 7500 w 10000"/>
                    <a:gd name="connsiteY5" fmla="*/ 8905 h 10000"/>
                    <a:gd name="connsiteX6" fmla="*/ 5000 w 10000"/>
                    <a:gd name="connsiteY6" fmla="*/ 10000 h 10000"/>
                    <a:gd name="connsiteX7" fmla="*/ 2500 w 10000"/>
                    <a:gd name="connsiteY7" fmla="*/ 8889 h 10000"/>
                    <a:gd name="connsiteX8" fmla="*/ 0 w 10000"/>
                    <a:gd name="connsiteY8" fmla="*/ 4998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00" fill="none" extrusionOk="0">
                      <a:moveTo>
                        <a:pt x="0" y="4998"/>
                      </a:moveTo>
                      <a:cubicBezTo>
                        <a:pt x="712" y="2884"/>
                        <a:pt x="1691" y="1919"/>
                        <a:pt x="2500" y="1110"/>
                      </a:cubicBezTo>
                      <a:cubicBezTo>
                        <a:pt x="3506" y="789"/>
                        <a:pt x="4148" y="397"/>
                        <a:pt x="5000" y="0"/>
                      </a:cubicBezTo>
                      <a:cubicBezTo>
                        <a:pt x="6011" y="333"/>
                        <a:pt x="6680" y="683"/>
                        <a:pt x="7500" y="1097"/>
                      </a:cubicBezTo>
                      <a:cubicBezTo>
                        <a:pt x="8209" y="1591"/>
                        <a:pt x="9429" y="3294"/>
                        <a:pt x="10000" y="5001"/>
                      </a:cubicBezTo>
                      <a:cubicBezTo>
                        <a:pt x="9135" y="6951"/>
                        <a:pt x="8308" y="8316"/>
                        <a:pt x="7500" y="8905"/>
                      </a:cubicBezTo>
                      <a:cubicBezTo>
                        <a:pt x="6395" y="9291"/>
                        <a:pt x="6120" y="9372"/>
                        <a:pt x="5000" y="10000"/>
                      </a:cubicBezTo>
                      <a:cubicBezTo>
                        <a:pt x="4410" y="9868"/>
                        <a:pt x="3526" y="9317"/>
                        <a:pt x="2500" y="8889"/>
                      </a:cubicBezTo>
                      <a:cubicBezTo>
                        <a:pt x="1833" y="8100"/>
                        <a:pt x="885" y="7170"/>
                        <a:pt x="0" y="4998"/>
                      </a:cubicBezTo>
                      <a:close/>
                    </a:path>
                    <a:path w="10000" h="10000" stroke="0" extrusionOk="0">
                      <a:moveTo>
                        <a:pt x="0" y="4998"/>
                      </a:moveTo>
                      <a:cubicBezTo>
                        <a:pt x="809" y="3079"/>
                        <a:pt x="1496" y="1574"/>
                        <a:pt x="2500" y="1110"/>
                      </a:cubicBezTo>
                      <a:cubicBezTo>
                        <a:pt x="3507" y="548"/>
                        <a:pt x="4473" y="302"/>
                        <a:pt x="5000" y="0"/>
                      </a:cubicBezTo>
                      <a:cubicBezTo>
                        <a:pt x="5896" y="436"/>
                        <a:pt x="6903" y="849"/>
                        <a:pt x="7500" y="1097"/>
                      </a:cubicBezTo>
                      <a:cubicBezTo>
                        <a:pt x="8121" y="1715"/>
                        <a:pt x="9308" y="3224"/>
                        <a:pt x="10000" y="5001"/>
                      </a:cubicBezTo>
                      <a:cubicBezTo>
                        <a:pt x="9119" y="6800"/>
                        <a:pt x="8560" y="8307"/>
                        <a:pt x="7500" y="8905"/>
                      </a:cubicBezTo>
                      <a:cubicBezTo>
                        <a:pt x="6559" y="9279"/>
                        <a:pt x="5807" y="9735"/>
                        <a:pt x="5000" y="10000"/>
                      </a:cubicBezTo>
                      <a:cubicBezTo>
                        <a:pt x="3839" y="9380"/>
                        <a:pt x="3085" y="9027"/>
                        <a:pt x="2500" y="8889"/>
                      </a:cubicBezTo>
                      <a:cubicBezTo>
                        <a:pt x="1779" y="8356"/>
                        <a:pt x="705" y="7177"/>
                        <a:pt x="0" y="4998"/>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885835494">
                        <a:custGeom>
                          <a:avLst/>
                          <a:gdLst/>
                          <a:ahLst/>
                          <a:cxnLst/>
                          <a:rect l="l" t="t" r="r" b="b"/>
                          <a:pathLst>
                            <a:path w="1162550" h="16360">
                              <a:moveTo>
                                <a:pt x="0" y="8178"/>
                              </a:moveTo>
                              <a:cubicBezTo>
                                <a:pt x="96882" y="5015"/>
                                <a:pt x="193760" y="2893"/>
                                <a:pt x="290638" y="1817"/>
                              </a:cubicBezTo>
                              <a:cubicBezTo>
                                <a:pt x="387516" y="510"/>
                                <a:pt x="484398" y="163"/>
                                <a:pt x="581276" y="0"/>
                              </a:cubicBezTo>
                              <a:cubicBezTo>
                                <a:pt x="678153" y="145"/>
                                <a:pt x="775035" y="493"/>
                                <a:pt x="871913" y="1796"/>
                              </a:cubicBezTo>
                              <a:cubicBezTo>
                                <a:pt x="968791" y="2867"/>
                                <a:pt x="1065674" y="5002"/>
                                <a:pt x="1162551" y="8182"/>
                              </a:cubicBezTo>
                              <a:cubicBezTo>
                                <a:pt x="1065670" y="11363"/>
                                <a:pt x="968791" y="13497"/>
                                <a:pt x="871913" y="14569"/>
                              </a:cubicBezTo>
                              <a:cubicBezTo>
                                <a:pt x="775031" y="15872"/>
                                <a:pt x="678153" y="16219"/>
                                <a:pt x="581276" y="16361"/>
                              </a:cubicBezTo>
                              <a:cubicBezTo>
                                <a:pt x="484393" y="16197"/>
                                <a:pt x="387516" y="15851"/>
                                <a:pt x="290638" y="14543"/>
                              </a:cubicBezTo>
                              <a:cubicBezTo>
                                <a:pt x="193760" y="13463"/>
                                <a:pt x="96882" y="11341"/>
                                <a:pt x="0" y="8178"/>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42" name="Freeform 116">
                  <a:extLst>
                    <a:ext uri="{FF2B5EF4-FFF2-40B4-BE49-F238E27FC236}">
                      <a16:creationId xmlns:a16="http://schemas.microsoft.com/office/drawing/2014/main" id="{3FB2E0FA-CBC1-2CE6-F30D-078FB602AD99}"/>
                    </a:ext>
                  </a:extLst>
                </p:cNvPr>
                <p:cNvSpPr/>
                <p:nvPr/>
              </p:nvSpPr>
              <p:spPr>
                <a:xfrm>
                  <a:off x="8108415" y="4883963"/>
                  <a:ext cx="1162555" cy="16360"/>
                </a:xfrm>
                <a:custGeom>
                  <a:avLst/>
                  <a:gdLst>
                    <a:gd name="connsiteX0" fmla="*/ 0 w 10000"/>
                    <a:gd name="connsiteY0" fmla="*/ 4998 h 10000"/>
                    <a:gd name="connsiteX1" fmla="*/ 2500 w 10000"/>
                    <a:gd name="connsiteY1" fmla="*/ 1111 h 10000"/>
                    <a:gd name="connsiteX2" fmla="*/ 5000 w 10000"/>
                    <a:gd name="connsiteY2" fmla="*/ 0 h 10000"/>
                    <a:gd name="connsiteX3" fmla="*/ 7500 w 10000"/>
                    <a:gd name="connsiteY3" fmla="*/ 1097 h 10000"/>
                    <a:gd name="connsiteX4" fmla="*/ 10000 w 10000"/>
                    <a:gd name="connsiteY4" fmla="*/ 5002 h 10000"/>
                    <a:gd name="connsiteX5" fmla="*/ 7500 w 10000"/>
                    <a:gd name="connsiteY5" fmla="*/ 8905 h 10000"/>
                    <a:gd name="connsiteX6" fmla="*/ 5000 w 10000"/>
                    <a:gd name="connsiteY6" fmla="*/ 10000 h 10000"/>
                    <a:gd name="connsiteX7" fmla="*/ 2500 w 10000"/>
                    <a:gd name="connsiteY7" fmla="*/ 8890 h 10000"/>
                    <a:gd name="connsiteX8" fmla="*/ 0 w 10000"/>
                    <a:gd name="connsiteY8" fmla="*/ 4998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00" fill="none" extrusionOk="0">
                      <a:moveTo>
                        <a:pt x="0" y="4998"/>
                      </a:moveTo>
                      <a:cubicBezTo>
                        <a:pt x="1041" y="2990"/>
                        <a:pt x="1687" y="1851"/>
                        <a:pt x="2500" y="1111"/>
                      </a:cubicBezTo>
                      <a:cubicBezTo>
                        <a:pt x="3114" y="885"/>
                        <a:pt x="4321" y="296"/>
                        <a:pt x="5000" y="0"/>
                      </a:cubicBezTo>
                      <a:cubicBezTo>
                        <a:pt x="5462" y="317"/>
                        <a:pt x="6939" y="721"/>
                        <a:pt x="7500" y="1097"/>
                      </a:cubicBezTo>
                      <a:cubicBezTo>
                        <a:pt x="8419" y="1377"/>
                        <a:pt x="9087" y="3254"/>
                        <a:pt x="10000" y="5002"/>
                      </a:cubicBezTo>
                      <a:cubicBezTo>
                        <a:pt x="9117" y="6975"/>
                        <a:pt x="8334" y="8189"/>
                        <a:pt x="7500" y="8905"/>
                      </a:cubicBezTo>
                      <a:cubicBezTo>
                        <a:pt x="6570" y="9359"/>
                        <a:pt x="5609" y="9807"/>
                        <a:pt x="5000" y="10000"/>
                      </a:cubicBezTo>
                      <a:cubicBezTo>
                        <a:pt x="3874" y="9621"/>
                        <a:pt x="3166" y="9235"/>
                        <a:pt x="2500" y="8890"/>
                      </a:cubicBezTo>
                      <a:cubicBezTo>
                        <a:pt x="1650" y="8488"/>
                        <a:pt x="650" y="6882"/>
                        <a:pt x="0" y="4998"/>
                      </a:cubicBezTo>
                      <a:close/>
                    </a:path>
                    <a:path w="10000" h="10000" stroke="0" extrusionOk="0">
                      <a:moveTo>
                        <a:pt x="0" y="4998"/>
                      </a:moveTo>
                      <a:cubicBezTo>
                        <a:pt x="703" y="3252"/>
                        <a:pt x="1685" y="1738"/>
                        <a:pt x="2500" y="1111"/>
                      </a:cubicBezTo>
                      <a:cubicBezTo>
                        <a:pt x="3340" y="670"/>
                        <a:pt x="3773" y="460"/>
                        <a:pt x="5000" y="0"/>
                      </a:cubicBezTo>
                      <a:cubicBezTo>
                        <a:pt x="5554" y="280"/>
                        <a:pt x="6878" y="869"/>
                        <a:pt x="7500" y="1097"/>
                      </a:cubicBezTo>
                      <a:cubicBezTo>
                        <a:pt x="8200" y="1560"/>
                        <a:pt x="9038" y="3292"/>
                        <a:pt x="10000" y="5002"/>
                      </a:cubicBezTo>
                      <a:cubicBezTo>
                        <a:pt x="9041" y="6967"/>
                        <a:pt x="8404" y="8056"/>
                        <a:pt x="7500" y="8905"/>
                      </a:cubicBezTo>
                      <a:cubicBezTo>
                        <a:pt x="6413" y="9503"/>
                        <a:pt x="5848" y="9731"/>
                        <a:pt x="5000" y="10000"/>
                      </a:cubicBezTo>
                      <a:cubicBezTo>
                        <a:pt x="3806" y="9353"/>
                        <a:pt x="3659" y="9453"/>
                        <a:pt x="2500" y="8890"/>
                      </a:cubicBezTo>
                      <a:cubicBezTo>
                        <a:pt x="1804" y="8304"/>
                        <a:pt x="897" y="6922"/>
                        <a:pt x="0" y="4998"/>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977977984">
                        <a:custGeom>
                          <a:avLst/>
                          <a:gdLst/>
                          <a:ahLst/>
                          <a:cxnLst/>
                          <a:rect l="l" t="t" r="r" b="b"/>
                          <a:pathLst>
                            <a:path w="1162555" h="16360">
                              <a:moveTo>
                                <a:pt x="0" y="8179"/>
                              </a:moveTo>
                              <a:cubicBezTo>
                                <a:pt x="96882" y="5015"/>
                                <a:pt x="193760" y="2893"/>
                                <a:pt x="290638" y="1818"/>
                              </a:cubicBezTo>
                              <a:cubicBezTo>
                                <a:pt x="387520" y="510"/>
                                <a:pt x="484398" y="163"/>
                                <a:pt x="581280" y="0"/>
                              </a:cubicBezTo>
                              <a:cubicBezTo>
                                <a:pt x="678158" y="146"/>
                                <a:pt x="775035" y="493"/>
                                <a:pt x="871917" y="1796"/>
                              </a:cubicBezTo>
                              <a:cubicBezTo>
                                <a:pt x="968795" y="2863"/>
                                <a:pt x="1065677" y="5002"/>
                                <a:pt x="1162555" y="8183"/>
                              </a:cubicBezTo>
                              <a:cubicBezTo>
                                <a:pt x="1065673" y="11363"/>
                                <a:pt x="968795" y="13498"/>
                                <a:pt x="871917" y="14569"/>
                              </a:cubicBezTo>
                              <a:cubicBezTo>
                                <a:pt x="775035" y="15872"/>
                                <a:pt x="678158" y="16219"/>
                                <a:pt x="581280" y="16361"/>
                              </a:cubicBezTo>
                              <a:cubicBezTo>
                                <a:pt x="484398" y="16198"/>
                                <a:pt x="387520" y="15851"/>
                                <a:pt x="290638" y="14544"/>
                              </a:cubicBezTo>
                              <a:cubicBezTo>
                                <a:pt x="193760" y="13463"/>
                                <a:pt x="96878" y="11337"/>
                                <a:pt x="0" y="8179"/>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grpSp>
          <p:grpSp>
            <p:nvGrpSpPr>
              <p:cNvPr id="15" name="Group 117">
                <a:extLst>
                  <a:ext uri="{FF2B5EF4-FFF2-40B4-BE49-F238E27FC236}">
                    <a16:creationId xmlns:a16="http://schemas.microsoft.com/office/drawing/2014/main" id="{C44C443D-3DC8-10F2-359C-498D0497E346}"/>
                  </a:ext>
                </a:extLst>
              </p:cNvPr>
              <p:cNvGrpSpPr/>
              <p:nvPr/>
            </p:nvGrpSpPr>
            <p:grpSpPr>
              <a:xfrm>
                <a:off x="8036538" y="4057154"/>
                <a:ext cx="1640073" cy="342509"/>
                <a:chOff x="8036538" y="4057154"/>
                <a:chExt cx="1640073" cy="342509"/>
              </a:xfrm>
              <a:grpFill/>
            </p:grpSpPr>
            <p:sp>
              <p:nvSpPr>
                <p:cNvPr id="32" name="Freeform 118">
                  <a:extLst>
                    <a:ext uri="{FF2B5EF4-FFF2-40B4-BE49-F238E27FC236}">
                      <a16:creationId xmlns:a16="http://schemas.microsoft.com/office/drawing/2014/main" id="{CE614A62-EC6C-94A0-7C28-AC4857135041}"/>
                    </a:ext>
                  </a:extLst>
                </p:cNvPr>
                <p:cNvSpPr/>
                <p:nvPr/>
              </p:nvSpPr>
              <p:spPr>
                <a:xfrm>
                  <a:off x="8186540" y="4057154"/>
                  <a:ext cx="1490072" cy="342509"/>
                </a:xfrm>
                <a:custGeom>
                  <a:avLst/>
                  <a:gdLst>
                    <a:gd name="connsiteX0" fmla="*/ 2 w 862225"/>
                    <a:gd name="connsiteY0" fmla="*/ 198192 h 198192"/>
                    <a:gd name="connsiteX1" fmla="*/ 389679 w 862225"/>
                    <a:gd name="connsiteY1" fmla="*/ 198192 h 198192"/>
                    <a:gd name="connsiteX2" fmla="*/ 749381 w 862225"/>
                    <a:gd name="connsiteY2" fmla="*/ 198192 h 198192"/>
                    <a:gd name="connsiteX3" fmla="*/ 862224 w 862225"/>
                    <a:gd name="connsiteY3" fmla="*/ 110355 h 198192"/>
                    <a:gd name="connsiteX4" fmla="*/ 862224 w 862225"/>
                    <a:gd name="connsiteY4" fmla="*/ 87834 h 198192"/>
                    <a:gd name="connsiteX5" fmla="*/ 749381 w 862225"/>
                    <a:gd name="connsiteY5" fmla="*/ 0 h 198192"/>
                    <a:gd name="connsiteX6" fmla="*/ 397173 w 862225"/>
                    <a:gd name="connsiteY6" fmla="*/ 0 h 198192"/>
                    <a:gd name="connsiteX7" fmla="*/ 2 w 862225"/>
                    <a:gd name="connsiteY7" fmla="*/ 0 h 198192"/>
                    <a:gd name="connsiteX8" fmla="*/ 2 w 862225"/>
                    <a:gd name="connsiteY8" fmla="*/ 27026 h 198192"/>
                    <a:gd name="connsiteX9" fmla="*/ 697299 w 862225"/>
                    <a:gd name="connsiteY9" fmla="*/ 27026 h 198192"/>
                    <a:gd name="connsiteX10" fmla="*/ 740701 w 862225"/>
                    <a:gd name="connsiteY10" fmla="*/ 60810 h 198192"/>
                    <a:gd name="connsiteX11" fmla="*/ 740701 w 862225"/>
                    <a:gd name="connsiteY11" fmla="*/ 137382 h 198192"/>
                    <a:gd name="connsiteX12" fmla="*/ 697299 w 862225"/>
                    <a:gd name="connsiteY12" fmla="*/ 171165 h 198192"/>
                    <a:gd name="connsiteX13" fmla="*/ 0 w 862225"/>
                    <a:gd name="connsiteY13" fmla="*/ 171165 h 198192"/>
                    <a:gd name="connsiteX14" fmla="*/ 0 w 862225"/>
                    <a:gd name="connsiteY14" fmla="*/ 198192 h 198192"/>
                    <a:gd name="connsiteX15" fmla="*/ 2 w 862225"/>
                    <a:gd name="connsiteY15" fmla="*/ 198192 h 198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62225" h="198192" fill="none" extrusionOk="0">
                      <a:moveTo>
                        <a:pt x="2" y="198192"/>
                      </a:moveTo>
                      <a:cubicBezTo>
                        <a:pt x="116113" y="214498"/>
                        <a:pt x="201875" y="197056"/>
                        <a:pt x="389679" y="198192"/>
                      </a:cubicBezTo>
                      <a:cubicBezTo>
                        <a:pt x="577483" y="199328"/>
                        <a:pt x="633288" y="205052"/>
                        <a:pt x="749381" y="198192"/>
                      </a:cubicBezTo>
                      <a:cubicBezTo>
                        <a:pt x="808443" y="186934"/>
                        <a:pt x="860045" y="153695"/>
                        <a:pt x="862224" y="110355"/>
                      </a:cubicBezTo>
                      <a:cubicBezTo>
                        <a:pt x="862294" y="102658"/>
                        <a:pt x="861622" y="96350"/>
                        <a:pt x="862224" y="87834"/>
                      </a:cubicBezTo>
                      <a:cubicBezTo>
                        <a:pt x="861361" y="40457"/>
                        <a:pt x="816893" y="-330"/>
                        <a:pt x="749381" y="0"/>
                      </a:cubicBezTo>
                      <a:cubicBezTo>
                        <a:pt x="643669" y="-10612"/>
                        <a:pt x="480696" y="6503"/>
                        <a:pt x="397173" y="0"/>
                      </a:cubicBezTo>
                      <a:cubicBezTo>
                        <a:pt x="313650" y="-6503"/>
                        <a:pt x="97044" y="-3433"/>
                        <a:pt x="2" y="0"/>
                      </a:cubicBezTo>
                      <a:cubicBezTo>
                        <a:pt x="-859" y="8071"/>
                        <a:pt x="1171" y="18125"/>
                        <a:pt x="2" y="27026"/>
                      </a:cubicBezTo>
                      <a:cubicBezTo>
                        <a:pt x="159419" y="61628"/>
                        <a:pt x="529730" y="45777"/>
                        <a:pt x="697299" y="27026"/>
                      </a:cubicBezTo>
                      <a:cubicBezTo>
                        <a:pt x="724315" y="25891"/>
                        <a:pt x="740297" y="39399"/>
                        <a:pt x="740701" y="60810"/>
                      </a:cubicBezTo>
                      <a:cubicBezTo>
                        <a:pt x="744260" y="77633"/>
                        <a:pt x="740575" y="119247"/>
                        <a:pt x="740701" y="137382"/>
                      </a:cubicBezTo>
                      <a:cubicBezTo>
                        <a:pt x="743191" y="152976"/>
                        <a:pt x="725528" y="172926"/>
                        <a:pt x="697299" y="171165"/>
                      </a:cubicBezTo>
                      <a:cubicBezTo>
                        <a:pt x="416388" y="192397"/>
                        <a:pt x="241061" y="153851"/>
                        <a:pt x="0" y="171165"/>
                      </a:cubicBezTo>
                      <a:cubicBezTo>
                        <a:pt x="414" y="183941"/>
                        <a:pt x="-1160" y="184729"/>
                        <a:pt x="0" y="198192"/>
                      </a:cubicBezTo>
                      <a:lnTo>
                        <a:pt x="2" y="198192"/>
                      </a:lnTo>
                      <a:close/>
                    </a:path>
                    <a:path w="862225" h="198192" stroke="0" extrusionOk="0">
                      <a:moveTo>
                        <a:pt x="2" y="198192"/>
                      </a:moveTo>
                      <a:cubicBezTo>
                        <a:pt x="126032" y="195079"/>
                        <a:pt x="203472" y="200906"/>
                        <a:pt x="359704" y="198192"/>
                      </a:cubicBezTo>
                      <a:cubicBezTo>
                        <a:pt x="515936" y="195478"/>
                        <a:pt x="647035" y="216437"/>
                        <a:pt x="749381" y="198192"/>
                      </a:cubicBezTo>
                      <a:cubicBezTo>
                        <a:pt x="802731" y="202601"/>
                        <a:pt x="866862" y="162107"/>
                        <a:pt x="862224" y="110355"/>
                      </a:cubicBezTo>
                      <a:cubicBezTo>
                        <a:pt x="862741" y="103924"/>
                        <a:pt x="861143" y="97630"/>
                        <a:pt x="862224" y="87834"/>
                      </a:cubicBezTo>
                      <a:cubicBezTo>
                        <a:pt x="847437" y="35755"/>
                        <a:pt x="823082" y="-9467"/>
                        <a:pt x="749381" y="0"/>
                      </a:cubicBezTo>
                      <a:cubicBezTo>
                        <a:pt x="659997" y="12398"/>
                        <a:pt x="550139" y="-1419"/>
                        <a:pt x="397173" y="0"/>
                      </a:cubicBezTo>
                      <a:cubicBezTo>
                        <a:pt x="244207" y="1419"/>
                        <a:pt x="148979" y="-16554"/>
                        <a:pt x="2" y="0"/>
                      </a:cubicBezTo>
                      <a:cubicBezTo>
                        <a:pt x="628" y="10163"/>
                        <a:pt x="915" y="19032"/>
                        <a:pt x="2" y="27026"/>
                      </a:cubicBezTo>
                      <a:cubicBezTo>
                        <a:pt x="317859" y="60150"/>
                        <a:pt x="392237" y="57149"/>
                        <a:pt x="697299" y="27026"/>
                      </a:cubicBezTo>
                      <a:cubicBezTo>
                        <a:pt x="721219" y="26533"/>
                        <a:pt x="737148" y="42782"/>
                        <a:pt x="740701" y="60810"/>
                      </a:cubicBezTo>
                      <a:cubicBezTo>
                        <a:pt x="738911" y="90851"/>
                        <a:pt x="739133" y="109721"/>
                        <a:pt x="740701" y="137382"/>
                      </a:cubicBezTo>
                      <a:cubicBezTo>
                        <a:pt x="737917" y="158205"/>
                        <a:pt x="721763" y="167317"/>
                        <a:pt x="697299" y="171165"/>
                      </a:cubicBezTo>
                      <a:cubicBezTo>
                        <a:pt x="461412" y="185600"/>
                        <a:pt x="198272" y="173878"/>
                        <a:pt x="0" y="171165"/>
                      </a:cubicBezTo>
                      <a:cubicBezTo>
                        <a:pt x="-40" y="183533"/>
                        <a:pt x="-586" y="187154"/>
                        <a:pt x="0" y="198192"/>
                      </a:cubicBezTo>
                      <a:lnTo>
                        <a:pt x="2" y="198192"/>
                      </a:ln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265539718">
                        <a:custGeom>
                          <a:avLst/>
                          <a:gdLst/>
                          <a:ahLst/>
                          <a:cxnLst/>
                          <a:rect l="l" t="t" r="r" b="b"/>
                          <a:pathLst>
                            <a:path w="1490072" h="342509">
                              <a:moveTo>
                                <a:pt x="4" y="342510"/>
                              </a:moveTo>
                              <a:lnTo>
                                <a:pt x="1295060" y="342510"/>
                              </a:lnTo>
                              <a:cubicBezTo>
                                <a:pt x="1402762" y="342510"/>
                                <a:pt x="1490072" y="274547"/>
                                <a:pt x="1490072" y="190712"/>
                              </a:cubicBezTo>
                              <a:lnTo>
                                <a:pt x="1490072" y="151793"/>
                              </a:lnTo>
                              <a:cubicBezTo>
                                <a:pt x="1490072" y="67958"/>
                                <a:pt x="1402762" y="0"/>
                                <a:pt x="1295060" y="0"/>
                              </a:cubicBezTo>
                              <a:lnTo>
                                <a:pt x="4" y="0"/>
                              </a:lnTo>
                              <a:lnTo>
                                <a:pt x="4" y="46707"/>
                              </a:lnTo>
                              <a:lnTo>
                                <a:pt x="1205053" y="46707"/>
                              </a:lnTo>
                              <a:cubicBezTo>
                                <a:pt x="1246476" y="46707"/>
                                <a:pt x="1280058" y="72845"/>
                                <a:pt x="1280058" y="105090"/>
                              </a:cubicBezTo>
                              <a:lnTo>
                                <a:pt x="1280058" y="237420"/>
                              </a:lnTo>
                              <a:cubicBezTo>
                                <a:pt x="1280058" y="269665"/>
                                <a:pt x="1246480" y="295803"/>
                                <a:pt x="1205053" y="295803"/>
                              </a:cubicBezTo>
                              <a:lnTo>
                                <a:pt x="0" y="295803"/>
                              </a:lnTo>
                              <a:lnTo>
                                <a:pt x="0" y="34251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40000" lnSpcReduction="20000"/>
                </a:bodyPr>
                <a:lstStyle/>
                <a:p>
                  <a:pPr marL="0" algn="l"/>
                  <a:endParaRPr/>
                </a:p>
              </p:txBody>
            </p:sp>
            <p:sp>
              <p:nvSpPr>
                <p:cNvPr id="33" name="Freeform 119">
                  <a:extLst>
                    <a:ext uri="{FF2B5EF4-FFF2-40B4-BE49-F238E27FC236}">
                      <a16:creationId xmlns:a16="http://schemas.microsoft.com/office/drawing/2014/main" id="{11450A1C-18EE-6804-15D5-C1D755FD30E3}"/>
                    </a:ext>
                  </a:extLst>
                </p:cNvPr>
                <p:cNvSpPr/>
                <p:nvPr/>
              </p:nvSpPr>
              <p:spPr>
                <a:xfrm>
                  <a:off x="8036538" y="4057154"/>
                  <a:ext cx="1490063" cy="342509"/>
                </a:xfrm>
                <a:custGeom>
                  <a:avLst/>
                  <a:gdLst>
                    <a:gd name="connsiteX0" fmla="*/ 0 w 862220"/>
                    <a:gd name="connsiteY0" fmla="*/ 198192 h 198192"/>
                    <a:gd name="connsiteX1" fmla="*/ 367196 w 862220"/>
                    <a:gd name="connsiteY1" fmla="*/ 198192 h 198192"/>
                    <a:gd name="connsiteX2" fmla="*/ 749380 w 862220"/>
                    <a:gd name="connsiteY2" fmla="*/ 198192 h 198192"/>
                    <a:gd name="connsiteX3" fmla="*/ 862220 w 862220"/>
                    <a:gd name="connsiteY3" fmla="*/ 110355 h 198192"/>
                    <a:gd name="connsiteX4" fmla="*/ 862220 w 862220"/>
                    <a:gd name="connsiteY4" fmla="*/ 87834 h 198192"/>
                    <a:gd name="connsiteX5" fmla="*/ 749380 w 862220"/>
                    <a:gd name="connsiteY5" fmla="*/ 0 h 198192"/>
                    <a:gd name="connsiteX6" fmla="*/ 382184 w 862220"/>
                    <a:gd name="connsiteY6" fmla="*/ 0 h 198192"/>
                    <a:gd name="connsiteX7" fmla="*/ 0 w 862220"/>
                    <a:gd name="connsiteY7" fmla="*/ 0 h 198192"/>
                    <a:gd name="connsiteX8" fmla="*/ 0 w 862220"/>
                    <a:gd name="connsiteY8" fmla="*/ 27026 h 198192"/>
                    <a:gd name="connsiteX9" fmla="*/ 367196 w 862220"/>
                    <a:gd name="connsiteY9" fmla="*/ 27026 h 198192"/>
                    <a:gd name="connsiteX10" fmla="*/ 749380 w 862220"/>
                    <a:gd name="connsiteY10" fmla="*/ 27026 h 198192"/>
                    <a:gd name="connsiteX11" fmla="*/ 827499 w 862220"/>
                    <a:gd name="connsiteY11" fmla="*/ 87836 h 198192"/>
                    <a:gd name="connsiteX12" fmla="*/ 827499 w 862220"/>
                    <a:gd name="connsiteY12" fmla="*/ 110357 h 198192"/>
                    <a:gd name="connsiteX13" fmla="*/ 749380 w 862220"/>
                    <a:gd name="connsiteY13" fmla="*/ 171168 h 198192"/>
                    <a:gd name="connsiteX14" fmla="*/ 359702 w 862220"/>
                    <a:gd name="connsiteY14" fmla="*/ 171168 h 198192"/>
                    <a:gd name="connsiteX15" fmla="*/ 0 w 862220"/>
                    <a:gd name="connsiteY15" fmla="*/ 171168 h 198192"/>
                    <a:gd name="connsiteX16" fmla="*/ 0 w 862220"/>
                    <a:gd name="connsiteY16" fmla="*/ 198192 h 198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862220" h="198192" fill="none" extrusionOk="0">
                      <a:moveTo>
                        <a:pt x="0" y="198192"/>
                      </a:moveTo>
                      <a:cubicBezTo>
                        <a:pt x="129196" y="208881"/>
                        <a:pt x="197438" y="185938"/>
                        <a:pt x="367196" y="198192"/>
                      </a:cubicBezTo>
                      <a:cubicBezTo>
                        <a:pt x="536954" y="210446"/>
                        <a:pt x="621845" y="205696"/>
                        <a:pt x="749380" y="198192"/>
                      </a:cubicBezTo>
                      <a:cubicBezTo>
                        <a:pt x="811566" y="195298"/>
                        <a:pt x="853974" y="154663"/>
                        <a:pt x="862220" y="110355"/>
                      </a:cubicBezTo>
                      <a:cubicBezTo>
                        <a:pt x="862094" y="104824"/>
                        <a:pt x="863021" y="95913"/>
                        <a:pt x="862220" y="87834"/>
                      </a:cubicBezTo>
                      <a:cubicBezTo>
                        <a:pt x="867385" y="35840"/>
                        <a:pt x="812492" y="-2124"/>
                        <a:pt x="749380" y="0"/>
                      </a:cubicBezTo>
                      <a:cubicBezTo>
                        <a:pt x="621606" y="15120"/>
                        <a:pt x="557780" y="-746"/>
                        <a:pt x="382184" y="0"/>
                      </a:cubicBezTo>
                      <a:cubicBezTo>
                        <a:pt x="206588" y="746"/>
                        <a:pt x="189385" y="13626"/>
                        <a:pt x="0" y="0"/>
                      </a:cubicBezTo>
                      <a:cubicBezTo>
                        <a:pt x="85" y="10217"/>
                        <a:pt x="942" y="21129"/>
                        <a:pt x="0" y="27026"/>
                      </a:cubicBezTo>
                      <a:cubicBezTo>
                        <a:pt x="145179" y="36193"/>
                        <a:pt x="206135" y="28809"/>
                        <a:pt x="367196" y="27026"/>
                      </a:cubicBezTo>
                      <a:cubicBezTo>
                        <a:pt x="528257" y="25243"/>
                        <a:pt x="657890" y="37166"/>
                        <a:pt x="749380" y="27026"/>
                      </a:cubicBezTo>
                      <a:cubicBezTo>
                        <a:pt x="792493" y="33408"/>
                        <a:pt x="832015" y="52402"/>
                        <a:pt x="827499" y="87836"/>
                      </a:cubicBezTo>
                      <a:cubicBezTo>
                        <a:pt x="828513" y="93007"/>
                        <a:pt x="827305" y="99309"/>
                        <a:pt x="827499" y="110357"/>
                      </a:cubicBezTo>
                      <a:cubicBezTo>
                        <a:pt x="826093" y="137330"/>
                        <a:pt x="789172" y="170144"/>
                        <a:pt x="749380" y="171168"/>
                      </a:cubicBezTo>
                      <a:cubicBezTo>
                        <a:pt x="592196" y="183445"/>
                        <a:pt x="536732" y="182190"/>
                        <a:pt x="359702" y="171168"/>
                      </a:cubicBezTo>
                      <a:cubicBezTo>
                        <a:pt x="182672" y="160146"/>
                        <a:pt x="157825" y="159506"/>
                        <a:pt x="0" y="171168"/>
                      </a:cubicBezTo>
                      <a:cubicBezTo>
                        <a:pt x="-1263" y="178747"/>
                        <a:pt x="952" y="190794"/>
                        <a:pt x="0" y="198192"/>
                      </a:cubicBezTo>
                      <a:close/>
                    </a:path>
                    <a:path w="862220" h="198192" stroke="0" extrusionOk="0">
                      <a:moveTo>
                        <a:pt x="0" y="198192"/>
                      </a:moveTo>
                      <a:cubicBezTo>
                        <a:pt x="124454" y="202266"/>
                        <a:pt x="240382" y="196712"/>
                        <a:pt x="389678" y="198192"/>
                      </a:cubicBezTo>
                      <a:cubicBezTo>
                        <a:pt x="538974" y="199672"/>
                        <a:pt x="662702" y="200626"/>
                        <a:pt x="749380" y="198192"/>
                      </a:cubicBezTo>
                      <a:cubicBezTo>
                        <a:pt x="809400" y="194267"/>
                        <a:pt x="863510" y="164194"/>
                        <a:pt x="862220" y="110355"/>
                      </a:cubicBezTo>
                      <a:cubicBezTo>
                        <a:pt x="861469" y="103064"/>
                        <a:pt x="863151" y="93117"/>
                        <a:pt x="862220" y="87834"/>
                      </a:cubicBezTo>
                      <a:cubicBezTo>
                        <a:pt x="862572" y="35688"/>
                        <a:pt x="810244" y="-50"/>
                        <a:pt x="749380" y="0"/>
                      </a:cubicBezTo>
                      <a:cubicBezTo>
                        <a:pt x="613589" y="18114"/>
                        <a:pt x="515398" y="-2469"/>
                        <a:pt x="374690" y="0"/>
                      </a:cubicBezTo>
                      <a:cubicBezTo>
                        <a:pt x="233982" y="2469"/>
                        <a:pt x="142075" y="4328"/>
                        <a:pt x="0" y="0"/>
                      </a:cubicBezTo>
                      <a:cubicBezTo>
                        <a:pt x="282" y="10124"/>
                        <a:pt x="-1258" y="16063"/>
                        <a:pt x="0" y="27026"/>
                      </a:cubicBezTo>
                      <a:cubicBezTo>
                        <a:pt x="121866" y="25796"/>
                        <a:pt x="225380" y="20815"/>
                        <a:pt x="352209" y="27026"/>
                      </a:cubicBezTo>
                      <a:cubicBezTo>
                        <a:pt x="479038" y="33237"/>
                        <a:pt x="569099" y="11434"/>
                        <a:pt x="749380" y="27026"/>
                      </a:cubicBezTo>
                      <a:cubicBezTo>
                        <a:pt x="790784" y="19916"/>
                        <a:pt x="823272" y="56263"/>
                        <a:pt x="827499" y="87836"/>
                      </a:cubicBezTo>
                      <a:cubicBezTo>
                        <a:pt x="827976" y="97502"/>
                        <a:pt x="827745" y="100117"/>
                        <a:pt x="827499" y="110357"/>
                      </a:cubicBezTo>
                      <a:cubicBezTo>
                        <a:pt x="832090" y="140325"/>
                        <a:pt x="786128" y="179843"/>
                        <a:pt x="749380" y="171168"/>
                      </a:cubicBezTo>
                      <a:cubicBezTo>
                        <a:pt x="577338" y="178143"/>
                        <a:pt x="469292" y="164592"/>
                        <a:pt x="374690" y="171168"/>
                      </a:cubicBezTo>
                      <a:cubicBezTo>
                        <a:pt x="280088" y="177745"/>
                        <a:pt x="82107" y="176205"/>
                        <a:pt x="0" y="171168"/>
                      </a:cubicBezTo>
                      <a:cubicBezTo>
                        <a:pt x="492" y="181017"/>
                        <a:pt x="-58" y="185205"/>
                        <a:pt x="0" y="198192"/>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335536050">
                        <a:custGeom>
                          <a:avLst/>
                          <a:gdLst/>
                          <a:ahLst/>
                          <a:cxnLst/>
                          <a:rect l="l" t="t" r="r" b="b"/>
                          <a:pathLst>
                            <a:path w="1490063" h="342509">
                              <a:moveTo>
                                <a:pt x="0" y="342510"/>
                              </a:moveTo>
                              <a:lnTo>
                                <a:pt x="1295057" y="342510"/>
                              </a:lnTo>
                              <a:cubicBezTo>
                                <a:pt x="1402757" y="342510"/>
                                <a:pt x="1490063" y="274547"/>
                                <a:pt x="1490063" y="190712"/>
                              </a:cubicBezTo>
                              <a:lnTo>
                                <a:pt x="1490063" y="151793"/>
                              </a:lnTo>
                              <a:cubicBezTo>
                                <a:pt x="1490063" y="67958"/>
                                <a:pt x="1402757" y="0"/>
                                <a:pt x="1295057" y="0"/>
                              </a:cubicBezTo>
                              <a:lnTo>
                                <a:pt x="0" y="0"/>
                              </a:lnTo>
                              <a:lnTo>
                                <a:pt x="0" y="46707"/>
                              </a:lnTo>
                              <a:lnTo>
                                <a:pt x="1295057" y="46707"/>
                              </a:lnTo>
                              <a:cubicBezTo>
                                <a:pt x="1369616" y="46707"/>
                                <a:pt x="1430060" y="93757"/>
                                <a:pt x="1430060" y="151797"/>
                              </a:cubicBezTo>
                              <a:lnTo>
                                <a:pt x="1430060" y="190717"/>
                              </a:lnTo>
                              <a:cubicBezTo>
                                <a:pt x="1430060" y="248757"/>
                                <a:pt x="1369616" y="295807"/>
                                <a:pt x="1295057" y="295807"/>
                              </a:cubicBezTo>
                              <a:lnTo>
                                <a:pt x="0" y="295807"/>
                              </a:lnTo>
                              <a:lnTo>
                                <a:pt x="0" y="34251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40000" lnSpcReduction="20000"/>
                </a:bodyPr>
                <a:lstStyle/>
                <a:p>
                  <a:pPr marL="0" algn="l"/>
                  <a:endParaRPr/>
                </a:p>
              </p:txBody>
            </p:sp>
            <p:sp>
              <p:nvSpPr>
                <p:cNvPr id="34" name="Freeform 120">
                  <a:extLst>
                    <a:ext uri="{FF2B5EF4-FFF2-40B4-BE49-F238E27FC236}">
                      <a16:creationId xmlns:a16="http://schemas.microsoft.com/office/drawing/2014/main" id="{252B3B5F-530F-951B-84F7-1AD51B5E9BA9}"/>
                    </a:ext>
                  </a:extLst>
                </p:cNvPr>
                <p:cNvSpPr/>
                <p:nvPr/>
              </p:nvSpPr>
              <p:spPr>
                <a:xfrm>
                  <a:off x="8071536" y="4103861"/>
                  <a:ext cx="1398812" cy="249099"/>
                </a:xfrm>
                <a:custGeom>
                  <a:avLst/>
                  <a:gdLst>
                    <a:gd name="connsiteX0" fmla="*/ 0 w 809418"/>
                    <a:gd name="connsiteY0" fmla="*/ 144141 h 144141"/>
                    <a:gd name="connsiteX1" fmla="*/ 353927 w 809418"/>
                    <a:gd name="connsiteY1" fmla="*/ 144141 h 144141"/>
                    <a:gd name="connsiteX2" fmla="*/ 737348 w 809418"/>
                    <a:gd name="connsiteY2" fmla="*/ 144141 h 144141"/>
                    <a:gd name="connsiteX3" fmla="*/ 809418 w 809418"/>
                    <a:gd name="connsiteY3" fmla="*/ 72070 h 144141"/>
                    <a:gd name="connsiteX4" fmla="*/ 809418 w 809418"/>
                    <a:gd name="connsiteY4" fmla="*/ 72070 h 144141"/>
                    <a:gd name="connsiteX5" fmla="*/ 737348 w 809418"/>
                    <a:gd name="connsiteY5" fmla="*/ 0 h 144141"/>
                    <a:gd name="connsiteX6" fmla="*/ 390794 w 809418"/>
                    <a:gd name="connsiteY6" fmla="*/ 0 h 144141"/>
                    <a:gd name="connsiteX7" fmla="*/ 0 w 809418"/>
                    <a:gd name="connsiteY7" fmla="*/ 0 h 144141"/>
                    <a:gd name="connsiteX8" fmla="*/ 0 w 809418"/>
                    <a:gd name="connsiteY8" fmla="*/ 144141 h 144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9418" h="144141" fill="none" extrusionOk="0">
                      <a:moveTo>
                        <a:pt x="0" y="144141"/>
                      </a:moveTo>
                      <a:cubicBezTo>
                        <a:pt x="122994" y="136112"/>
                        <a:pt x="205484" y="153457"/>
                        <a:pt x="353927" y="144141"/>
                      </a:cubicBezTo>
                      <a:cubicBezTo>
                        <a:pt x="502370" y="134825"/>
                        <a:pt x="654653" y="157737"/>
                        <a:pt x="737348" y="144141"/>
                      </a:cubicBezTo>
                      <a:cubicBezTo>
                        <a:pt x="767937" y="146356"/>
                        <a:pt x="803625" y="105956"/>
                        <a:pt x="809418" y="72070"/>
                      </a:cubicBezTo>
                      <a:lnTo>
                        <a:pt x="809418" y="72070"/>
                      </a:lnTo>
                      <a:cubicBezTo>
                        <a:pt x="808663" y="33854"/>
                        <a:pt x="777529" y="4662"/>
                        <a:pt x="737348" y="0"/>
                      </a:cubicBezTo>
                      <a:cubicBezTo>
                        <a:pt x="567794" y="2282"/>
                        <a:pt x="482907" y="7198"/>
                        <a:pt x="390794" y="0"/>
                      </a:cubicBezTo>
                      <a:cubicBezTo>
                        <a:pt x="298681" y="-7198"/>
                        <a:pt x="122660" y="-12725"/>
                        <a:pt x="0" y="0"/>
                      </a:cubicBezTo>
                      <a:cubicBezTo>
                        <a:pt x="109" y="55347"/>
                        <a:pt x="3793" y="102621"/>
                        <a:pt x="0" y="144141"/>
                      </a:cubicBezTo>
                      <a:close/>
                    </a:path>
                    <a:path w="809418" h="144141" stroke="0" extrusionOk="0">
                      <a:moveTo>
                        <a:pt x="0" y="144141"/>
                      </a:moveTo>
                      <a:cubicBezTo>
                        <a:pt x="147061" y="143765"/>
                        <a:pt x="255837" y="161597"/>
                        <a:pt x="361301" y="144141"/>
                      </a:cubicBezTo>
                      <a:cubicBezTo>
                        <a:pt x="466765" y="126685"/>
                        <a:pt x="620036" y="143374"/>
                        <a:pt x="737348" y="144141"/>
                      </a:cubicBezTo>
                      <a:cubicBezTo>
                        <a:pt x="777488" y="143119"/>
                        <a:pt x="815339" y="112960"/>
                        <a:pt x="809418" y="72070"/>
                      </a:cubicBezTo>
                      <a:lnTo>
                        <a:pt x="809418" y="72070"/>
                      </a:lnTo>
                      <a:cubicBezTo>
                        <a:pt x="809539" y="31274"/>
                        <a:pt x="768609" y="2767"/>
                        <a:pt x="737348" y="0"/>
                      </a:cubicBezTo>
                      <a:cubicBezTo>
                        <a:pt x="590275" y="-3527"/>
                        <a:pt x="544060" y="3121"/>
                        <a:pt x="390794" y="0"/>
                      </a:cubicBezTo>
                      <a:cubicBezTo>
                        <a:pt x="237528" y="-3121"/>
                        <a:pt x="84028" y="12073"/>
                        <a:pt x="0" y="0"/>
                      </a:cubicBezTo>
                      <a:cubicBezTo>
                        <a:pt x="6347" y="61455"/>
                        <a:pt x="2271" y="81112"/>
                        <a:pt x="0" y="144141"/>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665504190">
                        <a:custGeom>
                          <a:avLst/>
                          <a:gdLst/>
                          <a:ahLst/>
                          <a:cxnLst/>
                          <a:rect l="l" t="t" r="r" b="b"/>
                          <a:pathLst>
                            <a:path w="1398812" h="249099">
                              <a:moveTo>
                                <a:pt x="0" y="249100"/>
                              </a:moveTo>
                              <a:lnTo>
                                <a:pt x="1274264" y="249100"/>
                              </a:lnTo>
                              <a:cubicBezTo>
                                <a:pt x="1343049" y="249100"/>
                                <a:pt x="1398813" y="193336"/>
                                <a:pt x="1398813" y="124550"/>
                              </a:cubicBezTo>
                              <a:lnTo>
                                <a:pt x="1398813" y="124550"/>
                              </a:lnTo>
                              <a:cubicBezTo>
                                <a:pt x="1398813" y="55764"/>
                                <a:pt x="1343049" y="0"/>
                                <a:pt x="1274264" y="0"/>
                              </a:cubicBezTo>
                              <a:lnTo>
                                <a:pt x="0" y="0"/>
                              </a:lnTo>
                              <a:lnTo>
                                <a:pt x="0" y="24910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35" name="Freeform 121">
                  <a:extLst>
                    <a:ext uri="{FF2B5EF4-FFF2-40B4-BE49-F238E27FC236}">
                      <a16:creationId xmlns:a16="http://schemas.microsoft.com/office/drawing/2014/main" id="{B8FCB573-A5B5-391F-084A-CA7FDDFB9CEC}"/>
                    </a:ext>
                  </a:extLst>
                </p:cNvPr>
                <p:cNvSpPr/>
                <p:nvPr/>
              </p:nvSpPr>
              <p:spPr>
                <a:xfrm>
                  <a:off x="8237799" y="4204142"/>
                  <a:ext cx="1162551" cy="14153"/>
                </a:xfrm>
                <a:custGeom>
                  <a:avLst/>
                  <a:gdLst>
                    <a:gd name="connsiteX0" fmla="*/ 10000 w 10000"/>
                    <a:gd name="connsiteY0" fmla="*/ 5000 h 10000"/>
                    <a:gd name="connsiteX1" fmla="*/ 7500 w 10000"/>
                    <a:gd name="connsiteY1" fmla="*/ 1111 h 10000"/>
                    <a:gd name="connsiteX2" fmla="*/ 5000 w 10000"/>
                    <a:gd name="connsiteY2" fmla="*/ 0 h 10000"/>
                    <a:gd name="connsiteX3" fmla="*/ 2500 w 10000"/>
                    <a:gd name="connsiteY3" fmla="*/ 1096 h 10000"/>
                    <a:gd name="connsiteX4" fmla="*/ 0 w 10000"/>
                    <a:gd name="connsiteY4" fmla="*/ 5000 h 10000"/>
                    <a:gd name="connsiteX5" fmla="*/ 2500 w 10000"/>
                    <a:gd name="connsiteY5" fmla="*/ 8904 h 10000"/>
                    <a:gd name="connsiteX6" fmla="*/ 5000 w 10000"/>
                    <a:gd name="connsiteY6" fmla="*/ 9999 h 10000"/>
                    <a:gd name="connsiteX7" fmla="*/ 7500 w 10000"/>
                    <a:gd name="connsiteY7" fmla="*/ 8888 h 10000"/>
                    <a:gd name="connsiteX8" fmla="*/ 10000 w 10000"/>
                    <a:gd name="connsiteY8"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00" fill="none" extrusionOk="0">
                      <a:moveTo>
                        <a:pt x="10000" y="5000"/>
                      </a:moveTo>
                      <a:cubicBezTo>
                        <a:pt x="9271" y="3675"/>
                        <a:pt x="8213" y="1971"/>
                        <a:pt x="7500" y="1111"/>
                      </a:cubicBezTo>
                      <a:cubicBezTo>
                        <a:pt x="6770" y="696"/>
                        <a:pt x="5854" y="415"/>
                        <a:pt x="5000" y="0"/>
                      </a:cubicBezTo>
                      <a:cubicBezTo>
                        <a:pt x="4073" y="274"/>
                        <a:pt x="3249" y="886"/>
                        <a:pt x="2500" y="1096"/>
                      </a:cubicBezTo>
                      <a:cubicBezTo>
                        <a:pt x="1270" y="3056"/>
                        <a:pt x="738" y="3577"/>
                        <a:pt x="0" y="5000"/>
                      </a:cubicBezTo>
                      <a:cubicBezTo>
                        <a:pt x="1092" y="6980"/>
                        <a:pt x="1289" y="6964"/>
                        <a:pt x="2500" y="8904"/>
                      </a:cubicBezTo>
                      <a:cubicBezTo>
                        <a:pt x="3592" y="9305"/>
                        <a:pt x="4082" y="9741"/>
                        <a:pt x="5000" y="9999"/>
                      </a:cubicBezTo>
                      <a:cubicBezTo>
                        <a:pt x="5904" y="9723"/>
                        <a:pt x="6983" y="9230"/>
                        <a:pt x="7500" y="8888"/>
                      </a:cubicBezTo>
                      <a:cubicBezTo>
                        <a:pt x="8028" y="8116"/>
                        <a:pt x="9609" y="5886"/>
                        <a:pt x="10000" y="5000"/>
                      </a:cubicBezTo>
                      <a:close/>
                    </a:path>
                    <a:path w="10000" h="10000" stroke="0" extrusionOk="0">
                      <a:moveTo>
                        <a:pt x="10000" y="5000"/>
                      </a:moveTo>
                      <a:cubicBezTo>
                        <a:pt x="9183" y="3825"/>
                        <a:pt x="8066" y="2352"/>
                        <a:pt x="7500" y="1111"/>
                      </a:cubicBezTo>
                      <a:cubicBezTo>
                        <a:pt x="6945" y="791"/>
                        <a:pt x="5553" y="150"/>
                        <a:pt x="5000" y="0"/>
                      </a:cubicBezTo>
                      <a:cubicBezTo>
                        <a:pt x="4068" y="496"/>
                        <a:pt x="3112" y="898"/>
                        <a:pt x="2500" y="1096"/>
                      </a:cubicBezTo>
                      <a:cubicBezTo>
                        <a:pt x="1911" y="1832"/>
                        <a:pt x="815" y="3517"/>
                        <a:pt x="0" y="5000"/>
                      </a:cubicBezTo>
                      <a:cubicBezTo>
                        <a:pt x="721" y="5800"/>
                        <a:pt x="1993" y="7810"/>
                        <a:pt x="2500" y="8904"/>
                      </a:cubicBezTo>
                      <a:cubicBezTo>
                        <a:pt x="3231" y="9307"/>
                        <a:pt x="4251" y="9721"/>
                        <a:pt x="5000" y="9999"/>
                      </a:cubicBezTo>
                      <a:cubicBezTo>
                        <a:pt x="5830" y="9668"/>
                        <a:pt x="6289" y="9512"/>
                        <a:pt x="7500" y="8888"/>
                      </a:cubicBezTo>
                      <a:cubicBezTo>
                        <a:pt x="8363" y="7444"/>
                        <a:pt x="8991" y="6650"/>
                        <a:pt x="10000" y="500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4111746506">
                        <a:custGeom>
                          <a:avLst/>
                          <a:gdLst/>
                          <a:ahLst/>
                          <a:cxnLst/>
                          <a:rect l="l" t="t" r="r" b="b"/>
                          <a:pathLst>
                            <a:path w="1162551" h="14153">
                              <a:moveTo>
                                <a:pt x="1162552" y="7077"/>
                              </a:moveTo>
                              <a:cubicBezTo>
                                <a:pt x="1065670" y="4342"/>
                                <a:pt x="968791" y="2503"/>
                                <a:pt x="871913" y="1573"/>
                              </a:cubicBezTo>
                              <a:cubicBezTo>
                                <a:pt x="775031" y="442"/>
                                <a:pt x="678153" y="142"/>
                                <a:pt x="581276" y="0"/>
                              </a:cubicBezTo>
                              <a:cubicBezTo>
                                <a:pt x="484393" y="124"/>
                                <a:pt x="387516" y="424"/>
                                <a:pt x="290638" y="1552"/>
                              </a:cubicBezTo>
                              <a:cubicBezTo>
                                <a:pt x="193756" y="2477"/>
                                <a:pt x="96878" y="4325"/>
                                <a:pt x="0" y="7077"/>
                              </a:cubicBezTo>
                              <a:cubicBezTo>
                                <a:pt x="96878" y="9828"/>
                                <a:pt x="193760" y="11676"/>
                                <a:pt x="290638" y="12602"/>
                              </a:cubicBezTo>
                              <a:cubicBezTo>
                                <a:pt x="387516" y="13729"/>
                                <a:pt x="484398" y="14029"/>
                                <a:pt x="581276" y="14153"/>
                              </a:cubicBezTo>
                              <a:cubicBezTo>
                                <a:pt x="678153" y="14012"/>
                                <a:pt x="775035" y="13712"/>
                                <a:pt x="871913" y="12580"/>
                              </a:cubicBezTo>
                              <a:cubicBezTo>
                                <a:pt x="968791" y="11650"/>
                                <a:pt x="1065670" y="9815"/>
                                <a:pt x="1162552" y="7077"/>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36" name="Freeform 122">
                  <a:extLst>
                    <a:ext uri="{FF2B5EF4-FFF2-40B4-BE49-F238E27FC236}">
                      <a16:creationId xmlns:a16="http://schemas.microsoft.com/office/drawing/2014/main" id="{8ADCB2C3-CB73-66C1-77C0-A76E39725DF3}"/>
                    </a:ext>
                  </a:extLst>
                </p:cNvPr>
                <p:cNvSpPr/>
                <p:nvPr/>
              </p:nvSpPr>
              <p:spPr>
                <a:xfrm>
                  <a:off x="8081540" y="4281307"/>
                  <a:ext cx="1162551" cy="14153"/>
                </a:xfrm>
                <a:custGeom>
                  <a:avLst/>
                  <a:gdLst>
                    <a:gd name="connsiteX0" fmla="*/ 10000 w 10000"/>
                    <a:gd name="connsiteY0" fmla="*/ 5000 h 10000"/>
                    <a:gd name="connsiteX1" fmla="*/ 7500 w 10000"/>
                    <a:gd name="connsiteY1" fmla="*/ 1111 h 10000"/>
                    <a:gd name="connsiteX2" fmla="*/ 5000 w 10000"/>
                    <a:gd name="connsiteY2" fmla="*/ 0 h 10000"/>
                    <a:gd name="connsiteX3" fmla="*/ 2500 w 10000"/>
                    <a:gd name="connsiteY3" fmla="*/ 1096 h 10000"/>
                    <a:gd name="connsiteX4" fmla="*/ 0 w 10000"/>
                    <a:gd name="connsiteY4" fmla="*/ 5000 h 10000"/>
                    <a:gd name="connsiteX5" fmla="*/ 2500 w 10000"/>
                    <a:gd name="connsiteY5" fmla="*/ 8904 h 10000"/>
                    <a:gd name="connsiteX6" fmla="*/ 5000 w 10000"/>
                    <a:gd name="connsiteY6" fmla="*/ 9999 h 10000"/>
                    <a:gd name="connsiteX7" fmla="*/ 7500 w 10000"/>
                    <a:gd name="connsiteY7" fmla="*/ 8888 h 10000"/>
                    <a:gd name="connsiteX8" fmla="*/ 10000 w 10000"/>
                    <a:gd name="connsiteY8" fmla="*/ 500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00" fill="none" extrusionOk="0">
                      <a:moveTo>
                        <a:pt x="10000" y="5000"/>
                      </a:moveTo>
                      <a:cubicBezTo>
                        <a:pt x="9218" y="3871"/>
                        <a:pt x="8083" y="2142"/>
                        <a:pt x="7500" y="1111"/>
                      </a:cubicBezTo>
                      <a:cubicBezTo>
                        <a:pt x="6741" y="633"/>
                        <a:pt x="5989" y="453"/>
                        <a:pt x="5000" y="0"/>
                      </a:cubicBezTo>
                      <a:cubicBezTo>
                        <a:pt x="4243" y="419"/>
                        <a:pt x="3684" y="486"/>
                        <a:pt x="2500" y="1096"/>
                      </a:cubicBezTo>
                      <a:cubicBezTo>
                        <a:pt x="1572" y="2913"/>
                        <a:pt x="1188" y="3074"/>
                        <a:pt x="0" y="5000"/>
                      </a:cubicBezTo>
                      <a:cubicBezTo>
                        <a:pt x="890" y="6579"/>
                        <a:pt x="1774" y="7724"/>
                        <a:pt x="2500" y="8904"/>
                      </a:cubicBezTo>
                      <a:cubicBezTo>
                        <a:pt x="3133" y="9315"/>
                        <a:pt x="3860" y="9616"/>
                        <a:pt x="5000" y="9999"/>
                      </a:cubicBezTo>
                      <a:cubicBezTo>
                        <a:pt x="6032" y="9579"/>
                        <a:pt x="6439" y="9257"/>
                        <a:pt x="7500" y="8888"/>
                      </a:cubicBezTo>
                      <a:cubicBezTo>
                        <a:pt x="8197" y="7817"/>
                        <a:pt x="9446" y="6175"/>
                        <a:pt x="10000" y="5000"/>
                      </a:cubicBezTo>
                      <a:close/>
                    </a:path>
                    <a:path w="10000" h="10000" stroke="0" extrusionOk="0">
                      <a:moveTo>
                        <a:pt x="10000" y="5000"/>
                      </a:moveTo>
                      <a:cubicBezTo>
                        <a:pt x="9117" y="3979"/>
                        <a:pt x="8167" y="1833"/>
                        <a:pt x="7500" y="1111"/>
                      </a:cubicBezTo>
                      <a:cubicBezTo>
                        <a:pt x="6546" y="702"/>
                        <a:pt x="6027" y="392"/>
                        <a:pt x="5000" y="0"/>
                      </a:cubicBezTo>
                      <a:cubicBezTo>
                        <a:pt x="3852" y="520"/>
                        <a:pt x="3313" y="591"/>
                        <a:pt x="2500" y="1096"/>
                      </a:cubicBezTo>
                      <a:cubicBezTo>
                        <a:pt x="1831" y="1883"/>
                        <a:pt x="799" y="3858"/>
                        <a:pt x="0" y="5000"/>
                      </a:cubicBezTo>
                      <a:cubicBezTo>
                        <a:pt x="581" y="6130"/>
                        <a:pt x="1683" y="7751"/>
                        <a:pt x="2500" y="8904"/>
                      </a:cubicBezTo>
                      <a:cubicBezTo>
                        <a:pt x="3362" y="9412"/>
                        <a:pt x="4303" y="9804"/>
                        <a:pt x="5000" y="9999"/>
                      </a:cubicBezTo>
                      <a:cubicBezTo>
                        <a:pt x="6146" y="9532"/>
                        <a:pt x="6320" y="9473"/>
                        <a:pt x="7500" y="8888"/>
                      </a:cubicBezTo>
                      <a:cubicBezTo>
                        <a:pt x="8825" y="7001"/>
                        <a:pt x="9022" y="6869"/>
                        <a:pt x="10000" y="500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643132764">
                        <a:custGeom>
                          <a:avLst/>
                          <a:gdLst/>
                          <a:ahLst/>
                          <a:cxnLst/>
                          <a:rect l="l" t="t" r="r" b="b"/>
                          <a:pathLst>
                            <a:path w="1162551" h="14153">
                              <a:moveTo>
                                <a:pt x="1162551" y="7077"/>
                              </a:moveTo>
                              <a:cubicBezTo>
                                <a:pt x="1065673" y="4342"/>
                                <a:pt x="968791" y="2503"/>
                                <a:pt x="871913" y="1573"/>
                              </a:cubicBezTo>
                              <a:cubicBezTo>
                                <a:pt x="775035" y="442"/>
                                <a:pt x="678153" y="142"/>
                                <a:pt x="581276" y="0"/>
                              </a:cubicBezTo>
                              <a:cubicBezTo>
                                <a:pt x="484398" y="124"/>
                                <a:pt x="387515" y="424"/>
                                <a:pt x="290638" y="1552"/>
                              </a:cubicBezTo>
                              <a:cubicBezTo>
                                <a:pt x="193760" y="2477"/>
                                <a:pt x="96878" y="4325"/>
                                <a:pt x="0" y="7077"/>
                              </a:cubicBezTo>
                              <a:cubicBezTo>
                                <a:pt x="96878" y="9828"/>
                                <a:pt x="193760" y="11676"/>
                                <a:pt x="290638" y="12602"/>
                              </a:cubicBezTo>
                              <a:cubicBezTo>
                                <a:pt x="387515" y="13729"/>
                                <a:pt x="484398" y="14029"/>
                                <a:pt x="581276" y="14153"/>
                              </a:cubicBezTo>
                              <a:cubicBezTo>
                                <a:pt x="678153" y="14012"/>
                                <a:pt x="775035" y="13712"/>
                                <a:pt x="871913" y="12580"/>
                              </a:cubicBezTo>
                              <a:cubicBezTo>
                                <a:pt x="968791" y="11650"/>
                                <a:pt x="1065673" y="9811"/>
                                <a:pt x="1162551" y="7077"/>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37" name="Freeform 123">
                  <a:extLst>
                    <a:ext uri="{FF2B5EF4-FFF2-40B4-BE49-F238E27FC236}">
                      <a16:creationId xmlns:a16="http://schemas.microsoft.com/office/drawing/2014/main" id="{B173A801-B5C9-3C9B-9E30-FB9C09935F43}"/>
                    </a:ext>
                  </a:extLst>
                </p:cNvPr>
                <p:cNvSpPr/>
                <p:nvPr/>
              </p:nvSpPr>
              <p:spPr>
                <a:xfrm>
                  <a:off x="8069037" y="4103861"/>
                  <a:ext cx="1389405" cy="78309"/>
                </a:xfrm>
                <a:custGeom>
                  <a:avLst/>
                  <a:gdLst>
                    <a:gd name="connsiteX0" fmla="*/ 803974 w 803975"/>
                    <a:gd name="connsiteY0" fmla="*/ 40053 h 45313"/>
                    <a:gd name="connsiteX1" fmla="*/ 738797 w 803975"/>
                    <a:gd name="connsiteY1" fmla="*/ 0 h 45313"/>
                    <a:gd name="connsiteX2" fmla="*/ 354623 w 803975"/>
                    <a:gd name="connsiteY2" fmla="*/ 0 h 45313"/>
                    <a:gd name="connsiteX3" fmla="*/ 0 w 803975"/>
                    <a:gd name="connsiteY3" fmla="*/ 0 h 45313"/>
                    <a:gd name="connsiteX4" fmla="*/ 0 w 803975"/>
                    <a:gd name="connsiteY4" fmla="*/ 45313 h 453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975" h="45313" extrusionOk="0">
                      <a:moveTo>
                        <a:pt x="803974" y="40053"/>
                      </a:moveTo>
                      <a:cubicBezTo>
                        <a:pt x="784515" y="7293"/>
                        <a:pt x="761934" y="2380"/>
                        <a:pt x="738797" y="0"/>
                      </a:cubicBezTo>
                      <a:cubicBezTo>
                        <a:pt x="568915" y="16031"/>
                        <a:pt x="522873" y="15470"/>
                        <a:pt x="354623" y="0"/>
                      </a:cubicBezTo>
                      <a:cubicBezTo>
                        <a:pt x="186373" y="-15470"/>
                        <a:pt x="93709" y="-3007"/>
                        <a:pt x="0" y="0"/>
                      </a:cubicBezTo>
                      <a:cubicBezTo>
                        <a:pt x="1782" y="20465"/>
                        <a:pt x="-2249" y="24320"/>
                        <a:pt x="0" y="45313"/>
                      </a:cubicBezTo>
                    </a:path>
                  </a:pathLst>
                </a:custGeom>
                <a:ln>
                  <a:extLst>
                    <a:ext uri="{C807C97D-BFC1-408E-A445-0C87EB9F89A2}">
                      <ask:lineSketchStyleProps xmlns:ask="http://schemas.microsoft.com/office/drawing/2018/sketchyshapes" sd="356014217">
                        <a:custGeom>
                          <a:avLst/>
                          <a:gdLst/>
                          <a:ahLst/>
                          <a:cxnLst/>
                          <a:rect l="l" t="t" r="r" b="b"/>
                          <a:pathLst>
                            <a:path w="1389405" h="78309">
                              <a:moveTo>
                                <a:pt x="1389405" y="69219"/>
                              </a:moveTo>
                              <a:cubicBezTo>
                                <a:pt x="1356860" y="10338"/>
                                <a:pt x="1310452" y="0"/>
                                <a:pt x="1276767" y="0"/>
                              </a:cubicBezTo>
                              <a:lnTo>
                                <a:pt x="0" y="0"/>
                              </a:lnTo>
                              <a:lnTo>
                                <a:pt x="0" y="78310"/>
                              </a:lnTo>
                            </a:path>
                          </a:pathLst>
                        </a:custGeom>
                        <ask:type>
                          <ask:lineSketchFreehand/>
                        </ask:type>
                      </ask:lineSketchStyleProps>
                    </a:ext>
                  </a:extLst>
                </a:ln>
              </p:spPr>
              <p:style>
                <a:lnRef idx="1">
                  <a:schemeClr val="accent3">
                    <a:lumMod val="67000"/>
                  </a:schemeClr>
                </a:lnRef>
                <a:fillRef idx="0">
                  <a:schemeClr val="accent3">
                    <a:lumMod val="67000"/>
                  </a:schemeClr>
                </a:fillRef>
                <a:effectRef idx="0">
                  <a:schemeClr val="accent3">
                    <a:lumMod val="67000"/>
                  </a:schemeClr>
                </a:effectRef>
                <a:fontRef idx="minor">
                  <a:schemeClr val="tx1"/>
                </a:fontRef>
              </p:style>
              <p:txBody>
                <a:bodyPr vert="horz" lIns="91440" tIns="45720" rIns="91440" bIns="45720" anchor="ctr">
                  <a:normAutofit fontScale="25000" lnSpcReduction="20000"/>
                </a:bodyPr>
                <a:lstStyle/>
                <a:p>
                  <a:pPr marL="0" algn="l"/>
                  <a:endParaRPr/>
                </a:p>
              </p:txBody>
            </p:sp>
          </p:grpSp>
          <p:grpSp>
            <p:nvGrpSpPr>
              <p:cNvPr id="16" name="Group 124">
                <a:extLst>
                  <a:ext uri="{FF2B5EF4-FFF2-40B4-BE49-F238E27FC236}">
                    <a16:creationId xmlns:a16="http://schemas.microsoft.com/office/drawing/2014/main" id="{205F2FF2-6A1A-7BB6-F180-92EA6C43F3F1}"/>
                  </a:ext>
                </a:extLst>
              </p:cNvPr>
              <p:cNvGrpSpPr/>
              <p:nvPr/>
            </p:nvGrpSpPr>
            <p:grpSpPr>
              <a:xfrm>
                <a:off x="7926532" y="4399664"/>
                <a:ext cx="1640077" cy="231260"/>
                <a:chOff x="7926532" y="4399664"/>
                <a:chExt cx="1640077" cy="231260"/>
              </a:xfrm>
              <a:grpFill/>
            </p:grpSpPr>
            <p:sp>
              <p:nvSpPr>
                <p:cNvPr id="28" name="Freeform 125">
                  <a:extLst>
                    <a:ext uri="{FF2B5EF4-FFF2-40B4-BE49-F238E27FC236}">
                      <a16:creationId xmlns:a16="http://schemas.microsoft.com/office/drawing/2014/main" id="{B8C5B25F-3010-2090-BB05-E7FE12BFF8BD}"/>
                    </a:ext>
                  </a:extLst>
                </p:cNvPr>
                <p:cNvSpPr/>
                <p:nvPr/>
              </p:nvSpPr>
              <p:spPr>
                <a:xfrm>
                  <a:off x="7926532" y="4399664"/>
                  <a:ext cx="1640077" cy="231260"/>
                </a:xfrm>
                <a:custGeom>
                  <a:avLst/>
                  <a:gdLst>
                    <a:gd name="connsiteX0" fmla="*/ 0 w 949026"/>
                    <a:gd name="connsiteY0" fmla="*/ 0 h 133818"/>
                    <a:gd name="connsiteX1" fmla="*/ 446042 w 949026"/>
                    <a:gd name="connsiteY1" fmla="*/ 0 h 133818"/>
                    <a:gd name="connsiteX2" fmla="*/ 949026 w 949026"/>
                    <a:gd name="connsiteY2" fmla="*/ 0 h 133818"/>
                    <a:gd name="connsiteX3" fmla="*/ 949026 w 949026"/>
                    <a:gd name="connsiteY3" fmla="*/ 133818 h 133818"/>
                    <a:gd name="connsiteX4" fmla="*/ 502984 w 949026"/>
                    <a:gd name="connsiteY4" fmla="*/ 133818 h 133818"/>
                    <a:gd name="connsiteX5" fmla="*/ 0 w 949026"/>
                    <a:gd name="connsiteY5" fmla="*/ 133818 h 133818"/>
                    <a:gd name="connsiteX6" fmla="*/ 0 w 949026"/>
                    <a:gd name="connsiteY6" fmla="*/ 0 h 133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9026" h="133818" fill="none" extrusionOk="0">
                      <a:moveTo>
                        <a:pt x="0" y="0"/>
                      </a:moveTo>
                      <a:cubicBezTo>
                        <a:pt x="191525" y="3734"/>
                        <a:pt x="350926" y="6919"/>
                        <a:pt x="446042" y="0"/>
                      </a:cubicBezTo>
                      <a:cubicBezTo>
                        <a:pt x="541158" y="-6919"/>
                        <a:pt x="775634" y="17409"/>
                        <a:pt x="949026" y="0"/>
                      </a:cubicBezTo>
                      <a:cubicBezTo>
                        <a:pt x="947858" y="64718"/>
                        <a:pt x="950597" y="86166"/>
                        <a:pt x="949026" y="133818"/>
                      </a:cubicBezTo>
                      <a:cubicBezTo>
                        <a:pt x="755404" y="140899"/>
                        <a:pt x="616029" y="113255"/>
                        <a:pt x="502984" y="133818"/>
                      </a:cubicBezTo>
                      <a:cubicBezTo>
                        <a:pt x="389939" y="154381"/>
                        <a:pt x="152199" y="114548"/>
                        <a:pt x="0" y="133818"/>
                      </a:cubicBezTo>
                      <a:cubicBezTo>
                        <a:pt x="-3401" y="91698"/>
                        <a:pt x="5485" y="49790"/>
                        <a:pt x="0" y="0"/>
                      </a:cubicBezTo>
                      <a:close/>
                    </a:path>
                    <a:path w="949026" h="133818" stroke="0" extrusionOk="0">
                      <a:moveTo>
                        <a:pt x="0" y="0"/>
                      </a:moveTo>
                      <a:cubicBezTo>
                        <a:pt x="210636" y="-24066"/>
                        <a:pt x="338727" y="-15339"/>
                        <a:pt x="484003" y="0"/>
                      </a:cubicBezTo>
                      <a:cubicBezTo>
                        <a:pt x="629279" y="15339"/>
                        <a:pt x="853681" y="-3234"/>
                        <a:pt x="949026" y="0"/>
                      </a:cubicBezTo>
                      <a:cubicBezTo>
                        <a:pt x="945972" y="50636"/>
                        <a:pt x="946960" y="77051"/>
                        <a:pt x="949026" y="133818"/>
                      </a:cubicBezTo>
                      <a:cubicBezTo>
                        <a:pt x="854196" y="120531"/>
                        <a:pt x="660775" y="135165"/>
                        <a:pt x="484003" y="133818"/>
                      </a:cubicBezTo>
                      <a:cubicBezTo>
                        <a:pt x="307231" y="132471"/>
                        <a:pt x="104383" y="157018"/>
                        <a:pt x="0" y="133818"/>
                      </a:cubicBezTo>
                      <a:cubicBezTo>
                        <a:pt x="3314" y="77840"/>
                        <a:pt x="5054" y="44184"/>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748048957">
                        <a:custGeom>
                          <a:avLst/>
                          <a:gdLst/>
                          <a:ahLst/>
                          <a:cxnLst/>
                          <a:rect l="l" t="t" r="r" b="b"/>
                          <a:pathLst>
                            <a:path w="1640077" h="231260">
                              <a:moveTo>
                                <a:pt x="0" y="0"/>
                              </a:moveTo>
                              <a:lnTo>
                                <a:pt x="1640078" y="0"/>
                              </a:lnTo>
                              <a:lnTo>
                                <a:pt x="1640078" y="231260"/>
                              </a:lnTo>
                              <a:lnTo>
                                <a:pt x="0" y="23126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29" name="Freeform 126">
                  <a:extLst>
                    <a:ext uri="{FF2B5EF4-FFF2-40B4-BE49-F238E27FC236}">
                      <a16:creationId xmlns:a16="http://schemas.microsoft.com/office/drawing/2014/main" id="{AA178A5D-3AEF-CFB9-7183-F51FC020BC7C}"/>
                    </a:ext>
                  </a:extLst>
                </p:cNvPr>
                <p:cNvSpPr/>
                <p:nvPr/>
              </p:nvSpPr>
              <p:spPr>
                <a:xfrm>
                  <a:off x="8074665" y="4435291"/>
                  <a:ext cx="61876" cy="160005"/>
                </a:xfrm>
                <a:custGeom>
                  <a:avLst/>
                  <a:gdLst>
                    <a:gd name="connsiteX0" fmla="*/ 0 w 35804"/>
                    <a:gd name="connsiteY0" fmla="*/ 0 h 92586"/>
                    <a:gd name="connsiteX1" fmla="*/ 35804 w 35804"/>
                    <a:gd name="connsiteY1" fmla="*/ 0 h 92586"/>
                    <a:gd name="connsiteX2" fmla="*/ 35804 w 35804"/>
                    <a:gd name="connsiteY2" fmla="*/ 92586 h 92586"/>
                    <a:gd name="connsiteX3" fmla="*/ 0 w 35804"/>
                    <a:gd name="connsiteY3" fmla="*/ 92586 h 92586"/>
                    <a:gd name="connsiteX4" fmla="*/ 0 w 35804"/>
                    <a:gd name="connsiteY4" fmla="*/ 0 h 92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04" h="92586" fill="none" extrusionOk="0">
                      <a:moveTo>
                        <a:pt x="0" y="0"/>
                      </a:moveTo>
                      <a:cubicBezTo>
                        <a:pt x="8761" y="1217"/>
                        <a:pt x="26184" y="1675"/>
                        <a:pt x="35804" y="0"/>
                      </a:cubicBezTo>
                      <a:cubicBezTo>
                        <a:pt x="38506" y="45736"/>
                        <a:pt x="31683" y="60314"/>
                        <a:pt x="35804" y="92586"/>
                      </a:cubicBezTo>
                      <a:cubicBezTo>
                        <a:pt x="18780" y="92660"/>
                        <a:pt x="11630" y="92374"/>
                        <a:pt x="0" y="92586"/>
                      </a:cubicBezTo>
                      <a:cubicBezTo>
                        <a:pt x="-700" y="55710"/>
                        <a:pt x="1493" y="22244"/>
                        <a:pt x="0" y="0"/>
                      </a:cubicBezTo>
                      <a:close/>
                    </a:path>
                    <a:path w="35804" h="92586" stroke="0" extrusionOk="0">
                      <a:moveTo>
                        <a:pt x="0" y="0"/>
                      </a:moveTo>
                      <a:cubicBezTo>
                        <a:pt x="11362" y="1324"/>
                        <a:pt x="28485" y="-322"/>
                        <a:pt x="35804" y="0"/>
                      </a:cubicBezTo>
                      <a:cubicBezTo>
                        <a:pt x="32358" y="26550"/>
                        <a:pt x="32844" y="67689"/>
                        <a:pt x="35804" y="92586"/>
                      </a:cubicBezTo>
                      <a:cubicBezTo>
                        <a:pt x="21931" y="92915"/>
                        <a:pt x="8495" y="92352"/>
                        <a:pt x="0" y="92586"/>
                      </a:cubicBezTo>
                      <a:cubicBezTo>
                        <a:pt x="-2994" y="49911"/>
                        <a:pt x="933" y="27828"/>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689452685">
                        <a:custGeom>
                          <a:avLst/>
                          <a:gdLst/>
                          <a:ahLst/>
                          <a:cxnLst/>
                          <a:rect l="l" t="t" r="r" b="b"/>
                          <a:pathLst>
                            <a:path w="61876" h="160005">
                              <a:moveTo>
                                <a:pt x="0" y="0"/>
                              </a:moveTo>
                              <a:lnTo>
                                <a:pt x="61877" y="0"/>
                              </a:lnTo>
                              <a:lnTo>
                                <a:pt x="61877" y="160005"/>
                              </a:lnTo>
                              <a:lnTo>
                                <a:pt x="0" y="160005"/>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30" name="Freeform 127">
                  <a:extLst>
                    <a:ext uri="{FF2B5EF4-FFF2-40B4-BE49-F238E27FC236}">
                      <a16:creationId xmlns:a16="http://schemas.microsoft.com/office/drawing/2014/main" id="{772DADB2-9748-F4F1-FAA2-E14F6D4D684D}"/>
                    </a:ext>
                  </a:extLst>
                </p:cNvPr>
                <p:cNvSpPr/>
                <p:nvPr/>
              </p:nvSpPr>
              <p:spPr>
                <a:xfrm>
                  <a:off x="8382177" y="4435291"/>
                  <a:ext cx="61876" cy="160005"/>
                </a:xfrm>
                <a:custGeom>
                  <a:avLst/>
                  <a:gdLst>
                    <a:gd name="connsiteX0" fmla="*/ 0 w 35804"/>
                    <a:gd name="connsiteY0" fmla="*/ 0 h 92586"/>
                    <a:gd name="connsiteX1" fmla="*/ 35804 w 35804"/>
                    <a:gd name="connsiteY1" fmla="*/ 0 h 92586"/>
                    <a:gd name="connsiteX2" fmla="*/ 35804 w 35804"/>
                    <a:gd name="connsiteY2" fmla="*/ 92586 h 92586"/>
                    <a:gd name="connsiteX3" fmla="*/ 0 w 35804"/>
                    <a:gd name="connsiteY3" fmla="*/ 92586 h 92586"/>
                    <a:gd name="connsiteX4" fmla="*/ 0 w 35804"/>
                    <a:gd name="connsiteY4" fmla="*/ 0 h 925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04" h="92586" fill="none" extrusionOk="0">
                      <a:moveTo>
                        <a:pt x="0" y="0"/>
                      </a:moveTo>
                      <a:cubicBezTo>
                        <a:pt x="13500" y="-433"/>
                        <a:pt x="19240" y="-804"/>
                        <a:pt x="35804" y="0"/>
                      </a:cubicBezTo>
                      <a:cubicBezTo>
                        <a:pt x="38506" y="25673"/>
                        <a:pt x="38230" y="61377"/>
                        <a:pt x="35804" y="92586"/>
                      </a:cubicBezTo>
                      <a:cubicBezTo>
                        <a:pt x="18780" y="93232"/>
                        <a:pt x="15331" y="93152"/>
                        <a:pt x="0" y="92586"/>
                      </a:cubicBezTo>
                      <a:cubicBezTo>
                        <a:pt x="1830" y="68757"/>
                        <a:pt x="2997" y="39611"/>
                        <a:pt x="0" y="0"/>
                      </a:cubicBezTo>
                      <a:close/>
                    </a:path>
                    <a:path w="35804" h="92586" stroke="0" extrusionOk="0">
                      <a:moveTo>
                        <a:pt x="0" y="0"/>
                      </a:moveTo>
                      <a:cubicBezTo>
                        <a:pt x="9792" y="-1413"/>
                        <a:pt x="28358" y="-1211"/>
                        <a:pt x="35804" y="0"/>
                      </a:cubicBezTo>
                      <a:cubicBezTo>
                        <a:pt x="33180" y="45896"/>
                        <a:pt x="38343" y="59066"/>
                        <a:pt x="35804" y="92586"/>
                      </a:cubicBezTo>
                      <a:cubicBezTo>
                        <a:pt x="22943" y="94161"/>
                        <a:pt x="12799" y="91368"/>
                        <a:pt x="0" y="92586"/>
                      </a:cubicBezTo>
                      <a:cubicBezTo>
                        <a:pt x="4549" y="71797"/>
                        <a:pt x="-3402" y="43115"/>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203043804">
                        <a:custGeom>
                          <a:avLst/>
                          <a:gdLst/>
                          <a:ahLst/>
                          <a:cxnLst/>
                          <a:rect l="l" t="t" r="r" b="b"/>
                          <a:pathLst>
                            <a:path w="61876" h="160005">
                              <a:moveTo>
                                <a:pt x="0" y="0"/>
                              </a:moveTo>
                              <a:lnTo>
                                <a:pt x="61877" y="0"/>
                              </a:lnTo>
                              <a:lnTo>
                                <a:pt x="61877" y="160005"/>
                              </a:lnTo>
                              <a:lnTo>
                                <a:pt x="0" y="160005"/>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31" name="Freeform 128">
                  <a:extLst>
                    <a:ext uri="{FF2B5EF4-FFF2-40B4-BE49-F238E27FC236}">
                      <a16:creationId xmlns:a16="http://schemas.microsoft.com/office/drawing/2014/main" id="{77A6EB65-4CDA-218A-82CE-ADC1CF9FBE71}"/>
                    </a:ext>
                  </a:extLst>
                </p:cNvPr>
                <p:cNvSpPr/>
                <p:nvPr/>
              </p:nvSpPr>
              <p:spPr>
                <a:xfrm>
                  <a:off x="8174041" y="4399664"/>
                  <a:ext cx="174381" cy="231260"/>
                </a:xfrm>
                <a:custGeom>
                  <a:avLst/>
                  <a:gdLst>
                    <a:gd name="connsiteX0" fmla="*/ 0 w 100905"/>
                    <a:gd name="connsiteY0" fmla="*/ 0 h 133818"/>
                    <a:gd name="connsiteX1" fmla="*/ 100904 w 100905"/>
                    <a:gd name="connsiteY1" fmla="*/ 0 h 133818"/>
                    <a:gd name="connsiteX2" fmla="*/ 100904 w 100905"/>
                    <a:gd name="connsiteY2" fmla="*/ 133818 h 133818"/>
                    <a:gd name="connsiteX3" fmla="*/ 0 w 100905"/>
                    <a:gd name="connsiteY3" fmla="*/ 133818 h 133818"/>
                    <a:gd name="connsiteX4" fmla="*/ 0 w 100905"/>
                    <a:gd name="connsiteY4" fmla="*/ 0 h 133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905" h="133818" fill="none" extrusionOk="0">
                      <a:moveTo>
                        <a:pt x="0" y="0"/>
                      </a:moveTo>
                      <a:cubicBezTo>
                        <a:pt x="45377" y="359"/>
                        <a:pt x="58165" y="4973"/>
                        <a:pt x="100904" y="0"/>
                      </a:cubicBezTo>
                      <a:cubicBezTo>
                        <a:pt x="94938" y="49661"/>
                        <a:pt x="99295" y="86221"/>
                        <a:pt x="100904" y="133818"/>
                      </a:cubicBezTo>
                      <a:cubicBezTo>
                        <a:pt x="54800" y="131715"/>
                        <a:pt x="43764" y="134650"/>
                        <a:pt x="0" y="133818"/>
                      </a:cubicBezTo>
                      <a:cubicBezTo>
                        <a:pt x="5977" y="73951"/>
                        <a:pt x="-1871" y="53070"/>
                        <a:pt x="0" y="0"/>
                      </a:cubicBezTo>
                      <a:close/>
                    </a:path>
                    <a:path w="100905" h="133818" stroke="0" extrusionOk="0">
                      <a:moveTo>
                        <a:pt x="0" y="0"/>
                      </a:moveTo>
                      <a:cubicBezTo>
                        <a:pt x="34934" y="2343"/>
                        <a:pt x="62143" y="-93"/>
                        <a:pt x="100904" y="0"/>
                      </a:cubicBezTo>
                      <a:cubicBezTo>
                        <a:pt x="106761" y="42257"/>
                        <a:pt x="97921" y="90424"/>
                        <a:pt x="100904" y="133818"/>
                      </a:cubicBezTo>
                      <a:cubicBezTo>
                        <a:pt x="52662" y="137928"/>
                        <a:pt x="23967" y="132945"/>
                        <a:pt x="0" y="133818"/>
                      </a:cubicBezTo>
                      <a:cubicBezTo>
                        <a:pt x="-5057" y="76466"/>
                        <a:pt x="-1222" y="62054"/>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4152926505">
                        <a:custGeom>
                          <a:avLst/>
                          <a:gdLst/>
                          <a:ahLst/>
                          <a:cxnLst/>
                          <a:rect l="l" t="t" r="r" b="b"/>
                          <a:pathLst>
                            <a:path w="174381" h="231260">
                              <a:moveTo>
                                <a:pt x="0" y="0"/>
                              </a:moveTo>
                              <a:lnTo>
                                <a:pt x="174381" y="0"/>
                              </a:lnTo>
                              <a:lnTo>
                                <a:pt x="174381" y="231260"/>
                              </a:lnTo>
                              <a:lnTo>
                                <a:pt x="0" y="23126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grpSp>
          <p:grpSp>
            <p:nvGrpSpPr>
              <p:cNvPr id="17" name="Group 129">
                <a:extLst>
                  <a:ext uri="{FF2B5EF4-FFF2-40B4-BE49-F238E27FC236}">
                    <a16:creationId xmlns:a16="http://schemas.microsoft.com/office/drawing/2014/main" id="{F45E11F6-BC0F-CB04-188E-D0CA0AADAB04}"/>
                  </a:ext>
                </a:extLst>
              </p:cNvPr>
              <p:cNvGrpSpPr/>
              <p:nvPr/>
            </p:nvGrpSpPr>
            <p:grpSpPr>
              <a:xfrm>
                <a:off x="7776526" y="3470430"/>
                <a:ext cx="1640077" cy="231260"/>
                <a:chOff x="7776526" y="3470430"/>
                <a:chExt cx="1640077" cy="231260"/>
              </a:xfrm>
              <a:grpFill/>
            </p:grpSpPr>
            <p:sp>
              <p:nvSpPr>
                <p:cNvPr id="25" name="Freeform 130">
                  <a:extLst>
                    <a:ext uri="{FF2B5EF4-FFF2-40B4-BE49-F238E27FC236}">
                      <a16:creationId xmlns:a16="http://schemas.microsoft.com/office/drawing/2014/main" id="{EE43C7F5-ECA8-67EF-5917-543B55CF82AA}"/>
                    </a:ext>
                  </a:extLst>
                </p:cNvPr>
                <p:cNvSpPr/>
                <p:nvPr/>
              </p:nvSpPr>
              <p:spPr>
                <a:xfrm>
                  <a:off x="7776526" y="3470430"/>
                  <a:ext cx="1640077" cy="231260"/>
                </a:xfrm>
                <a:custGeom>
                  <a:avLst/>
                  <a:gdLst>
                    <a:gd name="connsiteX0" fmla="*/ 0 w 949026"/>
                    <a:gd name="connsiteY0" fmla="*/ 0 h 133818"/>
                    <a:gd name="connsiteX1" fmla="*/ 465023 w 949026"/>
                    <a:gd name="connsiteY1" fmla="*/ 0 h 133818"/>
                    <a:gd name="connsiteX2" fmla="*/ 949026 w 949026"/>
                    <a:gd name="connsiteY2" fmla="*/ 0 h 133818"/>
                    <a:gd name="connsiteX3" fmla="*/ 949026 w 949026"/>
                    <a:gd name="connsiteY3" fmla="*/ 133818 h 133818"/>
                    <a:gd name="connsiteX4" fmla="*/ 474513 w 949026"/>
                    <a:gd name="connsiteY4" fmla="*/ 133818 h 133818"/>
                    <a:gd name="connsiteX5" fmla="*/ 0 w 949026"/>
                    <a:gd name="connsiteY5" fmla="*/ 133818 h 133818"/>
                    <a:gd name="connsiteX6" fmla="*/ 0 w 949026"/>
                    <a:gd name="connsiteY6" fmla="*/ 0 h 133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9026" h="133818" fill="none" extrusionOk="0">
                      <a:moveTo>
                        <a:pt x="0" y="0"/>
                      </a:moveTo>
                      <a:cubicBezTo>
                        <a:pt x="158070" y="19062"/>
                        <a:pt x="362077" y="8102"/>
                        <a:pt x="465023" y="0"/>
                      </a:cubicBezTo>
                      <a:cubicBezTo>
                        <a:pt x="567969" y="-8102"/>
                        <a:pt x="732863" y="23475"/>
                        <a:pt x="949026" y="0"/>
                      </a:cubicBezTo>
                      <a:cubicBezTo>
                        <a:pt x="948729" y="66851"/>
                        <a:pt x="949923" y="74806"/>
                        <a:pt x="949026" y="133818"/>
                      </a:cubicBezTo>
                      <a:cubicBezTo>
                        <a:pt x="738269" y="131540"/>
                        <a:pt x="672148" y="149422"/>
                        <a:pt x="474513" y="133818"/>
                      </a:cubicBezTo>
                      <a:cubicBezTo>
                        <a:pt x="276878" y="118214"/>
                        <a:pt x="155104" y="114258"/>
                        <a:pt x="0" y="133818"/>
                      </a:cubicBezTo>
                      <a:cubicBezTo>
                        <a:pt x="-5796" y="84668"/>
                        <a:pt x="2453" y="27615"/>
                        <a:pt x="0" y="0"/>
                      </a:cubicBezTo>
                      <a:close/>
                    </a:path>
                    <a:path w="949026" h="133818" stroke="0" extrusionOk="0">
                      <a:moveTo>
                        <a:pt x="0" y="0"/>
                      </a:moveTo>
                      <a:cubicBezTo>
                        <a:pt x="217802" y="-18262"/>
                        <a:pt x="339700" y="-9532"/>
                        <a:pt x="465023" y="0"/>
                      </a:cubicBezTo>
                      <a:cubicBezTo>
                        <a:pt x="590346" y="9532"/>
                        <a:pt x="787398" y="-10658"/>
                        <a:pt x="949026" y="0"/>
                      </a:cubicBezTo>
                      <a:cubicBezTo>
                        <a:pt x="950107" y="45295"/>
                        <a:pt x="946205" y="91143"/>
                        <a:pt x="949026" y="133818"/>
                      </a:cubicBezTo>
                      <a:cubicBezTo>
                        <a:pt x="786558" y="142500"/>
                        <a:pt x="599290" y="137081"/>
                        <a:pt x="465023" y="133818"/>
                      </a:cubicBezTo>
                      <a:cubicBezTo>
                        <a:pt x="330756" y="130555"/>
                        <a:pt x="209698" y="130826"/>
                        <a:pt x="0" y="133818"/>
                      </a:cubicBezTo>
                      <a:cubicBezTo>
                        <a:pt x="6194" y="72022"/>
                        <a:pt x="6421" y="49214"/>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747884090">
                        <a:custGeom>
                          <a:avLst/>
                          <a:gdLst/>
                          <a:ahLst/>
                          <a:cxnLst/>
                          <a:rect l="l" t="t" r="r" b="b"/>
                          <a:pathLst>
                            <a:path w="1640077" h="231260">
                              <a:moveTo>
                                <a:pt x="0" y="0"/>
                              </a:moveTo>
                              <a:lnTo>
                                <a:pt x="1640078" y="0"/>
                              </a:lnTo>
                              <a:lnTo>
                                <a:pt x="1640078" y="231260"/>
                              </a:lnTo>
                              <a:lnTo>
                                <a:pt x="1" y="23126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26" name="Freeform 131">
                  <a:extLst>
                    <a:ext uri="{FF2B5EF4-FFF2-40B4-BE49-F238E27FC236}">
                      <a16:creationId xmlns:a16="http://schemas.microsoft.com/office/drawing/2014/main" id="{F1166C08-BF92-DE75-9E19-B74D313205D7}"/>
                    </a:ext>
                  </a:extLst>
                </p:cNvPr>
                <p:cNvSpPr/>
                <p:nvPr/>
              </p:nvSpPr>
              <p:spPr>
                <a:xfrm>
                  <a:off x="9206590" y="3470430"/>
                  <a:ext cx="61876" cy="231260"/>
                </a:xfrm>
                <a:custGeom>
                  <a:avLst/>
                  <a:gdLst>
                    <a:gd name="connsiteX0" fmla="*/ 0 w 35804"/>
                    <a:gd name="connsiteY0" fmla="*/ 0 h 133818"/>
                    <a:gd name="connsiteX1" fmla="*/ 35804 w 35804"/>
                    <a:gd name="connsiteY1" fmla="*/ 0 h 133818"/>
                    <a:gd name="connsiteX2" fmla="*/ 35804 w 35804"/>
                    <a:gd name="connsiteY2" fmla="*/ 133818 h 133818"/>
                    <a:gd name="connsiteX3" fmla="*/ 0 w 35804"/>
                    <a:gd name="connsiteY3" fmla="*/ 133818 h 133818"/>
                    <a:gd name="connsiteX4" fmla="*/ 0 w 35804"/>
                    <a:gd name="connsiteY4" fmla="*/ 0 h 133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04" h="133818" fill="none" extrusionOk="0">
                      <a:moveTo>
                        <a:pt x="0" y="0"/>
                      </a:moveTo>
                      <a:cubicBezTo>
                        <a:pt x="13310" y="-1438"/>
                        <a:pt x="18586" y="241"/>
                        <a:pt x="35804" y="0"/>
                      </a:cubicBezTo>
                      <a:cubicBezTo>
                        <a:pt x="36500" y="51520"/>
                        <a:pt x="32715" y="106746"/>
                        <a:pt x="35804" y="133818"/>
                      </a:cubicBezTo>
                      <a:cubicBezTo>
                        <a:pt x="24643" y="134364"/>
                        <a:pt x="13475" y="133674"/>
                        <a:pt x="0" y="133818"/>
                      </a:cubicBezTo>
                      <a:cubicBezTo>
                        <a:pt x="3952" y="92499"/>
                        <a:pt x="-4590" y="64835"/>
                        <a:pt x="0" y="0"/>
                      </a:cubicBezTo>
                      <a:close/>
                    </a:path>
                    <a:path w="35804" h="133818" stroke="0" extrusionOk="0">
                      <a:moveTo>
                        <a:pt x="0" y="0"/>
                      </a:moveTo>
                      <a:cubicBezTo>
                        <a:pt x="7852" y="-315"/>
                        <a:pt x="25819" y="278"/>
                        <a:pt x="35804" y="0"/>
                      </a:cubicBezTo>
                      <a:cubicBezTo>
                        <a:pt x="31588" y="35410"/>
                        <a:pt x="33303" y="70514"/>
                        <a:pt x="35804" y="133818"/>
                      </a:cubicBezTo>
                      <a:cubicBezTo>
                        <a:pt x="25115" y="133824"/>
                        <a:pt x="17866" y="132164"/>
                        <a:pt x="0" y="133818"/>
                      </a:cubicBezTo>
                      <a:cubicBezTo>
                        <a:pt x="-5006" y="81956"/>
                        <a:pt x="-6243" y="31837"/>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2721259223">
                        <a:custGeom>
                          <a:avLst/>
                          <a:gdLst/>
                          <a:ahLst/>
                          <a:cxnLst/>
                          <a:rect l="l" t="t" r="r" b="b"/>
                          <a:pathLst>
                            <a:path w="61876" h="231260">
                              <a:moveTo>
                                <a:pt x="0" y="0"/>
                              </a:moveTo>
                              <a:lnTo>
                                <a:pt x="61877" y="0"/>
                              </a:lnTo>
                              <a:lnTo>
                                <a:pt x="61877" y="231260"/>
                              </a:lnTo>
                              <a:lnTo>
                                <a:pt x="0" y="23126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27" name="Freeform 132">
                  <a:extLst>
                    <a:ext uri="{FF2B5EF4-FFF2-40B4-BE49-F238E27FC236}">
                      <a16:creationId xmlns:a16="http://schemas.microsoft.com/office/drawing/2014/main" id="{987C823A-E9A8-C77C-DCC0-B5BE261D49DD}"/>
                    </a:ext>
                  </a:extLst>
                </p:cNvPr>
                <p:cNvSpPr/>
                <p:nvPr/>
              </p:nvSpPr>
              <p:spPr>
                <a:xfrm>
                  <a:off x="9074175" y="3470430"/>
                  <a:ext cx="94914" cy="231260"/>
                </a:xfrm>
                <a:custGeom>
                  <a:avLst/>
                  <a:gdLst>
                    <a:gd name="connsiteX0" fmla="*/ 0 w 54922"/>
                    <a:gd name="connsiteY0" fmla="*/ 0 h 133818"/>
                    <a:gd name="connsiteX1" fmla="*/ 54922 w 54922"/>
                    <a:gd name="connsiteY1" fmla="*/ 0 h 133818"/>
                    <a:gd name="connsiteX2" fmla="*/ 54922 w 54922"/>
                    <a:gd name="connsiteY2" fmla="*/ 133818 h 133818"/>
                    <a:gd name="connsiteX3" fmla="*/ 0 w 54922"/>
                    <a:gd name="connsiteY3" fmla="*/ 133818 h 133818"/>
                    <a:gd name="connsiteX4" fmla="*/ 0 w 54922"/>
                    <a:gd name="connsiteY4" fmla="*/ 0 h 1338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922" h="133818" fill="none" extrusionOk="0">
                      <a:moveTo>
                        <a:pt x="0" y="0"/>
                      </a:moveTo>
                      <a:cubicBezTo>
                        <a:pt x="26289" y="-1127"/>
                        <a:pt x="32456" y="-1213"/>
                        <a:pt x="54922" y="0"/>
                      </a:cubicBezTo>
                      <a:cubicBezTo>
                        <a:pt x="53035" y="32701"/>
                        <a:pt x="54143" y="90453"/>
                        <a:pt x="54922" y="133818"/>
                      </a:cubicBezTo>
                      <a:cubicBezTo>
                        <a:pt x="30869" y="131918"/>
                        <a:pt x="14001" y="132005"/>
                        <a:pt x="0" y="133818"/>
                      </a:cubicBezTo>
                      <a:cubicBezTo>
                        <a:pt x="-4837" y="102845"/>
                        <a:pt x="1526" y="55205"/>
                        <a:pt x="0" y="0"/>
                      </a:cubicBezTo>
                      <a:close/>
                    </a:path>
                    <a:path w="54922" h="133818" stroke="0" extrusionOk="0">
                      <a:moveTo>
                        <a:pt x="0" y="0"/>
                      </a:moveTo>
                      <a:cubicBezTo>
                        <a:pt x="27311" y="-1723"/>
                        <a:pt x="37635" y="455"/>
                        <a:pt x="54922" y="0"/>
                      </a:cubicBezTo>
                      <a:cubicBezTo>
                        <a:pt x="61573" y="34334"/>
                        <a:pt x="54340" y="103859"/>
                        <a:pt x="54922" y="133818"/>
                      </a:cubicBezTo>
                      <a:cubicBezTo>
                        <a:pt x="28648" y="134113"/>
                        <a:pt x="15416" y="133515"/>
                        <a:pt x="0" y="133818"/>
                      </a:cubicBezTo>
                      <a:cubicBezTo>
                        <a:pt x="-732" y="102829"/>
                        <a:pt x="6524" y="27882"/>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072002914">
                        <a:custGeom>
                          <a:avLst/>
                          <a:gdLst/>
                          <a:ahLst/>
                          <a:cxnLst/>
                          <a:rect l="l" t="t" r="r" b="b"/>
                          <a:pathLst>
                            <a:path w="94914" h="231260">
                              <a:moveTo>
                                <a:pt x="0" y="0"/>
                              </a:moveTo>
                              <a:lnTo>
                                <a:pt x="94915" y="0"/>
                              </a:lnTo>
                              <a:lnTo>
                                <a:pt x="94915" y="231260"/>
                              </a:lnTo>
                              <a:lnTo>
                                <a:pt x="0" y="23126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grpSp>
          <p:grpSp>
            <p:nvGrpSpPr>
              <p:cNvPr id="18" name="Group 133">
                <a:extLst>
                  <a:ext uri="{FF2B5EF4-FFF2-40B4-BE49-F238E27FC236}">
                    <a16:creationId xmlns:a16="http://schemas.microsoft.com/office/drawing/2014/main" id="{8E143BDC-6248-63E3-7BA2-C030DCBBFEE2}"/>
                  </a:ext>
                </a:extLst>
              </p:cNvPr>
              <p:cNvGrpSpPr/>
              <p:nvPr/>
            </p:nvGrpSpPr>
            <p:grpSpPr>
              <a:xfrm>
                <a:off x="7939879" y="3701691"/>
                <a:ext cx="1640077" cy="358596"/>
                <a:chOff x="7939879" y="3701691"/>
                <a:chExt cx="1640077" cy="358596"/>
              </a:xfrm>
              <a:grpFill/>
            </p:grpSpPr>
            <p:sp>
              <p:nvSpPr>
                <p:cNvPr id="20" name="Freeform 134">
                  <a:extLst>
                    <a:ext uri="{FF2B5EF4-FFF2-40B4-BE49-F238E27FC236}">
                      <a16:creationId xmlns:a16="http://schemas.microsoft.com/office/drawing/2014/main" id="{BD0EBBAB-6479-5C8A-C8CB-00C34205981C}"/>
                    </a:ext>
                  </a:extLst>
                </p:cNvPr>
                <p:cNvSpPr/>
                <p:nvPr/>
              </p:nvSpPr>
              <p:spPr>
                <a:xfrm>
                  <a:off x="7939879" y="3701691"/>
                  <a:ext cx="1640077" cy="358596"/>
                </a:xfrm>
                <a:custGeom>
                  <a:avLst/>
                  <a:gdLst>
                    <a:gd name="connsiteX0" fmla="*/ 0 w 949026"/>
                    <a:gd name="connsiteY0" fmla="*/ 0 h 207500"/>
                    <a:gd name="connsiteX1" fmla="*/ 474513 w 949026"/>
                    <a:gd name="connsiteY1" fmla="*/ 0 h 207500"/>
                    <a:gd name="connsiteX2" fmla="*/ 949026 w 949026"/>
                    <a:gd name="connsiteY2" fmla="*/ 0 h 207500"/>
                    <a:gd name="connsiteX3" fmla="*/ 949026 w 949026"/>
                    <a:gd name="connsiteY3" fmla="*/ 207500 h 207500"/>
                    <a:gd name="connsiteX4" fmla="*/ 474513 w 949026"/>
                    <a:gd name="connsiteY4" fmla="*/ 207500 h 207500"/>
                    <a:gd name="connsiteX5" fmla="*/ 0 w 949026"/>
                    <a:gd name="connsiteY5" fmla="*/ 207500 h 207500"/>
                    <a:gd name="connsiteX6" fmla="*/ 0 w 949026"/>
                    <a:gd name="connsiteY6" fmla="*/ 0 h 207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9026" h="207500" fill="none" extrusionOk="0">
                      <a:moveTo>
                        <a:pt x="0" y="0"/>
                      </a:moveTo>
                      <a:cubicBezTo>
                        <a:pt x="196437" y="-21322"/>
                        <a:pt x="294683" y="17338"/>
                        <a:pt x="474513" y="0"/>
                      </a:cubicBezTo>
                      <a:cubicBezTo>
                        <a:pt x="654343" y="-17338"/>
                        <a:pt x="772073" y="12181"/>
                        <a:pt x="949026" y="0"/>
                      </a:cubicBezTo>
                      <a:cubicBezTo>
                        <a:pt x="948457" y="80872"/>
                        <a:pt x="940282" y="152804"/>
                        <a:pt x="949026" y="207500"/>
                      </a:cubicBezTo>
                      <a:cubicBezTo>
                        <a:pt x="803410" y="230441"/>
                        <a:pt x="662824" y="199827"/>
                        <a:pt x="474513" y="207500"/>
                      </a:cubicBezTo>
                      <a:cubicBezTo>
                        <a:pt x="286202" y="215173"/>
                        <a:pt x="104140" y="216570"/>
                        <a:pt x="0" y="207500"/>
                      </a:cubicBezTo>
                      <a:cubicBezTo>
                        <a:pt x="-7900" y="154679"/>
                        <a:pt x="-9307" y="76834"/>
                        <a:pt x="0" y="0"/>
                      </a:cubicBezTo>
                      <a:close/>
                    </a:path>
                    <a:path w="949026" h="207500" stroke="0" extrusionOk="0">
                      <a:moveTo>
                        <a:pt x="0" y="0"/>
                      </a:moveTo>
                      <a:cubicBezTo>
                        <a:pt x="145911" y="-20153"/>
                        <a:pt x="311544" y="-15647"/>
                        <a:pt x="474513" y="0"/>
                      </a:cubicBezTo>
                      <a:cubicBezTo>
                        <a:pt x="637482" y="15647"/>
                        <a:pt x="801868" y="7518"/>
                        <a:pt x="949026" y="0"/>
                      </a:cubicBezTo>
                      <a:cubicBezTo>
                        <a:pt x="945845" y="57751"/>
                        <a:pt x="958715" y="110475"/>
                        <a:pt x="949026" y="207500"/>
                      </a:cubicBezTo>
                      <a:cubicBezTo>
                        <a:pt x="751514" y="224576"/>
                        <a:pt x="666896" y="183863"/>
                        <a:pt x="474513" y="207500"/>
                      </a:cubicBezTo>
                      <a:cubicBezTo>
                        <a:pt x="282130" y="231137"/>
                        <a:pt x="162505" y="187889"/>
                        <a:pt x="0" y="207500"/>
                      </a:cubicBezTo>
                      <a:cubicBezTo>
                        <a:pt x="2019" y="140533"/>
                        <a:pt x="-6268" y="101987"/>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489898279">
                        <a:custGeom>
                          <a:avLst/>
                          <a:gdLst/>
                          <a:ahLst/>
                          <a:cxnLst/>
                          <a:rect l="l" t="t" r="r" b="b"/>
                          <a:pathLst>
                            <a:path w="1640077" h="358596">
                              <a:moveTo>
                                <a:pt x="0" y="0"/>
                              </a:moveTo>
                              <a:lnTo>
                                <a:pt x="1640078" y="0"/>
                              </a:lnTo>
                              <a:lnTo>
                                <a:pt x="1640078" y="358596"/>
                              </a:lnTo>
                              <a:lnTo>
                                <a:pt x="0" y="358596"/>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47500" lnSpcReduction="20000"/>
                </a:bodyPr>
                <a:lstStyle/>
                <a:p>
                  <a:pPr marL="0" algn="l"/>
                  <a:endParaRPr/>
                </a:p>
              </p:txBody>
            </p:sp>
            <p:sp>
              <p:nvSpPr>
                <p:cNvPr id="21" name="Freeform 135">
                  <a:extLst>
                    <a:ext uri="{FF2B5EF4-FFF2-40B4-BE49-F238E27FC236}">
                      <a16:creationId xmlns:a16="http://schemas.microsoft.com/office/drawing/2014/main" id="{8018FD14-CDD5-C7AC-18FC-9D169E224269}"/>
                    </a:ext>
                  </a:extLst>
                </p:cNvPr>
                <p:cNvSpPr/>
                <p:nvPr/>
              </p:nvSpPr>
              <p:spPr>
                <a:xfrm>
                  <a:off x="8088012" y="3756936"/>
                  <a:ext cx="61876" cy="238418"/>
                </a:xfrm>
                <a:custGeom>
                  <a:avLst/>
                  <a:gdLst>
                    <a:gd name="connsiteX0" fmla="*/ 0 w 35804"/>
                    <a:gd name="connsiteY0" fmla="*/ 0 h 137960"/>
                    <a:gd name="connsiteX1" fmla="*/ 35804 w 35804"/>
                    <a:gd name="connsiteY1" fmla="*/ 0 h 137960"/>
                    <a:gd name="connsiteX2" fmla="*/ 35804 w 35804"/>
                    <a:gd name="connsiteY2" fmla="*/ 137960 h 137960"/>
                    <a:gd name="connsiteX3" fmla="*/ 0 w 35804"/>
                    <a:gd name="connsiteY3" fmla="*/ 137960 h 137960"/>
                    <a:gd name="connsiteX4" fmla="*/ 0 w 35804"/>
                    <a:gd name="connsiteY4" fmla="*/ 0 h 137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04" h="137960" fill="none" extrusionOk="0">
                      <a:moveTo>
                        <a:pt x="0" y="0"/>
                      </a:moveTo>
                      <a:cubicBezTo>
                        <a:pt x="8411" y="1269"/>
                        <a:pt x="25825" y="-1337"/>
                        <a:pt x="35804" y="0"/>
                      </a:cubicBezTo>
                      <a:cubicBezTo>
                        <a:pt x="29530" y="54353"/>
                        <a:pt x="32287" y="105076"/>
                        <a:pt x="35804" y="137960"/>
                      </a:cubicBezTo>
                      <a:cubicBezTo>
                        <a:pt x="27399" y="138077"/>
                        <a:pt x="11184" y="136517"/>
                        <a:pt x="0" y="137960"/>
                      </a:cubicBezTo>
                      <a:cubicBezTo>
                        <a:pt x="-3705" y="82241"/>
                        <a:pt x="-5850" y="54115"/>
                        <a:pt x="0" y="0"/>
                      </a:cubicBezTo>
                      <a:close/>
                    </a:path>
                    <a:path w="35804" h="137960" stroke="0" extrusionOk="0">
                      <a:moveTo>
                        <a:pt x="0" y="0"/>
                      </a:moveTo>
                      <a:cubicBezTo>
                        <a:pt x="17813" y="-534"/>
                        <a:pt x="18750" y="-358"/>
                        <a:pt x="35804" y="0"/>
                      </a:cubicBezTo>
                      <a:cubicBezTo>
                        <a:pt x="41437" y="61060"/>
                        <a:pt x="36723" y="70299"/>
                        <a:pt x="35804" y="137960"/>
                      </a:cubicBezTo>
                      <a:cubicBezTo>
                        <a:pt x="22044" y="138762"/>
                        <a:pt x="7182" y="136744"/>
                        <a:pt x="0" y="137960"/>
                      </a:cubicBezTo>
                      <a:cubicBezTo>
                        <a:pt x="-4283" y="71842"/>
                        <a:pt x="-2015" y="50909"/>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3248919794">
                        <a:custGeom>
                          <a:avLst/>
                          <a:gdLst/>
                          <a:ahLst/>
                          <a:cxnLst/>
                          <a:rect l="l" t="t" r="r" b="b"/>
                          <a:pathLst>
                            <a:path w="61876" h="238418">
                              <a:moveTo>
                                <a:pt x="0" y="0"/>
                              </a:moveTo>
                              <a:lnTo>
                                <a:pt x="61877" y="0"/>
                              </a:lnTo>
                              <a:lnTo>
                                <a:pt x="61877" y="238418"/>
                              </a:lnTo>
                              <a:lnTo>
                                <a:pt x="0" y="238418"/>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22" name="Freeform 136">
                  <a:extLst>
                    <a:ext uri="{FF2B5EF4-FFF2-40B4-BE49-F238E27FC236}">
                      <a16:creationId xmlns:a16="http://schemas.microsoft.com/office/drawing/2014/main" id="{84E74595-EED1-7E05-4F3B-E5190E442F30}"/>
                    </a:ext>
                  </a:extLst>
                </p:cNvPr>
                <p:cNvSpPr/>
                <p:nvPr/>
              </p:nvSpPr>
              <p:spPr>
                <a:xfrm>
                  <a:off x="9410573" y="3756936"/>
                  <a:ext cx="61876" cy="238418"/>
                </a:xfrm>
                <a:custGeom>
                  <a:avLst/>
                  <a:gdLst>
                    <a:gd name="connsiteX0" fmla="*/ -1 w 35804"/>
                    <a:gd name="connsiteY0" fmla="*/ 0 h 137960"/>
                    <a:gd name="connsiteX1" fmla="*/ 35804 w 35804"/>
                    <a:gd name="connsiteY1" fmla="*/ 0 h 137960"/>
                    <a:gd name="connsiteX2" fmla="*/ 35804 w 35804"/>
                    <a:gd name="connsiteY2" fmla="*/ 137960 h 137960"/>
                    <a:gd name="connsiteX3" fmla="*/ -1 w 35804"/>
                    <a:gd name="connsiteY3" fmla="*/ 137960 h 137960"/>
                    <a:gd name="connsiteX4" fmla="*/ -1 w 35804"/>
                    <a:gd name="connsiteY4" fmla="*/ 0 h 137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04" h="137960" fill="none" extrusionOk="0">
                      <a:moveTo>
                        <a:pt x="-1" y="0"/>
                      </a:moveTo>
                      <a:cubicBezTo>
                        <a:pt x="17063" y="135"/>
                        <a:pt x="22117" y="939"/>
                        <a:pt x="35804" y="0"/>
                      </a:cubicBezTo>
                      <a:cubicBezTo>
                        <a:pt x="39926" y="40742"/>
                        <a:pt x="29166" y="103548"/>
                        <a:pt x="35804" y="137960"/>
                      </a:cubicBezTo>
                      <a:cubicBezTo>
                        <a:pt x="23967" y="138436"/>
                        <a:pt x="11948" y="138650"/>
                        <a:pt x="-1" y="137960"/>
                      </a:cubicBezTo>
                      <a:cubicBezTo>
                        <a:pt x="-3859" y="96636"/>
                        <a:pt x="-3645" y="29955"/>
                        <a:pt x="-1" y="0"/>
                      </a:cubicBezTo>
                      <a:close/>
                    </a:path>
                    <a:path w="35804" h="137960" stroke="0" extrusionOk="0">
                      <a:moveTo>
                        <a:pt x="-1" y="0"/>
                      </a:moveTo>
                      <a:cubicBezTo>
                        <a:pt x="7837" y="-757"/>
                        <a:pt x="21232" y="421"/>
                        <a:pt x="35804" y="0"/>
                      </a:cubicBezTo>
                      <a:cubicBezTo>
                        <a:pt x="34183" y="49317"/>
                        <a:pt x="37611" y="102218"/>
                        <a:pt x="35804" y="137960"/>
                      </a:cubicBezTo>
                      <a:cubicBezTo>
                        <a:pt x="27310" y="136597"/>
                        <a:pt x="13319" y="136493"/>
                        <a:pt x="-1" y="137960"/>
                      </a:cubicBezTo>
                      <a:cubicBezTo>
                        <a:pt x="-288" y="71139"/>
                        <a:pt x="6838" y="52415"/>
                        <a:pt x="-1"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428239824">
                        <a:custGeom>
                          <a:avLst/>
                          <a:gdLst/>
                          <a:ahLst/>
                          <a:cxnLst/>
                          <a:rect l="l" t="t" r="r" b="b"/>
                          <a:pathLst>
                            <a:path w="61876" h="238418">
                              <a:moveTo>
                                <a:pt x="-1" y="0"/>
                              </a:moveTo>
                              <a:lnTo>
                                <a:pt x="61876" y="0"/>
                              </a:lnTo>
                              <a:lnTo>
                                <a:pt x="61876" y="238418"/>
                              </a:lnTo>
                              <a:lnTo>
                                <a:pt x="-1" y="238418"/>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23" name="Freeform 137">
                  <a:extLst>
                    <a:ext uri="{FF2B5EF4-FFF2-40B4-BE49-F238E27FC236}">
                      <a16:creationId xmlns:a16="http://schemas.microsoft.com/office/drawing/2014/main" id="{04D51AA5-2A27-C111-0ABF-D8F123BAA060}"/>
                    </a:ext>
                  </a:extLst>
                </p:cNvPr>
                <p:cNvSpPr/>
                <p:nvPr/>
              </p:nvSpPr>
              <p:spPr>
                <a:xfrm>
                  <a:off x="9299319" y="3756936"/>
                  <a:ext cx="61876" cy="238418"/>
                </a:xfrm>
                <a:custGeom>
                  <a:avLst/>
                  <a:gdLst>
                    <a:gd name="connsiteX0" fmla="*/ 0 w 35804"/>
                    <a:gd name="connsiteY0" fmla="*/ 0 h 137960"/>
                    <a:gd name="connsiteX1" fmla="*/ 35804 w 35804"/>
                    <a:gd name="connsiteY1" fmla="*/ 0 h 137960"/>
                    <a:gd name="connsiteX2" fmla="*/ 35804 w 35804"/>
                    <a:gd name="connsiteY2" fmla="*/ 137960 h 137960"/>
                    <a:gd name="connsiteX3" fmla="*/ 0 w 35804"/>
                    <a:gd name="connsiteY3" fmla="*/ 137960 h 137960"/>
                    <a:gd name="connsiteX4" fmla="*/ 0 w 35804"/>
                    <a:gd name="connsiteY4" fmla="*/ 0 h 1379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804" h="137960" fill="none" extrusionOk="0">
                      <a:moveTo>
                        <a:pt x="0" y="0"/>
                      </a:moveTo>
                      <a:cubicBezTo>
                        <a:pt x="17264" y="-259"/>
                        <a:pt x="22154" y="-1202"/>
                        <a:pt x="35804" y="0"/>
                      </a:cubicBezTo>
                      <a:cubicBezTo>
                        <a:pt x="31650" y="68264"/>
                        <a:pt x="36725" y="89395"/>
                        <a:pt x="35804" y="137960"/>
                      </a:cubicBezTo>
                      <a:cubicBezTo>
                        <a:pt x="18294" y="136844"/>
                        <a:pt x="12862" y="137691"/>
                        <a:pt x="0" y="137960"/>
                      </a:cubicBezTo>
                      <a:cubicBezTo>
                        <a:pt x="-3591" y="93097"/>
                        <a:pt x="950" y="52419"/>
                        <a:pt x="0" y="0"/>
                      </a:cubicBezTo>
                      <a:close/>
                    </a:path>
                    <a:path w="35804" h="137960" stroke="0" extrusionOk="0">
                      <a:moveTo>
                        <a:pt x="0" y="0"/>
                      </a:moveTo>
                      <a:cubicBezTo>
                        <a:pt x="11161" y="-969"/>
                        <a:pt x="24284" y="435"/>
                        <a:pt x="35804" y="0"/>
                      </a:cubicBezTo>
                      <a:cubicBezTo>
                        <a:pt x="34289" y="53056"/>
                        <a:pt x="34518" y="73806"/>
                        <a:pt x="35804" y="137960"/>
                      </a:cubicBezTo>
                      <a:cubicBezTo>
                        <a:pt x="17910" y="138061"/>
                        <a:pt x="15723" y="136921"/>
                        <a:pt x="0" y="137960"/>
                      </a:cubicBezTo>
                      <a:cubicBezTo>
                        <a:pt x="5906" y="105801"/>
                        <a:pt x="6329" y="68466"/>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669184389">
                        <a:custGeom>
                          <a:avLst/>
                          <a:gdLst/>
                          <a:ahLst/>
                          <a:cxnLst/>
                          <a:rect l="l" t="t" r="r" b="b"/>
                          <a:pathLst>
                            <a:path w="61876" h="238418">
                              <a:moveTo>
                                <a:pt x="0" y="0"/>
                              </a:moveTo>
                              <a:lnTo>
                                <a:pt x="61877" y="0"/>
                              </a:lnTo>
                              <a:lnTo>
                                <a:pt x="61877" y="238418"/>
                              </a:lnTo>
                              <a:lnTo>
                                <a:pt x="0" y="238418"/>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sp>
              <p:nvSpPr>
                <p:cNvPr id="24" name="Freeform 138">
                  <a:extLst>
                    <a:ext uri="{FF2B5EF4-FFF2-40B4-BE49-F238E27FC236}">
                      <a16:creationId xmlns:a16="http://schemas.microsoft.com/office/drawing/2014/main" id="{36CC8855-1F95-FC18-9FDF-0BF9DF3F5C44}"/>
                    </a:ext>
                  </a:extLst>
                </p:cNvPr>
                <p:cNvSpPr/>
                <p:nvPr/>
              </p:nvSpPr>
              <p:spPr>
                <a:xfrm rot="-2700000">
                  <a:off x="8207638" y="3756968"/>
                  <a:ext cx="238416" cy="238416"/>
                </a:xfrm>
                <a:custGeom>
                  <a:avLst/>
                  <a:gdLst>
                    <a:gd name="connsiteX0" fmla="*/ 137959 w 137959"/>
                    <a:gd name="connsiteY0" fmla="*/ 68979 h 137958"/>
                    <a:gd name="connsiteX1" fmla="*/ 68979 w 137959"/>
                    <a:gd name="connsiteY1" fmla="*/ 137958 h 137958"/>
                    <a:gd name="connsiteX2" fmla="*/ 0 w 137959"/>
                    <a:gd name="connsiteY2" fmla="*/ 68979 h 137958"/>
                    <a:gd name="connsiteX3" fmla="*/ 68979 w 137959"/>
                    <a:gd name="connsiteY3" fmla="*/ 0 h 137958"/>
                    <a:gd name="connsiteX4" fmla="*/ 137959 w 137959"/>
                    <a:gd name="connsiteY4" fmla="*/ 68979 h 1379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959" h="137958" fill="none" extrusionOk="0">
                      <a:moveTo>
                        <a:pt x="137959" y="68979"/>
                      </a:moveTo>
                      <a:cubicBezTo>
                        <a:pt x="135612" y="110208"/>
                        <a:pt x="108243" y="140402"/>
                        <a:pt x="68979" y="137958"/>
                      </a:cubicBezTo>
                      <a:cubicBezTo>
                        <a:pt x="32557" y="138379"/>
                        <a:pt x="1299" y="104389"/>
                        <a:pt x="0" y="68979"/>
                      </a:cubicBezTo>
                      <a:cubicBezTo>
                        <a:pt x="-4724" y="36316"/>
                        <a:pt x="26252" y="-21"/>
                        <a:pt x="68979" y="0"/>
                      </a:cubicBezTo>
                      <a:cubicBezTo>
                        <a:pt x="103289" y="3618"/>
                        <a:pt x="134986" y="32383"/>
                        <a:pt x="137959" y="68979"/>
                      </a:cubicBezTo>
                      <a:close/>
                    </a:path>
                    <a:path w="137959" h="137958" stroke="0" extrusionOk="0">
                      <a:moveTo>
                        <a:pt x="137959" y="68979"/>
                      </a:moveTo>
                      <a:cubicBezTo>
                        <a:pt x="140846" y="114655"/>
                        <a:pt x="106303" y="138718"/>
                        <a:pt x="68979" y="137958"/>
                      </a:cubicBezTo>
                      <a:cubicBezTo>
                        <a:pt x="37233" y="132014"/>
                        <a:pt x="-3729" y="100617"/>
                        <a:pt x="0" y="68979"/>
                      </a:cubicBezTo>
                      <a:cubicBezTo>
                        <a:pt x="944" y="28540"/>
                        <a:pt x="31905" y="-6919"/>
                        <a:pt x="68979" y="0"/>
                      </a:cubicBezTo>
                      <a:cubicBezTo>
                        <a:pt x="103154" y="-7712"/>
                        <a:pt x="139628" y="32863"/>
                        <a:pt x="137959" y="68979"/>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945981760">
                        <a:custGeom>
                          <a:avLst/>
                          <a:gdLst/>
                          <a:ahLst/>
                          <a:cxnLst/>
                          <a:rect l="l" t="t" r="r" b="b"/>
                          <a:pathLst>
                            <a:path w="238416" h="238416">
                              <a:moveTo>
                                <a:pt x="238416" y="119208"/>
                              </a:moveTo>
                              <a:cubicBezTo>
                                <a:pt x="238416" y="185045"/>
                                <a:pt x="185045" y="238416"/>
                                <a:pt x="119208" y="238416"/>
                              </a:cubicBezTo>
                              <a:cubicBezTo>
                                <a:pt x="53372" y="238416"/>
                                <a:pt x="0" y="185045"/>
                                <a:pt x="0" y="119208"/>
                              </a:cubicBezTo>
                              <a:cubicBezTo>
                                <a:pt x="0" y="53371"/>
                                <a:pt x="53372" y="0"/>
                                <a:pt x="119208" y="0"/>
                              </a:cubicBezTo>
                              <a:cubicBezTo>
                                <a:pt x="185045" y="0"/>
                                <a:pt x="238416" y="53371"/>
                                <a:pt x="238416" y="119208"/>
                              </a:cubicBez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grpSp>
          <p:sp>
            <p:nvSpPr>
              <p:cNvPr id="19" name="Freeform 139">
                <a:extLst>
                  <a:ext uri="{FF2B5EF4-FFF2-40B4-BE49-F238E27FC236}">
                    <a16:creationId xmlns:a16="http://schemas.microsoft.com/office/drawing/2014/main" id="{6895F5C8-3646-9A94-083B-6B1B4A6C039C}"/>
                  </a:ext>
                </a:extLst>
              </p:cNvPr>
              <p:cNvSpPr/>
              <p:nvPr/>
            </p:nvSpPr>
            <p:spPr>
              <a:xfrm>
                <a:off x="9056975" y="4211219"/>
                <a:ext cx="84379" cy="248919"/>
              </a:xfrm>
              <a:custGeom>
                <a:avLst/>
                <a:gdLst>
                  <a:gd name="connsiteX0" fmla="*/ 0 w 48826"/>
                  <a:gd name="connsiteY0" fmla="*/ 0 h 144036"/>
                  <a:gd name="connsiteX1" fmla="*/ 48826 w 48826"/>
                  <a:gd name="connsiteY1" fmla="*/ 0 h 144036"/>
                  <a:gd name="connsiteX2" fmla="*/ 48826 w 48826"/>
                  <a:gd name="connsiteY2" fmla="*/ 144036 h 144036"/>
                  <a:gd name="connsiteX3" fmla="*/ 0 w 48826"/>
                  <a:gd name="connsiteY3" fmla="*/ 144036 h 144036"/>
                  <a:gd name="connsiteX4" fmla="*/ 0 w 48826"/>
                  <a:gd name="connsiteY4" fmla="*/ 0 h 1440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826" h="144036" fill="none" extrusionOk="0">
                    <a:moveTo>
                      <a:pt x="0" y="0"/>
                    </a:moveTo>
                    <a:cubicBezTo>
                      <a:pt x="11185" y="628"/>
                      <a:pt x="30382" y="1943"/>
                      <a:pt x="48826" y="0"/>
                    </a:cubicBezTo>
                    <a:cubicBezTo>
                      <a:pt x="49572" y="61641"/>
                      <a:pt x="44313" y="83889"/>
                      <a:pt x="48826" y="144036"/>
                    </a:cubicBezTo>
                    <a:cubicBezTo>
                      <a:pt x="29859" y="145405"/>
                      <a:pt x="10096" y="142903"/>
                      <a:pt x="0" y="144036"/>
                    </a:cubicBezTo>
                    <a:cubicBezTo>
                      <a:pt x="7086" y="90385"/>
                      <a:pt x="6755" y="33343"/>
                      <a:pt x="0" y="0"/>
                    </a:cubicBezTo>
                    <a:close/>
                  </a:path>
                  <a:path w="48826" h="144036" stroke="0" extrusionOk="0">
                    <a:moveTo>
                      <a:pt x="0" y="0"/>
                    </a:moveTo>
                    <a:cubicBezTo>
                      <a:pt x="20216" y="1403"/>
                      <a:pt x="35325" y="-366"/>
                      <a:pt x="48826" y="0"/>
                    </a:cubicBezTo>
                    <a:cubicBezTo>
                      <a:pt x="51855" y="50596"/>
                      <a:pt x="52140" y="73963"/>
                      <a:pt x="48826" y="144036"/>
                    </a:cubicBezTo>
                    <a:cubicBezTo>
                      <a:pt x="34863" y="146372"/>
                      <a:pt x="11379" y="141972"/>
                      <a:pt x="0" y="144036"/>
                    </a:cubicBezTo>
                    <a:cubicBezTo>
                      <a:pt x="-2585" y="93704"/>
                      <a:pt x="-2437" y="31680"/>
                      <a:pt x="0" y="0"/>
                    </a:cubicBezTo>
                    <a:close/>
                  </a:path>
                </a:pathLst>
              </a:cu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a:ln>
                <a:solidFill>
                  <a:schemeClr val="tx1"/>
                </a:solidFill>
                <a:extLst>
                  <a:ext uri="{C807C97D-BFC1-408E-A445-0C87EB9F89A2}">
                    <ask:lineSketchStyleProps xmlns:ask="http://schemas.microsoft.com/office/drawing/2018/sketchyshapes" sd="102770159">
                      <a:custGeom>
                        <a:avLst/>
                        <a:gdLst/>
                        <a:ahLst/>
                        <a:cxnLst/>
                        <a:rect l="l" t="t" r="r" b="b"/>
                        <a:pathLst>
                          <a:path w="84379" h="248919">
                            <a:moveTo>
                              <a:pt x="0" y="0"/>
                            </a:moveTo>
                            <a:lnTo>
                              <a:pt x="84379" y="0"/>
                            </a:lnTo>
                            <a:lnTo>
                              <a:pt x="84379" y="248920"/>
                            </a:lnTo>
                            <a:lnTo>
                              <a:pt x="0" y="248920"/>
                            </a:lnTo>
                            <a:close/>
                          </a:path>
                        </a:pathLst>
                      </a:custGeom>
                      <ask:type>
                        <ask:lineSketchFreehand/>
                      </ask:type>
                    </ask:lineSketchStyleProps>
                  </a:ext>
                </a:extLst>
              </a:ln>
            </p:spPr>
            <p:style>
              <a:lnRef idx="0">
                <a:scrgbClr r="0" g="0" b="0"/>
              </a:lnRef>
              <a:fillRef idx="0">
                <a:scrgbClr r="0" g="0" b="0"/>
              </a:fillRef>
              <a:effectRef idx="0">
                <a:scrgbClr r="0" g="0" b="0"/>
              </a:effectRef>
              <a:fontRef idx="minor">
                <a:schemeClr val="lt1"/>
              </a:fontRef>
            </p:style>
            <p:txBody>
              <a:bodyPr vert="horz" lIns="91440" tIns="45720" rIns="91440" bIns="45720" anchor="ctr">
                <a:normAutofit fontScale="25000" lnSpcReduction="20000"/>
              </a:bodyPr>
              <a:lstStyle/>
              <a:p>
                <a:pPr marL="0" algn="l"/>
                <a:endParaRPr/>
              </a:p>
            </p:txBody>
          </p:sp>
        </p:grpSp>
      </p:grpSp>
    </p:spTree>
    <p:extLst>
      <p:ext uri="{BB962C8B-B14F-4D97-AF65-F5344CB8AC3E}">
        <p14:creationId xmlns:p14="http://schemas.microsoft.com/office/powerpoint/2010/main" val="41331433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AutoShape 2"/>
          <p:cNvSpPr>
            <a:spLocks noGrp="1"/>
          </p:cNvSpPr>
          <p:nvPr>
            <p:ph type="title"/>
          </p:nvPr>
        </p:nvSpPr>
        <p:spPr>
          <a:xfrm>
            <a:off x="1023938" y="585788"/>
            <a:ext cx="9720262" cy="808164"/>
          </a:xfrm>
        </p:spPr>
        <p:txBody>
          <a:bodyPr vert="horz" lIns="91440" tIns="45720" rIns="91440" bIns="45720" anchor="b">
            <a:normAutofit/>
          </a:bodyPr>
          <a:lstStyle/>
          <a:p>
            <a:r>
              <a:rPr lang="zh-CN" altLang="en-US" dirty="0"/>
              <a:t>OR Operator (||)</a:t>
            </a:r>
          </a:p>
        </p:txBody>
      </p:sp>
      <p:sp>
        <p:nvSpPr>
          <p:cNvPr id="3" name="AutoShape 3"/>
          <p:cNvSpPr/>
          <p:nvPr/>
        </p:nvSpPr>
        <p:spPr>
          <a:xfrm rot="10800000">
            <a:off x="4977502" y="1477483"/>
            <a:ext cx="2236996" cy="2236996"/>
          </a:xfrm>
          <a:prstGeom prst="ellipse">
            <a:avLst/>
          </a:prstGeom>
          <a:gradFill>
            <a:gsLst>
              <a:gs pos="0">
                <a:srgbClr val="FF9A2C">
                  <a:alpha val="0"/>
                </a:srgbClr>
              </a:gs>
              <a:gs pos="100000">
                <a:srgbClr val="FF9A2C">
                  <a:alpha val="50000"/>
                </a:srgbClr>
              </a:gs>
            </a:gsLst>
            <a:lin ang="5400000"/>
          </a:gradFill>
          <a:ln w="180975" cap="flat" cmpd="sng">
            <a:gradFill>
              <a:gsLst>
                <a:gs pos="0">
                  <a:srgbClr val="FF9A2C">
                    <a:alpha val="0"/>
                  </a:srgbClr>
                </a:gs>
                <a:gs pos="100000">
                  <a:srgbClr val="FF9A2C">
                    <a:alpha val="50000"/>
                  </a:srgbClr>
                </a:gs>
              </a:gsLst>
              <a:lin ang="5400000"/>
            </a:gradFill>
            <a:prstDash val="solid"/>
          </a:ln>
        </p:spPr>
        <p:txBody>
          <a:bodyPr vert="horz" lIns="91440" tIns="45720" rIns="91440" bIns="45720" anchor="ctr">
            <a:spAutoFit/>
          </a:bodyPr>
          <a:lstStyle/>
          <a:p>
            <a:pPr marL="0" algn="ctr"/>
            <a:endParaRPr/>
          </a:p>
        </p:txBody>
      </p:sp>
      <p:sp>
        <p:nvSpPr>
          <p:cNvPr id="4" name="AutoShape 4"/>
          <p:cNvSpPr/>
          <p:nvPr/>
        </p:nvSpPr>
        <p:spPr>
          <a:xfrm>
            <a:off x="4825811" y="3594978"/>
            <a:ext cx="2540376" cy="36000"/>
          </a:xfrm>
          <a:prstGeom prst="rect">
            <a:avLst/>
          </a:prstGeom>
          <a:gradFill>
            <a:gsLst>
              <a:gs pos="0">
                <a:srgbClr val="FF9A2C">
                  <a:alpha val="0"/>
                </a:srgbClr>
              </a:gs>
              <a:gs pos="49000">
                <a:srgbClr val="FF9A2C">
                  <a:alpha val="50000"/>
                </a:srgbClr>
              </a:gs>
              <a:gs pos="100000">
                <a:srgbClr val="FF9A2C">
                  <a:alpha val="0"/>
                </a:srgbClr>
              </a:gs>
            </a:gsLst>
          </a:gradFill>
          <a:ln w="114300" cap="flat" cmpd="sng">
            <a:gradFill>
              <a:gsLst>
                <a:gs pos="0">
                  <a:srgbClr val="FF9A2C">
                    <a:alpha val="0"/>
                  </a:srgbClr>
                </a:gs>
                <a:gs pos="49000">
                  <a:srgbClr val="FF9A2C">
                    <a:alpha val="50000"/>
                  </a:srgbClr>
                </a:gs>
                <a:gs pos="100000">
                  <a:srgbClr val="FF9A2C">
                    <a:alpha val="0"/>
                  </a:srgbClr>
                </a:gs>
              </a:gsLst>
            </a:gradFill>
            <a:prstDash val="solid"/>
          </a:ln>
        </p:spPr>
        <p:txBody>
          <a:bodyPr vert="horz" lIns="91440" tIns="45720" rIns="91440" bIns="45720" anchor="ctr">
            <a:spAutoFit/>
          </a:bodyPr>
          <a:lstStyle/>
          <a:p>
            <a:pPr marL="0" algn="ctr"/>
            <a:endParaRPr/>
          </a:p>
        </p:txBody>
      </p:sp>
      <p:grpSp>
        <p:nvGrpSpPr>
          <p:cNvPr id="5" name="Group 5"/>
          <p:cNvGrpSpPr/>
          <p:nvPr/>
        </p:nvGrpSpPr>
        <p:grpSpPr>
          <a:xfrm>
            <a:off x="5234954" y="1918072"/>
            <a:ext cx="1722073" cy="1622124"/>
            <a:chOff x="3692338" y="3879038"/>
            <a:chExt cx="2431979" cy="2290808"/>
          </a:xfrm>
        </p:grpSpPr>
        <p:sp>
          <p:nvSpPr>
            <p:cNvPr id="6" name="Freeform 6"/>
            <p:cNvSpPr/>
            <p:nvPr/>
          </p:nvSpPr>
          <p:spPr>
            <a:xfrm>
              <a:off x="4979909" y="4288658"/>
              <a:ext cx="521225" cy="195323"/>
            </a:xfrm>
            <a:custGeom>
              <a:avLst/>
              <a:gdLst/>
              <a:ahLst/>
              <a:cxnLst/>
              <a:rect l="l" t="t" r="r" b="b"/>
              <a:pathLst>
                <a:path w="521225" h="195323">
                  <a:moveTo>
                    <a:pt x="521226" y="93345"/>
                  </a:moveTo>
                  <a:lnTo>
                    <a:pt x="132606" y="187643"/>
                  </a:lnTo>
                  <a:cubicBezTo>
                    <a:pt x="122128" y="194310"/>
                    <a:pt x="51643" y="200025"/>
                    <a:pt x="23068" y="189548"/>
                  </a:cubicBezTo>
                  <a:cubicBezTo>
                    <a:pt x="-5507" y="179070"/>
                    <a:pt x="-1697" y="155258"/>
                    <a:pt x="4018" y="140018"/>
                  </a:cubicBezTo>
                  <a:cubicBezTo>
                    <a:pt x="9733" y="123825"/>
                    <a:pt x="72598" y="120015"/>
                    <a:pt x="72598" y="120015"/>
                  </a:cubicBezTo>
                  <a:cubicBezTo>
                    <a:pt x="72598" y="120015"/>
                    <a:pt x="44976" y="107633"/>
                    <a:pt x="45928" y="95250"/>
                  </a:cubicBezTo>
                  <a:cubicBezTo>
                    <a:pt x="47833" y="83820"/>
                    <a:pt x="96411" y="112395"/>
                    <a:pt x="96411" y="112395"/>
                  </a:cubicBezTo>
                  <a:lnTo>
                    <a:pt x="466933" y="0"/>
                  </a:lnTo>
                  <a:lnTo>
                    <a:pt x="521226" y="93345"/>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7" name="Freeform 7"/>
            <p:cNvSpPr/>
            <p:nvPr/>
          </p:nvSpPr>
          <p:spPr>
            <a:xfrm>
              <a:off x="4976017" y="4284474"/>
              <a:ext cx="531547" cy="204446"/>
            </a:xfrm>
            <a:custGeom>
              <a:avLst/>
              <a:gdLst/>
              <a:ahLst/>
              <a:cxnLst/>
              <a:rect l="l" t="t" r="r" b="b"/>
              <a:pathLst>
                <a:path w="531547" h="204446">
                  <a:moveTo>
                    <a:pt x="77443" y="204209"/>
                  </a:moveTo>
                  <a:cubicBezTo>
                    <a:pt x="60299" y="205161"/>
                    <a:pt x="43154" y="203256"/>
                    <a:pt x="26008" y="198494"/>
                  </a:cubicBezTo>
                  <a:cubicBezTo>
                    <a:pt x="9816" y="191826"/>
                    <a:pt x="-8282" y="177539"/>
                    <a:pt x="4101" y="143249"/>
                  </a:cubicBezTo>
                  <a:cubicBezTo>
                    <a:pt x="8863" y="129914"/>
                    <a:pt x="39343" y="124199"/>
                    <a:pt x="61251" y="121341"/>
                  </a:cubicBezTo>
                  <a:cubicBezTo>
                    <a:pt x="52679" y="115626"/>
                    <a:pt x="45058" y="108006"/>
                    <a:pt x="46011" y="99434"/>
                  </a:cubicBezTo>
                  <a:cubicBezTo>
                    <a:pt x="46011" y="96576"/>
                    <a:pt x="47916" y="94671"/>
                    <a:pt x="50774" y="93719"/>
                  </a:cubicBezTo>
                  <a:cubicBezTo>
                    <a:pt x="60299" y="88956"/>
                    <a:pt x="86016" y="103244"/>
                    <a:pt x="102208" y="112769"/>
                  </a:cubicBezTo>
                  <a:lnTo>
                    <a:pt x="470826" y="374"/>
                  </a:lnTo>
                  <a:cubicBezTo>
                    <a:pt x="472731" y="-579"/>
                    <a:pt x="475588" y="374"/>
                    <a:pt x="476541" y="2279"/>
                  </a:cubicBezTo>
                  <a:lnTo>
                    <a:pt x="530834" y="95624"/>
                  </a:lnTo>
                  <a:cubicBezTo>
                    <a:pt x="531786" y="96576"/>
                    <a:pt x="531786" y="98481"/>
                    <a:pt x="530834" y="100386"/>
                  </a:cubicBezTo>
                  <a:cubicBezTo>
                    <a:pt x="529881" y="101339"/>
                    <a:pt x="528929" y="103244"/>
                    <a:pt x="527024" y="103244"/>
                  </a:cubicBezTo>
                  <a:lnTo>
                    <a:pt x="139356" y="197541"/>
                  </a:lnTo>
                  <a:cubicBezTo>
                    <a:pt x="129831" y="200399"/>
                    <a:pt x="103161" y="204209"/>
                    <a:pt x="77443" y="204209"/>
                  </a:cubicBezTo>
                  <a:close/>
                  <a:moveTo>
                    <a:pt x="54583" y="101339"/>
                  </a:moveTo>
                  <a:cubicBezTo>
                    <a:pt x="55536" y="106101"/>
                    <a:pt x="66966" y="114674"/>
                    <a:pt x="78396" y="119436"/>
                  </a:cubicBezTo>
                  <a:cubicBezTo>
                    <a:pt x="80301" y="120389"/>
                    <a:pt x="81254" y="122294"/>
                    <a:pt x="81254" y="124199"/>
                  </a:cubicBezTo>
                  <a:cubicBezTo>
                    <a:pt x="81254" y="126104"/>
                    <a:pt x="79349" y="128009"/>
                    <a:pt x="76491" y="128009"/>
                  </a:cubicBezTo>
                  <a:cubicBezTo>
                    <a:pt x="47916" y="129914"/>
                    <a:pt x="15531" y="136581"/>
                    <a:pt x="12674" y="145154"/>
                  </a:cubicBezTo>
                  <a:cubicBezTo>
                    <a:pt x="5054" y="168014"/>
                    <a:pt x="9816" y="181349"/>
                    <a:pt x="28866" y="188969"/>
                  </a:cubicBezTo>
                  <a:cubicBezTo>
                    <a:pt x="56488" y="199446"/>
                    <a:pt x="125068" y="193731"/>
                    <a:pt x="133641" y="188016"/>
                  </a:cubicBezTo>
                  <a:cubicBezTo>
                    <a:pt x="133641" y="188016"/>
                    <a:pt x="134593" y="187064"/>
                    <a:pt x="135546" y="187064"/>
                  </a:cubicBezTo>
                  <a:lnTo>
                    <a:pt x="517499" y="93719"/>
                  </a:lnTo>
                  <a:lnTo>
                    <a:pt x="468921" y="8946"/>
                  </a:lnTo>
                  <a:lnTo>
                    <a:pt x="102208" y="120389"/>
                  </a:lnTo>
                  <a:cubicBezTo>
                    <a:pt x="101256" y="121341"/>
                    <a:pt x="99351" y="121341"/>
                    <a:pt x="98399" y="120389"/>
                  </a:cubicBezTo>
                  <a:cubicBezTo>
                    <a:pt x="85063" y="111816"/>
                    <a:pt x="69824" y="105149"/>
                    <a:pt x="54583" y="101339"/>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8" name="Freeform 8"/>
            <p:cNvSpPr/>
            <p:nvPr/>
          </p:nvSpPr>
          <p:spPr>
            <a:xfrm>
              <a:off x="5050331" y="4407720"/>
              <a:ext cx="20273" cy="40957"/>
            </a:xfrm>
            <a:custGeom>
              <a:avLst/>
              <a:gdLst/>
              <a:ahLst/>
              <a:cxnLst/>
              <a:rect l="l" t="t" r="r" b="b"/>
              <a:pathLst>
                <a:path w="20273" h="40957">
                  <a:moveTo>
                    <a:pt x="2176" y="0"/>
                  </a:moveTo>
                  <a:cubicBezTo>
                    <a:pt x="2176" y="0"/>
                    <a:pt x="-9254" y="33338"/>
                    <a:pt x="20274" y="40958"/>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9" name="Freeform 9"/>
            <p:cNvSpPr/>
            <p:nvPr/>
          </p:nvSpPr>
          <p:spPr>
            <a:xfrm>
              <a:off x="5045795" y="4402601"/>
              <a:ext cx="28977" cy="50839"/>
            </a:xfrm>
            <a:custGeom>
              <a:avLst/>
              <a:gdLst/>
              <a:ahLst/>
              <a:cxnLst/>
              <a:rect l="l" t="t" r="r" b="b"/>
              <a:pathLst>
                <a:path w="28977" h="50839">
                  <a:moveTo>
                    <a:pt x="24810" y="50840"/>
                  </a:moveTo>
                  <a:lnTo>
                    <a:pt x="23858" y="50840"/>
                  </a:lnTo>
                  <a:cubicBezTo>
                    <a:pt x="15285" y="48935"/>
                    <a:pt x="7665" y="43220"/>
                    <a:pt x="3855" y="35600"/>
                  </a:cubicBezTo>
                  <a:cubicBezTo>
                    <a:pt x="-907" y="25122"/>
                    <a:pt x="-907" y="13692"/>
                    <a:pt x="1950" y="3215"/>
                  </a:cubicBezTo>
                  <a:cubicBezTo>
                    <a:pt x="2903" y="357"/>
                    <a:pt x="5760" y="-595"/>
                    <a:pt x="7665" y="357"/>
                  </a:cubicBezTo>
                  <a:cubicBezTo>
                    <a:pt x="10523" y="1310"/>
                    <a:pt x="11475" y="4167"/>
                    <a:pt x="10523" y="6072"/>
                  </a:cubicBezTo>
                  <a:cubicBezTo>
                    <a:pt x="7665" y="13692"/>
                    <a:pt x="8618" y="23217"/>
                    <a:pt x="11475" y="30837"/>
                  </a:cubicBezTo>
                  <a:cubicBezTo>
                    <a:pt x="14333" y="36552"/>
                    <a:pt x="20048" y="40362"/>
                    <a:pt x="25763" y="41315"/>
                  </a:cubicBezTo>
                  <a:cubicBezTo>
                    <a:pt x="28620" y="42267"/>
                    <a:pt x="29573" y="45125"/>
                    <a:pt x="28620" y="47030"/>
                  </a:cubicBezTo>
                  <a:lnTo>
                    <a:pt x="28620" y="47030"/>
                  </a:lnTo>
                  <a:cubicBezTo>
                    <a:pt x="29573" y="49887"/>
                    <a:pt x="27668" y="50840"/>
                    <a:pt x="24810" y="50840"/>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0" name="Freeform 10"/>
            <p:cNvSpPr/>
            <p:nvPr/>
          </p:nvSpPr>
          <p:spPr>
            <a:xfrm>
              <a:off x="4240337" y="4487384"/>
              <a:ext cx="440250" cy="241016"/>
            </a:xfrm>
            <a:custGeom>
              <a:avLst/>
              <a:gdLst/>
              <a:ahLst/>
              <a:cxnLst/>
              <a:rect l="l" t="t" r="r" b="b"/>
              <a:pathLst>
                <a:path w="440250" h="241016">
                  <a:moveTo>
                    <a:pt x="416883" y="5109"/>
                  </a:moveTo>
                  <a:cubicBezTo>
                    <a:pt x="421646" y="7967"/>
                    <a:pt x="425456" y="11777"/>
                    <a:pt x="429266" y="15587"/>
                  </a:cubicBezTo>
                  <a:cubicBezTo>
                    <a:pt x="438791" y="27017"/>
                    <a:pt x="442601" y="42257"/>
                    <a:pt x="438791" y="56544"/>
                  </a:cubicBezTo>
                  <a:cubicBezTo>
                    <a:pt x="434028" y="78452"/>
                    <a:pt x="406406" y="85119"/>
                    <a:pt x="389261" y="94644"/>
                  </a:cubicBezTo>
                  <a:cubicBezTo>
                    <a:pt x="368306" y="106074"/>
                    <a:pt x="346398" y="116552"/>
                    <a:pt x="324491" y="127029"/>
                  </a:cubicBezTo>
                  <a:cubicBezTo>
                    <a:pt x="279723" y="147984"/>
                    <a:pt x="234003" y="167034"/>
                    <a:pt x="188283" y="185132"/>
                  </a:cubicBezTo>
                  <a:cubicBezTo>
                    <a:pt x="150183" y="199419"/>
                    <a:pt x="112083" y="213707"/>
                    <a:pt x="73983" y="226089"/>
                  </a:cubicBezTo>
                  <a:cubicBezTo>
                    <a:pt x="61601" y="229899"/>
                    <a:pt x="33978" y="244187"/>
                    <a:pt x="20643" y="240377"/>
                  </a:cubicBezTo>
                  <a:cubicBezTo>
                    <a:pt x="5403" y="235614"/>
                    <a:pt x="-27934" y="151794"/>
                    <a:pt x="47313" y="138459"/>
                  </a:cubicBezTo>
                  <a:cubicBezTo>
                    <a:pt x="62553" y="134649"/>
                    <a:pt x="76841" y="128934"/>
                    <a:pt x="91128" y="122267"/>
                  </a:cubicBezTo>
                  <a:cubicBezTo>
                    <a:pt x="126371" y="108932"/>
                    <a:pt x="161613" y="95597"/>
                    <a:pt x="195903" y="81309"/>
                  </a:cubicBezTo>
                  <a:cubicBezTo>
                    <a:pt x="236861" y="65117"/>
                    <a:pt x="277818" y="47972"/>
                    <a:pt x="317823" y="30827"/>
                  </a:cubicBezTo>
                  <a:cubicBezTo>
                    <a:pt x="346398" y="18444"/>
                    <a:pt x="387356" y="-12036"/>
                    <a:pt x="416883" y="5109"/>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1" name="Freeform 11"/>
            <p:cNvSpPr/>
            <p:nvPr/>
          </p:nvSpPr>
          <p:spPr>
            <a:xfrm>
              <a:off x="4235090" y="4482704"/>
              <a:ext cx="450243" cy="250771"/>
            </a:xfrm>
            <a:custGeom>
              <a:avLst/>
              <a:gdLst/>
              <a:ahLst/>
              <a:cxnLst/>
              <a:rect l="l" t="t" r="r" b="b"/>
              <a:pathLst>
                <a:path w="450243" h="250771">
                  <a:moveTo>
                    <a:pt x="30652" y="250772"/>
                  </a:moveTo>
                  <a:cubicBezTo>
                    <a:pt x="28747" y="250772"/>
                    <a:pt x="25890" y="250772"/>
                    <a:pt x="23985" y="249819"/>
                  </a:cubicBezTo>
                  <a:cubicBezTo>
                    <a:pt x="12555" y="246009"/>
                    <a:pt x="-1733" y="217434"/>
                    <a:pt x="172" y="191717"/>
                  </a:cubicBezTo>
                  <a:cubicBezTo>
                    <a:pt x="1125" y="175524"/>
                    <a:pt x="8745" y="145997"/>
                    <a:pt x="51607" y="138377"/>
                  </a:cubicBezTo>
                  <a:cubicBezTo>
                    <a:pt x="62085" y="136472"/>
                    <a:pt x="71610" y="132662"/>
                    <a:pt x="80182" y="127899"/>
                  </a:cubicBezTo>
                  <a:cubicBezTo>
                    <a:pt x="84945" y="125994"/>
                    <a:pt x="89707" y="124089"/>
                    <a:pt x="94470" y="122184"/>
                  </a:cubicBezTo>
                  <a:cubicBezTo>
                    <a:pt x="130665" y="107897"/>
                    <a:pt x="165907" y="94562"/>
                    <a:pt x="199245" y="81227"/>
                  </a:cubicBezTo>
                  <a:cubicBezTo>
                    <a:pt x="248775" y="62177"/>
                    <a:pt x="285922" y="45984"/>
                    <a:pt x="321165" y="30744"/>
                  </a:cubicBezTo>
                  <a:cubicBezTo>
                    <a:pt x="326880" y="27887"/>
                    <a:pt x="333547" y="25029"/>
                    <a:pt x="341167" y="21219"/>
                  </a:cubicBezTo>
                  <a:cubicBezTo>
                    <a:pt x="366885" y="7884"/>
                    <a:pt x="399270" y="-9261"/>
                    <a:pt x="424987" y="5979"/>
                  </a:cubicBezTo>
                  <a:lnTo>
                    <a:pt x="424987" y="5979"/>
                  </a:lnTo>
                  <a:cubicBezTo>
                    <a:pt x="429750" y="8837"/>
                    <a:pt x="434512" y="12647"/>
                    <a:pt x="438322" y="17409"/>
                  </a:cubicBezTo>
                  <a:cubicBezTo>
                    <a:pt x="448800" y="29792"/>
                    <a:pt x="452610" y="46937"/>
                    <a:pt x="448800" y="63129"/>
                  </a:cubicBezTo>
                  <a:cubicBezTo>
                    <a:pt x="444037" y="82179"/>
                    <a:pt x="425940" y="90752"/>
                    <a:pt x="408795" y="98372"/>
                  </a:cubicBezTo>
                  <a:cubicBezTo>
                    <a:pt x="404032" y="100277"/>
                    <a:pt x="400222" y="102182"/>
                    <a:pt x="396412" y="104087"/>
                  </a:cubicBezTo>
                  <a:cubicBezTo>
                    <a:pt x="377362" y="114564"/>
                    <a:pt x="355455" y="125042"/>
                    <a:pt x="330690" y="136472"/>
                  </a:cubicBezTo>
                  <a:cubicBezTo>
                    <a:pt x="288780" y="155522"/>
                    <a:pt x="244012" y="175524"/>
                    <a:pt x="193530" y="194574"/>
                  </a:cubicBezTo>
                  <a:cubicBezTo>
                    <a:pt x="149715" y="211719"/>
                    <a:pt x="113520" y="224102"/>
                    <a:pt x="78277" y="235532"/>
                  </a:cubicBezTo>
                  <a:cubicBezTo>
                    <a:pt x="75420" y="236484"/>
                    <a:pt x="71610" y="238389"/>
                    <a:pt x="66847" y="239342"/>
                  </a:cubicBezTo>
                  <a:cubicBezTo>
                    <a:pt x="56370" y="246009"/>
                    <a:pt x="43987" y="249819"/>
                    <a:pt x="30652" y="250772"/>
                  </a:cubicBezTo>
                  <a:close/>
                  <a:moveTo>
                    <a:pt x="402127" y="9789"/>
                  </a:moveTo>
                  <a:cubicBezTo>
                    <a:pt x="384030" y="9789"/>
                    <a:pt x="363075" y="20267"/>
                    <a:pt x="344977" y="29792"/>
                  </a:cubicBezTo>
                  <a:cubicBezTo>
                    <a:pt x="337357" y="33602"/>
                    <a:pt x="330690" y="37412"/>
                    <a:pt x="324022" y="39317"/>
                  </a:cubicBezTo>
                  <a:cubicBezTo>
                    <a:pt x="288780" y="54557"/>
                    <a:pt x="250680" y="69797"/>
                    <a:pt x="201150" y="89799"/>
                  </a:cubicBezTo>
                  <a:cubicBezTo>
                    <a:pt x="167812" y="103134"/>
                    <a:pt x="132570" y="116469"/>
                    <a:pt x="96375" y="130757"/>
                  </a:cubicBezTo>
                  <a:cubicBezTo>
                    <a:pt x="92565" y="132662"/>
                    <a:pt x="87802" y="134567"/>
                    <a:pt x="83040" y="136472"/>
                  </a:cubicBezTo>
                  <a:cubicBezTo>
                    <a:pt x="73515" y="141234"/>
                    <a:pt x="63037" y="145044"/>
                    <a:pt x="51607" y="147902"/>
                  </a:cubicBezTo>
                  <a:cubicBezTo>
                    <a:pt x="17317" y="153617"/>
                    <a:pt x="8745" y="175524"/>
                    <a:pt x="7792" y="191717"/>
                  </a:cubicBezTo>
                  <a:cubicBezTo>
                    <a:pt x="6840" y="216482"/>
                    <a:pt x="20175" y="239342"/>
                    <a:pt x="24937" y="240294"/>
                  </a:cubicBezTo>
                  <a:cubicBezTo>
                    <a:pt x="33510" y="243152"/>
                    <a:pt x="51607" y="235532"/>
                    <a:pt x="63990" y="230769"/>
                  </a:cubicBezTo>
                  <a:cubicBezTo>
                    <a:pt x="68752" y="228864"/>
                    <a:pt x="72562" y="226959"/>
                    <a:pt x="75420" y="226007"/>
                  </a:cubicBezTo>
                  <a:cubicBezTo>
                    <a:pt x="109710" y="214577"/>
                    <a:pt x="146857" y="202194"/>
                    <a:pt x="189720" y="185049"/>
                  </a:cubicBezTo>
                  <a:cubicBezTo>
                    <a:pt x="240202" y="165999"/>
                    <a:pt x="284017" y="145997"/>
                    <a:pt x="325927" y="126947"/>
                  </a:cubicBezTo>
                  <a:cubicBezTo>
                    <a:pt x="350692" y="115517"/>
                    <a:pt x="371647" y="105039"/>
                    <a:pt x="390697" y="94562"/>
                  </a:cubicBezTo>
                  <a:cubicBezTo>
                    <a:pt x="394507" y="92657"/>
                    <a:pt x="399270" y="90752"/>
                    <a:pt x="404032" y="87894"/>
                  </a:cubicBezTo>
                  <a:cubicBezTo>
                    <a:pt x="419272" y="81227"/>
                    <a:pt x="435465" y="73607"/>
                    <a:pt x="438322" y="59319"/>
                  </a:cubicBezTo>
                  <a:cubicBezTo>
                    <a:pt x="441180" y="45984"/>
                    <a:pt x="438322" y="32649"/>
                    <a:pt x="429750" y="22172"/>
                  </a:cubicBezTo>
                  <a:cubicBezTo>
                    <a:pt x="426892" y="18362"/>
                    <a:pt x="423082" y="15504"/>
                    <a:pt x="418320" y="12647"/>
                  </a:cubicBezTo>
                  <a:lnTo>
                    <a:pt x="418320" y="12647"/>
                  </a:lnTo>
                  <a:cubicBezTo>
                    <a:pt x="414510" y="9789"/>
                    <a:pt x="407842" y="8837"/>
                    <a:pt x="402127" y="9789"/>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2" name="Freeform 12"/>
            <p:cNvSpPr/>
            <p:nvPr/>
          </p:nvSpPr>
          <p:spPr>
            <a:xfrm>
              <a:off x="4504400" y="4163464"/>
              <a:ext cx="683362" cy="681688"/>
            </a:xfrm>
            <a:custGeom>
              <a:avLst/>
              <a:gdLst/>
              <a:ahLst/>
              <a:cxnLst/>
              <a:rect l="l" t="t" r="r" b="b"/>
              <a:pathLst>
                <a:path w="683362" h="681688">
                  <a:moveTo>
                    <a:pt x="683363" y="317599"/>
                  </a:moveTo>
                  <a:cubicBezTo>
                    <a:pt x="677648" y="326172"/>
                    <a:pt x="670028" y="331887"/>
                    <a:pt x="660503" y="334744"/>
                  </a:cubicBezTo>
                  <a:cubicBezTo>
                    <a:pt x="647168" y="340459"/>
                    <a:pt x="633833" y="346175"/>
                    <a:pt x="620498" y="351889"/>
                  </a:cubicBezTo>
                  <a:cubicBezTo>
                    <a:pt x="614783" y="354747"/>
                    <a:pt x="610973" y="359509"/>
                    <a:pt x="609068" y="366177"/>
                  </a:cubicBezTo>
                  <a:cubicBezTo>
                    <a:pt x="606210" y="380464"/>
                    <a:pt x="603353" y="394752"/>
                    <a:pt x="599543" y="409992"/>
                  </a:cubicBezTo>
                  <a:cubicBezTo>
                    <a:pt x="595733" y="422375"/>
                    <a:pt x="600495" y="436662"/>
                    <a:pt x="610973" y="445234"/>
                  </a:cubicBezTo>
                  <a:cubicBezTo>
                    <a:pt x="621450" y="454759"/>
                    <a:pt x="630975" y="464284"/>
                    <a:pt x="640500" y="473809"/>
                  </a:cubicBezTo>
                  <a:cubicBezTo>
                    <a:pt x="649073" y="480477"/>
                    <a:pt x="650025" y="491907"/>
                    <a:pt x="644310" y="500479"/>
                  </a:cubicBezTo>
                  <a:cubicBezTo>
                    <a:pt x="633833" y="518577"/>
                    <a:pt x="622403" y="535722"/>
                    <a:pt x="610973" y="552867"/>
                  </a:cubicBezTo>
                  <a:cubicBezTo>
                    <a:pt x="600495" y="568107"/>
                    <a:pt x="594780" y="570012"/>
                    <a:pt x="576683" y="563344"/>
                  </a:cubicBezTo>
                  <a:lnTo>
                    <a:pt x="574778" y="562392"/>
                  </a:lnTo>
                  <a:cubicBezTo>
                    <a:pt x="561443" y="556677"/>
                    <a:pt x="548108" y="551915"/>
                    <a:pt x="534773" y="546200"/>
                  </a:cubicBezTo>
                  <a:cubicBezTo>
                    <a:pt x="526200" y="542390"/>
                    <a:pt x="516675" y="543342"/>
                    <a:pt x="509055" y="548104"/>
                  </a:cubicBezTo>
                  <a:cubicBezTo>
                    <a:pt x="495720" y="556677"/>
                    <a:pt x="483338" y="565250"/>
                    <a:pt x="470003" y="573822"/>
                  </a:cubicBezTo>
                  <a:cubicBezTo>
                    <a:pt x="464288" y="577632"/>
                    <a:pt x="460478" y="584300"/>
                    <a:pt x="460478" y="591919"/>
                  </a:cubicBezTo>
                  <a:cubicBezTo>
                    <a:pt x="459525" y="596682"/>
                    <a:pt x="459525" y="600492"/>
                    <a:pt x="459525" y="605254"/>
                  </a:cubicBezTo>
                  <a:cubicBezTo>
                    <a:pt x="459525" y="619542"/>
                    <a:pt x="459525" y="633829"/>
                    <a:pt x="459525" y="648117"/>
                  </a:cubicBezTo>
                  <a:cubicBezTo>
                    <a:pt x="459525" y="655737"/>
                    <a:pt x="454763" y="662404"/>
                    <a:pt x="448095" y="665262"/>
                  </a:cubicBezTo>
                  <a:cubicBezTo>
                    <a:pt x="445238" y="666215"/>
                    <a:pt x="442380" y="668119"/>
                    <a:pt x="439523" y="668119"/>
                  </a:cubicBezTo>
                  <a:cubicBezTo>
                    <a:pt x="417615" y="672882"/>
                    <a:pt x="395708" y="676692"/>
                    <a:pt x="373800" y="681454"/>
                  </a:cubicBezTo>
                  <a:cubicBezTo>
                    <a:pt x="368085" y="682407"/>
                    <a:pt x="361418" y="680502"/>
                    <a:pt x="358560" y="674787"/>
                  </a:cubicBezTo>
                  <a:cubicBezTo>
                    <a:pt x="354750" y="670025"/>
                    <a:pt x="351893" y="664309"/>
                    <a:pt x="349035" y="658594"/>
                  </a:cubicBezTo>
                  <a:cubicBezTo>
                    <a:pt x="344273" y="647165"/>
                    <a:pt x="339510" y="635734"/>
                    <a:pt x="335700" y="625257"/>
                  </a:cubicBezTo>
                  <a:cubicBezTo>
                    <a:pt x="331890" y="615732"/>
                    <a:pt x="323318" y="609065"/>
                    <a:pt x="313793" y="607159"/>
                  </a:cubicBezTo>
                  <a:lnTo>
                    <a:pt x="283313" y="600492"/>
                  </a:lnTo>
                  <a:cubicBezTo>
                    <a:pt x="257595" y="594777"/>
                    <a:pt x="252833" y="596682"/>
                    <a:pt x="234735" y="614779"/>
                  </a:cubicBezTo>
                  <a:cubicBezTo>
                    <a:pt x="226163" y="623352"/>
                    <a:pt x="217590" y="632877"/>
                    <a:pt x="208065" y="640497"/>
                  </a:cubicBezTo>
                  <a:cubicBezTo>
                    <a:pt x="201398" y="648117"/>
                    <a:pt x="189015" y="650022"/>
                    <a:pt x="181395" y="643354"/>
                  </a:cubicBezTo>
                  <a:cubicBezTo>
                    <a:pt x="163298" y="631925"/>
                    <a:pt x="145200" y="620494"/>
                    <a:pt x="127103" y="608112"/>
                  </a:cubicBezTo>
                  <a:cubicBezTo>
                    <a:pt x="114720" y="599540"/>
                    <a:pt x="112815" y="592872"/>
                    <a:pt x="118530" y="578584"/>
                  </a:cubicBezTo>
                  <a:cubicBezTo>
                    <a:pt x="124245" y="564297"/>
                    <a:pt x="129008" y="551915"/>
                    <a:pt x="134723" y="538579"/>
                  </a:cubicBezTo>
                  <a:cubicBezTo>
                    <a:pt x="139485" y="528102"/>
                    <a:pt x="138533" y="515719"/>
                    <a:pt x="131865" y="506194"/>
                  </a:cubicBezTo>
                  <a:cubicBezTo>
                    <a:pt x="124245" y="495717"/>
                    <a:pt x="116625" y="486192"/>
                    <a:pt x="110910" y="475714"/>
                  </a:cubicBezTo>
                  <a:cubicBezTo>
                    <a:pt x="105195" y="464284"/>
                    <a:pt x="92813" y="457617"/>
                    <a:pt x="80430" y="459522"/>
                  </a:cubicBezTo>
                  <a:cubicBezTo>
                    <a:pt x="79478" y="459522"/>
                    <a:pt x="78525" y="459522"/>
                    <a:pt x="77573" y="459522"/>
                  </a:cubicBezTo>
                  <a:lnTo>
                    <a:pt x="33758" y="459522"/>
                  </a:lnTo>
                  <a:cubicBezTo>
                    <a:pt x="26138" y="459522"/>
                    <a:pt x="19470" y="454759"/>
                    <a:pt x="16613" y="448092"/>
                  </a:cubicBezTo>
                  <a:cubicBezTo>
                    <a:pt x="14708" y="445234"/>
                    <a:pt x="13755" y="441425"/>
                    <a:pt x="12803" y="438567"/>
                  </a:cubicBezTo>
                  <a:cubicBezTo>
                    <a:pt x="8993" y="417612"/>
                    <a:pt x="4230" y="396657"/>
                    <a:pt x="420" y="376654"/>
                  </a:cubicBezTo>
                  <a:cubicBezTo>
                    <a:pt x="-1485" y="367129"/>
                    <a:pt x="3278" y="358557"/>
                    <a:pt x="10898" y="354747"/>
                  </a:cubicBezTo>
                  <a:cubicBezTo>
                    <a:pt x="16613" y="351889"/>
                    <a:pt x="22328" y="349032"/>
                    <a:pt x="28995" y="346175"/>
                  </a:cubicBezTo>
                  <a:cubicBezTo>
                    <a:pt x="38520" y="342364"/>
                    <a:pt x="48045" y="338554"/>
                    <a:pt x="57570" y="334744"/>
                  </a:cubicBezTo>
                  <a:cubicBezTo>
                    <a:pt x="66143" y="331887"/>
                    <a:pt x="71858" y="324267"/>
                    <a:pt x="73763" y="315694"/>
                  </a:cubicBezTo>
                  <a:cubicBezTo>
                    <a:pt x="77573" y="299502"/>
                    <a:pt x="79478" y="283309"/>
                    <a:pt x="83288" y="267117"/>
                  </a:cubicBezTo>
                  <a:cubicBezTo>
                    <a:pt x="84240" y="261402"/>
                    <a:pt x="82335" y="254734"/>
                    <a:pt x="78525" y="249972"/>
                  </a:cubicBezTo>
                  <a:cubicBezTo>
                    <a:pt x="73763" y="244257"/>
                    <a:pt x="69000" y="238542"/>
                    <a:pt x="63285" y="233779"/>
                  </a:cubicBezTo>
                  <a:cubicBezTo>
                    <a:pt x="55665" y="226159"/>
                    <a:pt x="48045" y="219492"/>
                    <a:pt x="41378" y="211872"/>
                  </a:cubicBezTo>
                  <a:cubicBezTo>
                    <a:pt x="31853" y="204252"/>
                    <a:pt x="29948" y="189964"/>
                    <a:pt x="37568" y="180439"/>
                  </a:cubicBezTo>
                  <a:cubicBezTo>
                    <a:pt x="37568" y="180439"/>
                    <a:pt x="38520" y="179487"/>
                    <a:pt x="38520" y="179487"/>
                  </a:cubicBezTo>
                  <a:cubicBezTo>
                    <a:pt x="49950" y="162342"/>
                    <a:pt x="61380" y="144244"/>
                    <a:pt x="72810" y="127099"/>
                  </a:cubicBezTo>
                  <a:cubicBezTo>
                    <a:pt x="78525" y="117574"/>
                    <a:pt x="90908" y="113764"/>
                    <a:pt x="101385" y="118527"/>
                  </a:cubicBezTo>
                  <a:cubicBezTo>
                    <a:pt x="116625" y="124242"/>
                    <a:pt x="130913" y="130909"/>
                    <a:pt x="146153" y="136624"/>
                  </a:cubicBezTo>
                  <a:cubicBezTo>
                    <a:pt x="154725" y="140434"/>
                    <a:pt x="165203" y="139482"/>
                    <a:pt x="172823" y="133767"/>
                  </a:cubicBezTo>
                  <a:cubicBezTo>
                    <a:pt x="185205" y="124242"/>
                    <a:pt x="198540" y="115669"/>
                    <a:pt x="211875" y="106144"/>
                  </a:cubicBezTo>
                  <a:cubicBezTo>
                    <a:pt x="218543" y="102334"/>
                    <a:pt x="222353" y="94714"/>
                    <a:pt x="222353" y="87094"/>
                  </a:cubicBezTo>
                  <a:cubicBezTo>
                    <a:pt x="222353" y="81379"/>
                    <a:pt x="223305" y="75664"/>
                    <a:pt x="223305" y="69949"/>
                  </a:cubicBezTo>
                  <a:cubicBezTo>
                    <a:pt x="223305" y="57567"/>
                    <a:pt x="222353" y="45184"/>
                    <a:pt x="223305" y="32802"/>
                  </a:cubicBezTo>
                  <a:cubicBezTo>
                    <a:pt x="223305" y="23277"/>
                    <a:pt x="229020" y="15657"/>
                    <a:pt x="238545" y="13752"/>
                  </a:cubicBezTo>
                  <a:cubicBezTo>
                    <a:pt x="261405" y="8989"/>
                    <a:pt x="284265" y="4227"/>
                    <a:pt x="307125" y="417"/>
                  </a:cubicBezTo>
                  <a:cubicBezTo>
                    <a:pt x="315698" y="-1488"/>
                    <a:pt x="324270" y="3274"/>
                    <a:pt x="328080" y="11847"/>
                  </a:cubicBezTo>
                  <a:cubicBezTo>
                    <a:pt x="331890" y="19467"/>
                    <a:pt x="335700" y="27087"/>
                    <a:pt x="339510" y="35659"/>
                  </a:cubicBezTo>
                  <a:cubicBezTo>
                    <a:pt x="343320" y="43279"/>
                    <a:pt x="348083" y="53757"/>
                    <a:pt x="351893" y="63282"/>
                  </a:cubicBezTo>
                  <a:cubicBezTo>
                    <a:pt x="353798" y="68997"/>
                    <a:pt x="358560" y="73759"/>
                    <a:pt x="365228" y="74712"/>
                  </a:cubicBezTo>
                  <a:cubicBezTo>
                    <a:pt x="380468" y="77569"/>
                    <a:pt x="396660" y="80427"/>
                    <a:pt x="411900" y="84237"/>
                  </a:cubicBezTo>
                  <a:cubicBezTo>
                    <a:pt x="423330" y="87094"/>
                    <a:pt x="434760" y="83284"/>
                    <a:pt x="442380" y="74712"/>
                  </a:cubicBezTo>
                  <a:cubicBezTo>
                    <a:pt x="452858" y="63282"/>
                    <a:pt x="464288" y="52804"/>
                    <a:pt x="475718" y="41374"/>
                  </a:cubicBezTo>
                  <a:cubicBezTo>
                    <a:pt x="481433" y="35659"/>
                    <a:pt x="490005" y="33754"/>
                    <a:pt x="497625" y="37564"/>
                  </a:cubicBezTo>
                  <a:cubicBezTo>
                    <a:pt x="521438" y="48994"/>
                    <a:pt x="544298" y="63282"/>
                    <a:pt x="563348" y="81379"/>
                  </a:cubicBezTo>
                  <a:cubicBezTo>
                    <a:pt x="566205" y="84237"/>
                    <a:pt x="567158" y="88999"/>
                    <a:pt x="567158" y="92809"/>
                  </a:cubicBezTo>
                  <a:cubicBezTo>
                    <a:pt x="566205" y="98524"/>
                    <a:pt x="565253" y="104239"/>
                    <a:pt x="562395" y="109954"/>
                  </a:cubicBezTo>
                  <a:cubicBezTo>
                    <a:pt x="557633" y="124242"/>
                    <a:pt x="551918" y="137577"/>
                    <a:pt x="546203" y="151864"/>
                  </a:cubicBezTo>
                  <a:cubicBezTo>
                    <a:pt x="543345" y="158532"/>
                    <a:pt x="543345" y="165199"/>
                    <a:pt x="547155" y="170914"/>
                  </a:cubicBezTo>
                  <a:cubicBezTo>
                    <a:pt x="557633" y="187107"/>
                    <a:pt x="569063" y="202347"/>
                    <a:pt x="580493" y="217587"/>
                  </a:cubicBezTo>
                  <a:cubicBezTo>
                    <a:pt x="583350" y="221397"/>
                    <a:pt x="588113" y="223302"/>
                    <a:pt x="592875" y="224254"/>
                  </a:cubicBezTo>
                  <a:cubicBezTo>
                    <a:pt x="599543" y="225207"/>
                    <a:pt x="606210" y="225207"/>
                    <a:pt x="611925" y="225207"/>
                  </a:cubicBezTo>
                  <a:cubicBezTo>
                    <a:pt x="624308" y="225207"/>
                    <a:pt x="636690" y="224254"/>
                    <a:pt x="648120" y="225207"/>
                  </a:cubicBezTo>
                  <a:cubicBezTo>
                    <a:pt x="658598" y="225207"/>
                    <a:pt x="667170" y="232827"/>
                    <a:pt x="669075" y="243304"/>
                  </a:cubicBezTo>
                  <a:cubicBezTo>
                    <a:pt x="670980" y="250924"/>
                    <a:pt x="672885" y="259497"/>
                    <a:pt x="674790" y="267117"/>
                  </a:cubicBezTo>
                  <a:cubicBezTo>
                    <a:pt x="677648" y="282357"/>
                    <a:pt x="680505" y="297597"/>
                    <a:pt x="683363" y="313789"/>
                  </a:cubicBezTo>
                  <a:lnTo>
                    <a:pt x="683363" y="317599"/>
                  </a:lnTo>
                  <a:close/>
                  <a:moveTo>
                    <a:pt x="321413" y="481429"/>
                  </a:moveTo>
                  <a:cubicBezTo>
                    <a:pt x="397613" y="492859"/>
                    <a:pt x="469050" y="441425"/>
                    <a:pt x="481433" y="364272"/>
                  </a:cubicBezTo>
                  <a:cubicBezTo>
                    <a:pt x="492863" y="288072"/>
                    <a:pt x="441428" y="217587"/>
                    <a:pt x="366180" y="203299"/>
                  </a:cubicBezTo>
                  <a:cubicBezTo>
                    <a:pt x="289028" y="190917"/>
                    <a:pt x="216638" y="242352"/>
                    <a:pt x="203303" y="319504"/>
                  </a:cubicBezTo>
                  <a:cubicBezTo>
                    <a:pt x="203303" y="319504"/>
                    <a:pt x="203303" y="320457"/>
                    <a:pt x="203303" y="320457"/>
                  </a:cubicBezTo>
                  <a:cubicBezTo>
                    <a:pt x="189968" y="381417"/>
                    <a:pt x="231878" y="467142"/>
                    <a:pt x="321413" y="481429"/>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3" name="Freeform 13"/>
            <p:cNvSpPr/>
            <p:nvPr/>
          </p:nvSpPr>
          <p:spPr>
            <a:xfrm>
              <a:off x="4502182" y="4156848"/>
              <a:ext cx="691295" cy="694737"/>
            </a:xfrm>
            <a:custGeom>
              <a:avLst/>
              <a:gdLst/>
              <a:ahLst/>
              <a:cxnLst/>
              <a:rect l="l" t="t" r="r" b="b"/>
              <a:pathLst>
                <a:path w="691295" h="694737">
                  <a:moveTo>
                    <a:pt x="375066" y="694738"/>
                  </a:moveTo>
                  <a:cubicBezTo>
                    <a:pt x="368398" y="694738"/>
                    <a:pt x="362683" y="690928"/>
                    <a:pt x="358873" y="685213"/>
                  </a:cubicBezTo>
                  <a:cubicBezTo>
                    <a:pt x="355063" y="679498"/>
                    <a:pt x="352206" y="673783"/>
                    <a:pt x="349348" y="668068"/>
                  </a:cubicBezTo>
                  <a:cubicBezTo>
                    <a:pt x="345538" y="660448"/>
                    <a:pt x="342681" y="652828"/>
                    <a:pt x="339823" y="645208"/>
                  </a:cubicBezTo>
                  <a:cubicBezTo>
                    <a:pt x="337918" y="641398"/>
                    <a:pt x="336966" y="637588"/>
                    <a:pt x="335061" y="633778"/>
                  </a:cubicBezTo>
                  <a:cubicBezTo>
                    <a:pt x="332203" y="626158"/>
                    <a:pt x="324583" y="620443"/>
                    <a:pt x="316963" y="618538"/>
                  </a:cubicBezTo>
                  <a:lnTo>
                    <a:pt x="303628" y="615680"/>
                  </a:lnTo>
                  <a:lnTo>
                    <a:pt x="286483" y="611870"/>
                  </a:lnTo>
                  <a:cubicBezTo>
                    <a:pt x="262671" y="607108"/>
                    <a:pt x="259813" y="607108"/>
                    <a:pt x="242668" y="625205"/>
                  </a:cubicBezTo>
                  <a:lnTo>
                    <a:pt x="237906" y="629968"/>
                  </a:lnTo>
                  <a:cubicBezTo>
                    <a:pt x="231238" y="637588"/>
                    <a:pt x="223618" y="644255"/>
                    <a:pt x="215998" y="651875"/>
                  </a:cubicBezTo>
                  <a:cubicBezTo>
                    <a:pt x="207426" y="661400"/>
                    <a:pt x="193138" y="662353"/>
                    <a:pt x="183613" y="654733"/>
                  </a:cubicBezTo>
                  <a:cubicBezTo>
                    <a:pt x="163611" y="642350"/>
                    <a:pt x="145513" y="629968"/>
                    <a:pt x="129321" y="619490"/>
                  </a:cubicBezTo>
                  <a:cubicBezTo>
                    <a:pt x="115033" y="609965"/>
                    <a:pt x="112176" y="600440"/>
                    <a:pt x="118843" y="584248"/>
                  </a:cubicBezTo>
                  <a:cubicBezTo>
                    <a:pt x="123606" y="570913"/>
                    <a:pt x="129321" y="556625"/>
                    <a:pt x="135036" y="544243"/>
                  </a:cubicBezTo>
                  <a:cubicBezTo>
                    <a:pt x="139798" y="535670"/>
                    <a:pt x="138846" y="525193"/>
                    <a:pt x="132178" y="516620"/>
                  </a:cubicBezTo>
                  <a:cubicBezTo>
                    <a:pt x="130273" y="513762"/>
                    <a:pt x="128368" y="510905"/>
                    <a:pt x="125511" y="507095"/>
                  </a:cubicBezTo>
                  <a:cubicBezTo>
                    <a:pt x="120748" y="500428"/>
                    <a:pt x="115033" y="492808"/>
                    <a:pt x="110271" y="485187"/>
                  </a:cubicBezTo>
                  <a:cubicBezTo>
                    <a:pt x="105508" y="475662"/>
                    <a:pt x="95031" y="469948"/>
                    <a:pt x="84553" y="470900"/>
                  </a:cubicBezTo>
                  <a:cubicBezTo>
                    <a:pt x="83601" y="470900"/>
                    <a:pt x="82648" y="470900"/>
                    <a:pt x="81696" y="470900"/>
                  </a:cubicBezTo>
                  <a:lnTo>
                    <a:pt x="80743" y="470900"/>
                  </a:lnTo>
                  <a:lnTo>
                    <a:pt x="66456" y="470900"/>
                  </a:lnTo>
                  <a:lnTo>
                    <a:pt x="37881" y="470900"/>
                  </a:lnTo>
                  <a:lnTo>
                    <a:pt x="37881" y="470900"/>
                  </a:lnTo>
                  <a:cubicBezTo>
                    <a:pt x="28356" y="470900"/>
                    <a:pt x="19783" y="465185"/>
                    <a:pt x="16926" y="456612"/>
                  </a:cubicBezTo>
                  <a:cubicBezTo>
                    <a:pt x="15021" y="453755"/>
                    <a:pt x="14068" y="449945"/>
                    <a:pt x="13116" y="447087"/>
                  </a:cubicBezTo>
                  <a:cubicBezTo>
                    <a:pt x="8353" y="426133"/>
                    <a:pt x="4543" y="405178"/>
                    <a:pt x="733" y="385175"/>
                  </a:cubicBezTo>
                  <a:cubicBezTo>
                    <a:pt x="-2124" y="373745"/>
                    <a:pt x="3591" y="362315"/>
                    <a:pt x="14068" y="357553"/>
                  </a:cubicBezTo>
                  <a:cubicBezTo>
                    <a:pt x="19783" y="354695"/>
                    <a:pt x="26451" y="351837"/>
                    <a:pt x="32166" y="348980"/>
                  </a:cubicBezTo>
                  <a:lnTo>
                    <a:pt x="49311" y="342312"/>
                  </a:lnTo>
                  <a:lnTo>
                    <a:pt x="61693" y="337550"/>
                  </a:lnTo>
                  <a:cubicBezTo>
                    <a:pt x="68361" y="334693"/>
                    <a:pt x="74076" y="328978"/>
                    <a:pt x="75028" y="321358"/>
                  </a:cubicBezTo>
                  <a:cubicBezTo>
                    <a:pt x="77886" y="308975"/>
                    <a:pt x="79791" y="295640"/>
                    <a:pt x="82648" y="282305"/>
                  </a:cubicBezTo>
                  <a:lnTo>
                    <a:pt x="84553" y="271828"/>
                  </a:lnTo>
                  <a:cubicBezTo>
                    <a:pt x="85506" y="267065"/>
                    <a:pt x="84553" y="262303"/>
                    <a:pt x="80743" y="258493"/>
                  </a:cubicBezTo>
                  <a:cubicBezTo>
                    <a:pt x="75981" y="252778"/>
                    <a:pt x="71218" y="248015"/>
                    <a:pt x="65503" y="242300"/>
                  </a:cubicBezTo>
                  <a:cubicBezTo>
                    <a:pt x="62646" y="239443"/>
                    <a:pt x="59788" y="236585"/>
                    <a:pt x="56931" y="233728"/>
                  </a:cubicBezTo>
                  <a:cubicBezTo>
                    <a:pt x="54073" y="230870"/>
                    <a:pt x="48358" y="225155"/>
                    <a:pt x="43596" y="220393"/>
                  </a:cubicBezTo>
                  <a:cubicBezTo>
                    <a:pt x="32166" y="210868"/>
                    <a:pt x="30261" y="193722"/>
                    <a:pt x="39786" y="182293"/>
                  </a:cubicBezTo>
                  <a:cubicBezTo>
                    <a:pt x="39786" y="182293"/>
                    <a:pt x="39786" y="182293"/>
                    <a:pt x="40738" y="181340"/>
                  </a:cubicBezTo>
                  <a:cubicBezTo>
                    <a:pt x="52168" y="164195"/>
                    <a:pt x="63598" y="146097"/>
                    <a:pt x="75028" y="128953"/>
                  </a:cubicBezTo>
                  <a:cubicBezTo>
                    <a:pt x="81696" y="117522"/>
                    <a:pt x="96936" y="112760"/>
                    <a:pt x="109318" y="119428"/>
                  </a:cubicBezTo>
                  <a:lnTo>
                    <a:pt x="132178" y="128953"/>
                  </a:lnTo>
                  <a:lnTo>
                    <a:pt x="154086" y="137525"/>
                  </a:lnTo>
                  <a:cubicBezTo>
                    <a:pt x="161706" y="141335"/>
                    <a:pt x="170278" y="139430"/>
                    <a:pt x="175993" y="134668"/>
                  </a:cubicBezTo>
                  <a:cubicBezTo>
                    <a:pt x="185518" y="127047"/>
                    <a:pt x="195996" y="120380"/>
                    <a:pt x="206473" y="113713"/>
                  </a:cubicBezTo>
                  <a:lnTo>
                    <a:pt x="215998" y="107045"/>
                  </a:lnTo>
                  <a:cubicBezTo>
                    <a:pt x="220761" y="103235"/>
                    <a:pt x="223618" y="97520"/>
                    <a:pt x="224571" y="91805"/>
                  </a:cubicBezTo>
                  <a:cubicBezTo>
                    <a:pt x="225523" y="86090"/>
                    <a:pt x="225523" y="80375"/>
                    <a:pt x="225523" y="74660"/>
                  </a:cubicBezTo>
                  <a:cubicBezTo>
                    <a:pt x="225523" y="68945"/>
                    <a:pt x="225523" y="66088"/>
                    <a:pt x="225523" y="62277"/>
                  </a:cubicBezTo>
                  <a:cubicBezTo>
                    <a:pt x="225523" y="53705"/>
                    <a:pt x="225523" y="46085"/>
                    <a:pt x="225523" y="37513"/>
                  </a:cubicBezTo>
                  <a:cubicBezTo>
                    <a:pt x="225523" y="26083"/>
                    <a:pt x="233143" y="16558"/>
                    <a:pt x="244573" y="13700"/>
                  </a:cubicBezTo>
                  <a:cubicBezTo>
                    <a:pt x="264576" y="9890"/>
                    <a:pt x="285531" y="5127"/>
                    <a:pt x="313153" y="365"/>
                  </a:cubicBezTo>
                  <a:cubicBezTo>
                    <a:pt x="323631" y="-1540"/>
                    <a:pt x="334108" y="4175"/>
                    <a:pt x="338871" y="13700"/>
                  </a:cubicBezTo>
                  <a:cubicBezTo>
                    <a:pt x="341728" y="20368"/>
                    <a:pt x="345538" y="27035"/>
                    <a:pt x="348396" y="33702"/>
                  </a:cubicBezTo>
                  <a:lnTo>
                    <a:pt x="350301" y="37513"/>
                  </a:lnTo>
                  <a:cubicBezTo>
                    <a:pt x="352206" y="41322"/>
                    <a:pt x="354111" y="45133"/>
                    <a:pt x="355063" y="48943"/>
                  </a:cubicBezTo>
                  <a:cubicBezTo>
                    <a:pt x="357921" y="54658"/>
                    <a:pt x="359826" y="60372"/>
                    <a:pt x="362683" y="65135"/>
                  </a:cubicBezTo>
                  <a:cubicBezTo>
                    <a:pt x="364588" y="68945"/>
                    <a:pt x="368398" y="72755"/>
                    <a:pt x="372208" y="73708"/>
                  </a:cubicBezTo>
                  <a:lnTo>
                    <a:pt x="388401" y="76565"/>
                  </a:lnTo>
                  <a:cubicBezTo>
                    <a:pt x="398878" y="78470"/>
                    <a:pt x="408403" y="80375"/>
                    <a:pt x="418881" y="83233"/>
                  </a:cubicBezTo>
                  <a:cubicBezTo>
                    <a:pt x="428406" y="86090"/>
                    <a:pt x="437931" y="82280"/>
                    <a:pt x="444598" y="74660"/>
                  </a:cubicBezTo>
                  <a:cubicBezTo>
                    <a:pt x="451266" y="67040"/>
                    <a:pt x="458886" y="60372"/>
                    <a:pt x="466506" y="52752"/>
                  </a:cubicBezTo>
                  <a:lnTo>
                    <a:pt x="477936" y="41322"/>
                  </a:lnTo>
                  <a:cubicBezTo>
                    <a:pt x="484603" y="33702"/>
                    <a:pt x="496033" y="31797"/>
                    <a:pt x="504606" y="36560"/>
                  </a:cubicBezTo>
                  <a:cubicBezTo>
                    <a:pt x="529371" y="47990"/>
                    <a:pt x="552231" y="63230"/>
                    <a:pt x="572233" y="81328"/>
                  </a:cubicBezTo>
                  <a:cubicBezTo>
                    <a:pt x="576043" y="85138"/>
                    <a:pt x="577948" y="90853"/>
                    <a:pt x="577948" y="96568"/>
                  </a:cubicBezTo>
                  <a:cubicBezTo>
                    <a:pt x="576996" y="103235"/>
                    <a:pt x="576043" y="108950"/>
                    <a:pt x="573186" y="114665"/>
                  </a:cubicBezTo>
                  <a:cubicBezTo>
                    <a:pt x="570328" y="122285"/>
                    <a:pt x="567471" y="129905"/>
                    <a:pt x="563661" y="137525"/>
                  </a:cubicBezTo>
                  <a:cubicBezTo>
                    <a:pt x="560803" y="143240"/>
                    <a:pt x="558898" y="149908"/>
                    <a:pt x="556041" y="155622"/>
                  </a:cubicBezTo>
                  <a:cubicBezTo>
                    <a:pt x="554136" y="160385"/>
                    <a:pt x="554136" y="166100"/>
                    <a:pt x="556993" y="170863"/>
                  </a:cubicBezTo>
                  <a:cubicBezTo>
                    <a:pt x="566518" y="185150"/>
                    <a:pt x="577948" y="201343"/>
                    <a:pt x="590331" y="217535"/>
                  </a:cubicBezTo>
                  <a:cubicBezTo>
                    <a:pt x="593188" y="220393"/>
                    <a:pt x="596046" y="221345"/>
                    <a:pt x="599856" y="222297"/>
                  </a:cubicBezTo>
                  <a:cubicBezTo>
                    <a:pt x="604618" y="223250"/>
                    <a:pt x="609381" y="223250"/>
                    <a:pt x="613191" y="223250"/>
                  </a:cubicBezTo>
                  <a:lnTo>
                    <a:pt x="630336" y="223250"/>
                  </a:lnTo>
                  <a:cubicBezTo>
                    <a:pt x="637956" y="223250"/>
                    <a:pt x="646528" y="223250"/>
                    <a:pt x="654148" y="223250"/>
                  </a:cubicBezTo>
                  <a:cubicBezTo>
                    <a:pt x="666531" y="224203"/>
                    <a:pt x="676056" y="233728"/>
                    <a:pt x="677961" y="246110"/>
                  </a:cubicBezTo>
                  <a:cubicBezTo>
                    <a:pt x="679866" y="253730"/>
                    <a:pt x="681771" y="262303"/>
                    <a:pt x="683676" y="269923"/>
                  </a:cubicBezTo>
                  <a:cubicBezTo>
                    <a:pt x="685581" y="280400"/>
                    <a:pt x="687486" y="291830"/>
                    <a:pt x="689391" y="303260"/>
                  </a:cubicBezTo>
                  <a:lnTo>
                    <a:pt x="691296" y="316595"/>
                  </a:lnTo>
                  <a:cubicBezTo>
                    <a:pt x="691296" y="317548"/>
                    <a:pt x="691296" y="317548"/>
                    <a:pt x="691296" y="318500"/>
                  </a:cubicBezTo>
                  <a:lnTo>
                    <a:pt x="690343" y="324215"/>
                  </a:lnTo>
                  <a:cubicBezTo>
                    <a:pt x="690343" y="325168"/>
                    <a:pt x="690343" y="325168"/>
                    <a:pt x="689391" y="326120"/>
                  </a:cubicBezTo>
                  <a:cubicBezTo>
                    <a:pt x="683676" y="335645"/>
                    <a:pt x="675103" y="342312"/>
                    <a:pt x="664626" y="345170"/>
                  </a:cubicBezTo>
                  <a:cubicBezTo>
                    <a:pt x="656053" y="348980"/>
                    <a:pt x="648433" y="351837"/>
                    <a:pt x="640813" y="355648"/>
                  </a:cubicBezTo>
                  <a:lnTo>
                    <a:pt x="624621" y="362315"/>
                  </a:lnTo>
                  <a:cubicBezTo>
                    <a:pt x="619858" y="364220"/>
                    <a:pt x="617001" y="368030"/>
                    <a:pt x="616048" y="372793"/>
                  </a:cubicBezTo>
                  <a:cubicBezTo>
                    <a:pt x="615096" y="378508"/>
                    <a:pt x="614143" y="383270"/>
                    <a:pt x="612238" y="388985"/>
                  </a:cubicBezTo>
                  <a:cubicBezTo>
                    <a:pt x="610333" y="398510"/>
                    <a:pt x="608428" y="407083"/>
                    <a:pt x="606523" y="416608"/>
                  </a:cubicBezTo>
                  <a:cubicBezTo>
                    <a:pt x="603666" y="428037"/>
                    <a:pt x="607476" y="439468"/>
                    <a:pt x="616048" y="447087"/>
                  </a:cubicBezTo>
                  <a:cubicBezTo>
                    <a:pt x="625573" y="455660"/>
                    <a:pt x="635098" y="465185"/>
                    <a:pt x="646528" y="475662"/>
                  </a:cubicBezTo>
                  <a:cubicBezTo>
                    <a:pt x="657006" y="483283"/>
                    <a:pt x="658911" y="498523"/>
                    <a:pt x="650338" y="509000"/>
                  </a:cubicBezTo>
                  <a:cubicBezTo>
                    <a:pt x="637003" y="530908"/>
                    <a:pt x="627478" y="547100"/>
                    <a:pt x="617001" y="561388"/>
                  </a:cubicBezTo>
                  <a:cubicBezTo>
                    <a:pt x="605571" y="578533"/>
                    <a:pt x="597951" y="580438"/>
                    <a:pt x="576996" y="573770"/>
                  </a:cubicBezTo>
                  <a:lnTo>
                    <a:pt x="576043" y="572818"/>
                  </a:lnTo>
                  <a:lnTo>
                    <a:pt x="563661" y="568055"/>
                  </a:lnTo>
                  <a:cubicBezTo>
                    <a:pt x="554136" y="564245"/>
                    <a:pt x="544611" y="560435"/>
                    <a:pt x="535086" y="556625"/>
                  </a:cubicBezTo>
                  <a:cubicBezTo>
                    <a:pt x="528418" y="553768"/>
                    <a:pt x="520798" y="553768"/>
                    <a:pt x="514131" y="558530"/>
                  </a:cubicBezTo>
                  <a:lnTo>
                    <a:pt x="509368" y="562340"/>
                  </a:lnTo>
                  <a:cubicBezTo>
                    <a:pt x="497938" y="569960"/>
                    <a:pt x="487461" y="577580"/>
                    <a:pt x="476031" y="584248"/>
                  </a:cubicBezTo>
                  <a:cubicBezTo>
                    <a:pt x="471268" y="587105"/>
                    <a:pt x="468411" y="592820"/>
                    <a:pt x="468411" y="598535"/>
                  </a:cubicBezTo>
                  <a:cubicBezTo>
                    <a:pt x="467458" y="602345"/>
                    <a:pt x="467458" y="607108"/>
                    <a:pt x="467458" y="610918"/>
                  </a:cubicBezTo>
                  <a:cubicBezTo>
                    <a:pt x="467458" y="618538"/>
                    <a:pt x="467458" y="627110"/>
                    <a:pt x="467458" y="634730"/>
                  </a:cubicBezTo>
                  <a:lnTo>
                    <a:pt x="467458" y="653780"/>
                  </a:lnTo>
                  <a:cubicBezTo>
                    <a:pt x="467458" y="663305"/>
                    <a:pt x="461743" y="671878"/>
                    <a:pt x="453171" y="674735"/>
                  </a:cubicBezTo>
                  <a:lnTo>
                    <a:pt x="452218" y="675688"/>
                  </a:lnTo>
                  <a:cubicBezTo>
                    <a:pt x="449361" y="676640"/>
                    <a:pt x="446503" y="677593"/>
                    <a:pt x="443646" y="678545"/>
                  </a:cubicBezTo>
                  <a:lnTo>
                    <a:pt x="396021" y="688070"/>
                  </a:lnTo>
                  <a:lnTo>
                    <a:pt x="377923" y="691880"/>
                  </a:lnTo>
                  <a:cubicBezTo>
                    <a:pt x="377923" y="694738"/>
                    <a:pt x="376018" y="694738"/>
                    <a:pt x="375066" y="694738"/>
                  </a:cubicBezTo>
                  <a:close/>
                  <a:moveTo>
                    <a:pt x="268386" y="600440"/>
                  </a:moveTo>
                  <a:cubicBezTo>
                    <a:pt x="275053" y="600440"/>
                    <a:pt x="281721" y="601393"/>
                    <a:pt x="289341" y="603298"/>
                  </a:cubicBezTo>
                  <a:lnTo>
                    <a:pt x="306486" y="607108"/>
                  </a:lnTo>
                  <a:lnTo>
                    <a:pt x="319821" y="609965"/>
                  </a:lnTo>
                  <a:cubicBezTo>
                    <a:pt x="331251" y="611870"/>
                    <a:pt x="340776" y="619490"/>
                    <a:pt x="344586" y="630920"/>
                  </a:cubicBezTo>
                  <a:cubicBezTo>
                    <a:pt x="346491" y="634730"/>
                    <a:pt x="347443" y="638540"/>
                    <a:pt x="349348" y="642350"/>
                  </a:cubicBezTo>
                  <a:cubicBezTo>
                    <a:pt x="352206" y="649970"/>
                    <a:pt x="355063" y="657590"/>
                    <a:pt x="358873" y="664258"/>
                  </a:cubicBezTo>
                  <a:cubicBezTo>
                    <a:pt x="361731" y="669973"/>
                    <a:pt x="364588" y="674735"/>
                    <a:pt x="367446" y="679498"/>
                  </a:cubicBezTo>
                  <a:cubicBezTo>
                    <a:pt x="369351" y="683308"/>
                    <a:pt x="374113" y="685213"/>
                    <a:pt x="377923" y="684260"/>
                  </a:cubicBezTo>
                  <a:lnTo>
                    <a:pt x="396021" y="680450"/>
                  </a:lnTo>
                  <a:cubicBezTo>
                    <a:pt x="412213" y="677593"/>
                    <a:pt x="427453" y="673783"/>
                    <a:pt x="442693" y="670925"/>
                  </a:cubicBezTo>
                  <a:cubicBezTo>
                    <a:pt x="444598" y="669973"/>
                    <a:pt x="447456" y="669973"/>
                    <a:pt x="449361" y="668068"/>
                  </a:cubicBezTo>
                  <a:lnTo>
                    <a:pt x="450313" y="667115"/>
                  </a:lnTo>
                  <a:cubicBezTo>
                    <a:pt x="456028" y="665210"/>
                    <a:pt x="458886" y="660448"/>
                    <a:pt x="458886" y="654733"/>
                  </a:cubicBezTo>
                  <a:lnTo>
                    <a:pt x="458886" y="635683"/>
                  </a:lnTo>
                  <a:cubicBezTo>
                    <a:pt x="458886" y="628063"/>
                    <a:pt x="458886" y="619490"/>
                    <a:pt x="458886" y="611870"/>
                  </a:cubicBezTo>
                  <a:cubicBezTo>
                    <a:pt x="458886" y="608060"/>
                    <a:pt x="458886" y="603298"/>
                    <a:pt x="459838" y="598535"/>
                  </a:cubicBezTo>
                  <a:cubicBezTo>
                    <a:pt x="459838" y="589963"/>
                    <a:pt x="464601" y="582343"/>
                    <a:pt x="472221" y="577580"/>
                  </a:cubicBezTo>
                  <a:cubicBezTo>
                    <a:pt x="483651" y="569960"/>
                    <a:pt x="494128" y="563293"/>
                    <a:pt x="505558" y="555673"/>
                  </a:cubicBezTo>
                  <a:lnTo>
                    <a:pt x="510321" y="551863"/>
                  </a:lnTo>
                  <a:cubicBezTo>
                    <a:pt x="518893" y="546148"/>
                    <a:pt x="530323" y="544243"/>
                    <a:pt x="539848" y="549005"/>
                  </a:cubicBezTo>
                  <a:lnTo>
                    <a:pt x="567471" y="560435"/>
                  </a:lnTo>
                  <a:lnTo>
                    <a:pt x="578901" y="565198"/>
                  </a:lnTo>
                  <a:lnTo>
                    <a:pt x="578901" y="569960"/>
                  </a:lnTo>
                  <a:lnTo>
                    <a:pt x="580806" y="565198"/>
                  </a:lnTo>
                  <a:cubicBezTo>
                    <a:pt x="596998" y="570913"/>
                    <a:pt x="599856" y="569960"/>
                    <a:pt x="609381" y="556625"/>
                  </a:cubicBezTo>
                  <a:cubicBezTo>
                    <a:pt x="618906" y="542338"/>
                    <a:pt x="629383" y="526145"/>
                    <a:pt x="642718" y="504237"/>
                  </a:cubicBezTo>
                  <a:cubicBezTo>
                    <a:pt x="647481" y="498523"/>
                    <a:pt x="647481" y="488998"/>
                    <a:pt x="640813" y="484235"/>
                  </a:cubicBezTo>
                  <a:cubicBezTo>
                    <a:pt x="640813" y="484235"/>
                    <a:pt x="639861" y="483283"/>
                    <a:pt x="639861" y="483283"/>
                  </a:cubicBezTo>
                  <a:cubicBezTo>
                    <a:pt x="628431" y="471853"/>
                    <a:pt x="618906" y="462328"/>
                    <a:pt x="610333" y="454708"/>
                  </a:cubicBezTo>
                  <a:cubicBezTo>
                    <a:pt x="598903" y="445183"/>
                    <a:pt x="593188" y="429943"/>
                    <a:pt x="597951" y="414703"/>
                  </a:cubicBezTo>
                  <a:cubicBezTo>
                    <a:pt x="599856" y="406130"/>
                    <a:pt x="601761" y="396605"/>
                    <a:pt x="603666" y="387080"/>
                  </a:cubicBezTo>
                  <a:cubicBezTo>
                    <a:pt x="604618" y="381365"/>
                    <a:pt x="605571" y="375650"/>
                    <a:pt x="607476" y="370887"/>
                  </a:cubicBezTo>
                  <a:cubicBezTo>
                    <a:pt x="608428" y="363268"/>
                    <a:pt x="614143" y="356600"/>
                    <a:pt x="621763" y="353743"/>
                  </a:cubicBezTo>
                  <a:lnTo>
                    <a:pt x="637956" y="346123"/>
                  </a:lnTo>
                  <a:cubicBezTo>
                    <a:pt x="645576" y="342312"/>
                    <a:pt x="654148" y="339455"/>
                    <a:pt x="661768" y="335645"/>
                  </a:cubicBezTo>
                  <a:cubicBezTo>
                    <a:pt x="669388" y="332787"/>
                    <a:pt x="677008" y="328025"/>
                    <a:pt x="681771" y="321358"/>
                  </a:cubicBezTo>
                  <a:lnTo>
                    <a:pt x="682723" y="317548"/>
                  </a:lnTo>
                  <a:lnTo>
                    <a:pt x="679866" y="305165"/>
                  </a:lnTo>
                  <a:cubicBezTo>
                    <a:pt x="677961" y="294688"/>
                    <a:pt x="676056" y="283258"/>
                    <a:pt x="674151" y="272780"/>
                  </a:cubicBezTo>
                  <a:cubicBezTo>
                    <a:pt x="672246" y="264208"/>
                    <a:pt x="670341" y="256588"/>
                    <a:pt x="669388" y="248968"/>
                  </a:cubicBezTo>
                  <a:cubicBezTo>
                    <a:pt x="668436" y="240395"/>
                    <a:pt x="660816" y="234680"/>
                    <a:pt x="653196" y="234680"/>
                  </a:cubicBezTo>
                  <a:cubicBezTo>
                    <a:pt x="645576" y="234680"/>
                    <a:pt x="637003" y="234680"/>
                    <a:pt x="629383" y="234680"/>
                  </a:cubicBezTo>
                  <a:lnTo>
                    <a:pt x="612238" y="234680"/>
                  </a:lnTo>
                  <a:cubicBezTo>
                    <a:pt x="607476" y="234680"/>
                    <a:pt x="601761" y="234680"/>
                    <a:pt x="596998" y="233728"/>
                  </a:cubicBezTo>
                  <a:cubicBezTo>
                    <a:pt x="591283" y="232775"/>
                    <a:pt x="585568" y="229918"/>
                    <a:pt x="581758" y="225155"/>
                  </a:cubicBezTo>
                  <a:cubicBezTo>
                    <a:pt x="569376" y="208963"/>
                    <a:pt x="557946" y="192770"/>
                    <a:pt x="548421" y="178483"/>
                  </a:cubicBezTo>
                  <a:cubicBezTo>
                    <a:pt x="543658" y="170863"/>
                    <a:pt x="543658" y="162290"/>
                    <a:pt x="546516" y="154670"/>
                  </a:cubicBezTo>
                  <a:lnTo>
                    <a:pt x="554136" y="136572"/>
                  </a:lnTo>
                  <a:cubicBezTo>
                    <a:pt x="556993" y="128953"/>
                    <a:pt x="559851" y="121333"/>
                    <a:pt x="563661" y="113713"/>
                  </a:cubicBezTo>
                  <a:cubicBezTo>
                    <a:pt x="565566" y="108950"/>
                    <a:pt x="567471" y="103235"/>
                    <a:pt x="567471" y="98472"/>
                  </a:cubicBezTo>
                  <a:cubicBezTo>
                    <a:pt x="567471" y="95615"/>
                    <a:pt x="566518" y="92758"/>
                    <a:pt x="565566" y="90853"/>
                  </a:cubicBezTo>
                  <a:cubicBezTo>
                    <a:pt x="546516" y="73708"/>
                    <a:pt x="524608" y="58468"/>
                    <a:pt x="500796" y="47990"/>
                  </a:cubicBezTo>
                  <a:cubicBezTo>
                    <a:pt x="495081" y="45133"/>
                    <a:pt x="488413" y="46085"/>
                    <a:pt x="484603" y="50847"/>
                  </a:cubicBezTo>
                  <a:cubicBezTo>
                    <a:pt x="480793" y="54658"/>
                    <a:pt x="476983" y="58468"/>
                    <a:pt x="473173" y="62277"/>
                  </a:cubicBezTo>
                  <a:cubicBezTo>
                    <a:pt x="466506" y="68945"/>
                    <a:pt x="458886" y="76565"/>
                    <a:pt x="452218" y="83233"/>
                  </a:cubicBezTo>
                  <a:cubicBezTo>
                    <a:pt x="443646" y="93710"/>
                    <a:pt x="430311" y="97520"/>
                    <a:pt x="416976" y="94663"/>
                  </a:cubicBezTo>
                  <a:cubicBezTo>
                    <a:pt x="407451" y="91805"/>
                    <a:pt x="396973" y="89900"/>
                    <a:pt x="386496" y="87995"/>
                  </a:cubicBezTo>
                  <a:lnTo>
                    <a:pt x="370303" y="85138"/>
                  </a:lnTo>
                  <a:cubicBezTo>
                    <a:pt x="362683" y="83233"/>
                    <a:pt x="356968" y="78470"/>
                    <a:pt x="354111" y="71803"/>
                  </a:cubicBezTo>
                  <a:cubicBezTo>
                    <a:pt x="351253" y="66088"/>
                    <a:pt x="349348" y="60372"/>
                    <a:pt x="346491" y="55610"/>
                  </a:cubicBezTo>
                  <a:lnTo>
                    <a:pt x="341728" y="44180"/>
                  </a:lnTo>
                  <a:lnTo>
                    <a:pt x="339823" y="40370"/>
                  </a:lnTo>
                  <a:cubicBezTo>
                    <a:pt x="336966" y="33702"/>
                    <a:pt x="334108" y="27035"/>
                    <a:pt x="330298" y="21320"/>
                  </a:cubicBezTo>
                  <a:cubicBezTo>
                    <a:pt x="328393" y="15605"/>
                    <a:pt x="321726" y="11795"/>
                    <a:pt x="315058" y="12748"/>
                  </a:cubicBezTo>
                  <a:cubicBezTo>
                    <a:pt x="287436" y="17510"/>
                    <a:pt x="266481" y="21320"/>
                    <a:pt x="246478" y="26083"/>
                  </a:cubicBezTo>
                  <a:cubicBezTo>
                    <a:pt x="239811" y="27988"/>
                    <a:pt x="236001" y="33702"/>
                    <a:pt x="236001" y="40370"/>
                  </a:cubicBezTo>
                  <a:cubicBezTo>
                    <a:pt x="235048" y="47990"/>
                    <a:pt x="236001" y="56563"/>
                    <a:pt x="236001" y="64183"/>
                  </a:cubicBezTo>
                  <a:cubicBezTo>
                    <a:pt x="236001" y="67993"/>
                    <a:pt x="236001" y="72755"/>
                    <a:pt x="236001" y="76565"/>
                  </a:cubicBezTo>
                  <a:cubicBezTo>
                    <a:pt x="236001" y="80375"/>
                    <a:pt x="236001" y="87995"/>
                    <a:pt x="235048" y="94663"/>
                  </a:cubicBezTo>
                  <a:cubicBezTo>
                    <a:pt x="235048" y="103235"/>
                    <a:pt x="230286" y="111808"/>
                    <a:pt x="222666" y="117522"/>
                  </a:cubicBezTo>
                  <a:lnTo>
                    <a:pt x="213141" y="124190"/>
                  </a:lnTo>
                  <a:cubicBezTo>
                    <a:pt x="203616" y="130858"/>
                    <a:pt x="193138" y="137525"/>
                    <a:pt x="183613" y="145145"/>
                  </a:cubicBezTo>
                  <a:cubicBezTo>
                    <a:pt x="175041" y="151813"/>
                    <a:pt x="162658" y="153718"/>
                    <a:pt x="152181" y="148955"/>
                  </a:cubicBezTo>
                  <a:lnTo>
                    <a:pt x="130273" y="140383"/>
                  </a:lnTo>
                  <a:lnTo>
                    <a:pt x="107413" y="130858"/>
                  </a:lnTo>
                  <a:cubicBezTo>
                    <a:pt x="99793" y="126095"/>
                    <a:pt x="89316" y="128953"/>
                    <a:pt x="85506" y="136572"/>
                  </a:cubicBezTo>
                  <a:cubicBezTo>
                    <a:pt x="85506" y="136572"/>
                    <a:pt x="85506" y="136572"/>
                    <a:pt x="85506" y="136572"/>
                  </a:cubicBezTo>
                  <a:cubicBezTo>
                    <a:pt x="74076" y="153718"/>
                    <a:pt x="61693" y="170863"/>
                    <a:pt x="51216" y="188960"/>
                  </a:cubicBezTo>
                  <a:cubicBezTo>
                    <a:pt x="44548" y="196580"/>
                    <a:pt x="44548" y="207058"/>
                    <a:pt x="52168" y="213725"/>
                  </a:cubicBezTo>
                  <a:cubicBezTo>
                    <a:pt x="53121" y="214678"/>
                    <a:pt x="53121" y="214678"/>
                    <a:pt x="54073" y="214678"/>
                  </a:cubicBezTo>
                  <a:cubicBezTo>
                    <a:pt x="57883" y="219440"/>
                    <a:pt x="62646" y="223250"/>
                    <a:pt x="66456" y="227060"/>
                  </a:cubicBezTo>
                  <a:cubicBezTo>
                    <a:pt x="70266" y="230870"/>
                    <a:pt x="73123" y="232775"/>
                    <a:pt x="75981" y="236585"/>
                  </a:cubicBezTo>
                  <a:cubicBezTo>
                    <a:pt x="81696" y="242300"/>
                    <a:pt x="86458" y="248015"/>
                    <a:pt x="91221" y="253730"/>
                  </a:cubicBezTo>
                  <a:cubicBezTo>
                    <a:pt x="95983" y="259445"/>
                    <a:pt x="98841" y="267065"/>
                    <a:pt x="96936" y="274685"/>
                  </a:cubicBezTo>
                  <a:lnTo>
                    <a:pt x="95031" y="285163"/>
                  </a:lnTo>
                  <a:cubicBezTo>
                    <a:pt x="93126" y="297545"/>
                    <a:pt x="90268" y="310880"/>
                    <a:pt x="87411" y="324215"/>
                  </a:cubicBezTo>
                  <a:cubicBezTo>
                    <a:pt x="85506" y="334693"/>
                    <a:pt x="77886" y="343265"/>
                    <a:pt x="68361" y="347075"/>
                  </a:cubicBezTo>
                  <a:lnTo>
                    <a:pt x="55978" y="351837"/>
                  </a:lnTo>
                  <a:lnTo>
                    <a:pt x="38833" y="358505"/>
                  </a:lnTo>
                  <a:cubicBezTo>
                    <a:pt x="33118" y="360410"/>
                    <a:pt x="27403" y="363268"/>
                    <a:pt x="21688" y="366125"/>
                  </a:cubicBezTo>
                  <a:cubicBezTo>
                    <a:pt x="15021" y="368983"/>
                    <a:pt x="11211" y="376603"/>
                    <a:pt x="13116" y="383270"/>
                  </a:cubicBezTo>
                  <a:cubicBezTo>
                    <a:pt x="16926" y="404225"/>
                    <a:pt x="21688" y="425180"/>
                    <a:pt x="25498" y="445183"/>
                  </a:cubicBezTo>
                  <a:cubicBezTo>
                    <a:pt x="26451" y="448040"/>
                    <a:pt x="27403" y="449945"/>
                    <a:pt x="28356" y="452803"/>
                  </a:cubicBezTo>
                  <a:cubicBezTo>
                    <a:pt x="30261" y="458518"/>
                    <a:pt x="35023" y="462328"/>
                    <a:pt x="40738" y="462328"/>
                  </a:cubicBezTo>
                  <a:lnTo>
                    <a:pt x="40738" y="462328"/>
                  </a:lnTo>
                  <a:lnTo>
                    <a:pt x="69313" y="462328"/>
                  </a:lnTo>
                  <a:lnTo>
                    <a:pt x="83601" y="462328"/>
                  </a:lnTo>
                  <a:lnTo>
                    <a:pt x="86458" y="462328"/>
                  </a:lnTo>
                  <a:cubicBezTo>
                    <a:pt x="100746" y="461375"/>
                    <a:pt x="115033" y="468995"/>
                    <a:pt x="121701" y="481378"/>
                  </a:cubicBezTo>
                  <a:cubicBezTo>
                    <a:pt x="126463" y="488998"/>
                    <a:pt x="131226" y="495665"/>
                    <a:pt x="135988" y="503285"/>
                  </a:cubicBezTo>
                  <a:cubicBezTo>
                    <a:pt x="137893" y="506143"/>
                    <a:pt x="140751" y="509000"/>
                    <a:pt x="142656" y="512810"/>
                  </a:cubicBezTo>
                  <a:cubicBezTo>
                    <a:pt x="150276" y="523287"/>
                    <a:pt x="152181" y="537575"/>
                    <a:pt x="146466" y="549005"/>
                  </a:cubicBezTo>
                  <a:cubicBezTo>
                    <a:pt x="140751" y="561388"/>
                    <a:pt x="135036" y="574723"/>
                    <a:pt x="130273" y="589010"/>
                  </a:cubicBezTo>
                  <a:cubicBezTo>
                    <a:pt x="125511" y="603298"/>
                    <a:pt x="127416" y="605203"/>
                    <a:pt x="137893" y="612823"/>
                  </a:cubicBezTo>
                  <a:cubicBezTo>
                    <a:pt x="154086" y="624253"/>
                    <a:pt x="171231" y="635683"/>
                    <a:pt x="192186" y="648065"/>
                  </a:cubicBezTo>
                  <a:cubicBezTo>
                    <a:pt x="198853" y="652828"/>
                    <a:pt x="207426" y="652828"/>
                    <a:pt x="213141" y="646160"/>
                  </a:cubicBezTo>
                  <a:cubicBezTo>
                    <a:pt x="213141" y="646160"/>
                    <a:pt x="213141" y="646160"/>
                    <a:pt x="213141" y="646160"/>
                  </a:cubicBezTo>
                  <a:cubicBezTo>
                    <a:pt x="220761" y="639493"/>
                    <a:pt x="227428" y="631873"/>
                    <a:pt x="235048" y="625205"/>
                  </a:cubicBezTo>
                  <a:lnTo>
                    <a:pt x="239811" y="620443"/>
                  </a:lnTo>
                  <a:cubicBezTo>
                    <a:pt x="249336" y="605203"/>
                    <a:pt x="256003" y="600440"/>
                    <a:pt x="268386" y="600440"/>
                  </a:cubicBezTo>
                  <a:close/>
                  <a:moveTo>
                    <a:pt x="685581" y="324215"/>
                  </a:moveTo>
                  <a:lnTo>
                    <a:pt x="685581" y="324215"/>
                  </a:lnTo>
                  <a:close/>
                  <a:moveTo>
                    <a:pt x="345538" y="494712"/>
                  </a:moveTo>
                  <a:cubicBezTo>
                    <a:pt x="337918" y="494712"/>
                    <a:pt x="330298" y="493760"/>
                    <a:pt x="322678" y="492808"/>
                  </a:cubicBezTo>
                  <a:lnTo>
                    <a:pt x="322678" y="492808"/>
                  </a:lnTo>
                  <a:cubicBezTo>
                    <a:pt x="282673" y="487093"/>
                    <a:pt x="246478" y="464233"/>
                    <a:pt x="224571" y="430895"/>
                  </a:cubicBezTo>
                  <a:cubicBezTo>
                    <a:pt x="202663" y="400415"/>
                    <a:pt x="195043" y="362315"/>
                    <a:pt x="201711" y="326120"/>
                  </a:cubicBezTo>
                  <a:cubicBezTo>
                    <a:pt x="215046" y="247063"/>
                    <a:pt x="289341" y="193722"/>
                    <a:pt x="368398" y="207058"/>
                  </a:cubicBezTo>
                  <a:cubicBezTo>
                    <a:pt x="447456" y="220393"/>
                    <a:pt x="500796" y="294688"/>
                    <a:pt x="487461" y="373745"/>
                  </a:cubicBezTo>
                  <a:cubicBezTo>
                    <a:pt x="476031" y="443278"/>
                    <a:pt x="416023" y="494712"/>
                    <a:pt x="345538" y="494712"/>
                  </a:cubicBezTo>
                  <a:lnTo>
                    <a:pt x="345538" y="494712"/>
                  </a:lnTo>
                  <a:close/>
                  <a:moveTo>
                    <a:pt x="324583" y="483283"/>
                  </a:moveTo>
                  <a:cubicBezTo>
                    <a:pt x="398878" y="494712"/>
                    <a:pt x="467458" y="444230"/>
                    <a:pt x="478888" y="370887"/>
                  </a:cubicBezTo>
                  <a:cubicBezTo>
                    <a:pt x="478888" y="370887"/>
                    <a:pt x="478888" y="370887"/>
                    <a:pt x="478888" y="370887"/>
                  </a:cubicBezTo>
                  <a:cubicBezTo>
                    <a:pt x="484603" y="335645"/>
                    <a:pt x="476031" y="298498"/>
                    <a:pt x="454123" y="269923"/>
                  </a:cubicBezTo>
                  <a:cubicBezTo>
                    <a:pt x="411261" y="208963"/>
                    <a:pt x="327441" y="194675"/>
                    <a:pt x="266481" y="237538"/>
                  </a:cubicBezTo>
                  <a:cubicBezTo>
                    <a:pt x="236001" y="258493"/>
                    <a:pt x="215998" y="291830"/>
                    <a:pt x="211236" y="328025"/>
                  </a:cubicBezTo>
                  <a:cubicBezTo>
                    <a:pt x="204568" y="362315"/>
                    <a:pt x="212188" y="397558"/>
                    <a:pt x="232191" y="426133"/>
                  </a:cubicBezTo>
                  <a:cubicBezTo>
                    <a:pt x="253146" y="456612"/>
                    <a:pt x="287436" y="477568"/>
                    <a:pt x="324583" y="483283"/>
                  </a:cubicBezTo>
                  <a:lnTo>
                    <a:pt x="324583" y="483283"/>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4" name="Freeform 14"/>
            <p:cNvSpPr/>
            <p:nvPr/>
          </p:nvSpPr>
          <p:spPr>
            <a:xfrm>
              <a:off x="3804733" y="5040181"/>
              <a:ext cx="500062" cy="621029"/>
            </a:xfrm>
            <a:custGeom>
              <a:avLst/>
              <a:gdLst/>
              <a:ahLst/>
              <a:cxnLst/>
              <a:rect l="l" t="t" r="r" b="b"/>
              <a:pathLst>
                <a:path w="500062" h="621029">
                  <a:moveTo>
                    <a:pt x="500063" y="184785"/>
                  </a:moveTo>
                  <a:lnTo>
                    <a:pt x="486728" y="211455"/>
                  </a:lnTo>
                  <a:cubicBezTo>
                    <a:pt x="450532" y="280988"/>
                    <a:pt x="426720" y="398145"/>
                    <a:pt x="353378" y="466725"/>
                  </a:cubicBezTo>
                  <a:cubicBezTo>
                    <a:pt x="326707" y="491490"/>
                    <a:pt x="31433" y="621030"/>
                    <a:pt x="31433" y="621030"/>
                  </a:cubicBezTo>
                  <a:lnTo>
                    <a:pt x="0" y="534353"/>
                  </a:lnTo>
                  <a:cubicBezTo>
                    <a:pt x="0" y="534353"/>
                    <a:pt x="234315" y="386715"/>
                    <a:pt x="254318" y="365760"/>
                  </a:cubicBezTo>
                  <a:cubicBezTo>
                    <a:pt x="278130" y="339090"/>
                    <a:pt x="384810" y="0"/>
                    <a:pt x="384810" y="0"/>
                  </a:cubicBezTo>
                  <a:lnTo>
                    <a:pt x="500063" y="184785"/>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5" name="Freeform 15"/>
            <p:cNvSpPr/>
            <p:nvPr/>
          </p:nvSpPr>
          <p:spPr>
            <a:xfrm>
              <a:off x="3799596" y="5036370"/>
              <a:ext cx="509723" cy="628650"/>
            </a:xfrm>
            <a:custGeom>
              <a:avLst/>
              <a:gdLst/>
              <a:ahLst/>
              <a:cxnLst/>
              <a:rect l="l" t="t" r="r" b="b"/>
              <a:pathLst>
                <a:path w="509723" h="628650">
                  <a:moveTo>
                    <a:pt x="36569" y="628650"/>
                  </a:moveTo>
                  <a:cubicBezTo>
                    <a:pt x="35616" y="628650"/>
                    <a:pt x="35616" y="628650"/>
                    <a:pt x="34664" y="628650"/>
                  </a:cubicBezTo>
                  <a:cubicBezTo>
                    <a:pt x="33711" y="627698"/>
                    <a:pt x="32759" y="626745"/>
                    <a:pt x="31806" y="625793"/>
                  </a:cubicBezTo>
                  <a:lnTo>
                    <a:pt x="374" y="539115"/>
                  </a:lnTo>
                  <a:cubicBezTo>
                    <a:pt x="-579" y="537210"/>
                    <a:pt x="374" y="534353"/>
                    <a:pt x="2279" y="533400"/>
                  </a:cubicBezTo>
                  <a:cubicBezTo>
                    <a:pt x="83241" y="482918"/>
                    <a:pt x="239451" y="381953"/>
                    <a:pt x="254691" y="366713"/>
                  </a:cubicBezTo>
                  <a:cubicBezTo>
                    <a:pt x="274694" y="346710"/>
                    <a:pt x="355656" y="98107"/>
                    <a:pt x="385184" y="3810"/>
                  </a:cubicBezTo>
                  <a:cubicBezTo>
                    <a:pt x="386136" y="1905"/>
                    <a:pt x="387089" y="952"/>
                    <a:pt x="388994" y="0"/>
                  </a:cubicBezTo>
                  <a:cubicBezTo>
                    <a:pt x="390899" y="0"/>
                    <a:pt x="392804" y="952"/>
                    <a:pt x="393756" y="1905"/>
                  </a:cubicBezTo>
                  <a:lnTo>
                    <a:pt x="509009" y="186690"/>
                  </a:lnTo>
                  <a:cubicBezTo>
                    <a:pt x="509961" y="188595"/>
                    <a:pt x="509961" y="189548"/>
                    <a:pt x="509009" y="191452"/>
                  </a:cubicBezTo>
                  <a:cubicBezTo>
                    <a:pt x="509009" y="191452"/>
                    <a:pt x="504246" y="200977"/>
                    <a:pt x="495674" y="218123"/>
                  </a:cubicBezTo>
                  <a:cubicBezTo>
                    <a:pt x="484244" y="242888"/>
                    <a:pt x="472814" y="267653"/>
                    <a:pt x="464241" y="293370"/>
                  </a:cubicBezTo>
                  <a:cubicBezTo>
                    <a:pt x="440429" y="356235"/>
                    <a:pt x="412806" y="426720"/>
                    <a:pt x="361371" y="474345"/>
                  </a:cubicBezTo>
                  <a:cubicBezTo>
                    <a:pt x="333749" y="500063"/>
                    <a:pt x="50856" y="623888"/>
                    <a:pt x="38474" y="628650"/>
                  </a:cubicBezTo>
                  <a:cubicBezTo>
                    <a:pt x="37521" y="628650"/>
                    <a:pt x="36569" y="628650"/>
                    <a:pt x="36569" y="628650"/>
                  </a:cubicBezTo>
                  <a:close/>
                  <a:moveTo>
                    <a:pt x="10851" y="539115"/>
                  </a:moveTo>
                  <a:lnTo>
                    <a:pt x="39426" y="618173"/>
                  </a:lnTo>
                  <a:cubicBezTo>
                    <a:pt x="142296" y="573405"/>
                    <a:pt x="334701" y="485775"/>
                    <a:pt x="354704" y="466725"/>
                  </a:cubicBezTo>
                  <a:cubicBezTo>
                    <a:pt x="404234" y="420053"/>
                    <a:pt x="430904" y="350520"/>
                    <a:pt x="454716" y="288607"/>
                  </a:cubicBezTo>
                  <a:cubicBezTo>
                    <a:pt x="464241" y="262890"/>
                    <a:pt x="474719" y="237173"/>
                    <a:pt x="487101" y="212407"/>
                  </a:cubicBezTo>
                  <a:lnTo>
                    <a:pt x="499484" y="188595"/>
                  </a:lnTo>
                  <a:lnTo>
                    <a:pt x="390899" y="14288"/>
                  </a:lnTo>
                  <a:cubicBezTo>
                    <a:pt x="372801" y="71438"/>
                    <a:pt x="284219" y="347663"/>
                    <a:pt x="261359" y="371475"/>
                  </a:cubicBezTo>
                  <a:cubicBezTo>
                    <a:pt x="243261" y="391478"/>
                    <a:pt x="40379" y="519113"/>
                    <a:pt x="10851" y="53911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6" name="Freeform 16"/>
            <p:cNvSpPr/>
            <p:nvPr/>
          </p:nvSpPr>
          <p:spPr>
            <a:xfrm>
              <a:off x="3733286" y="5572628"/>
              <a:ext cx="102879" cy="207877"/>
            </a:xfrm>
            <a:custGeom>
              <a:avLst/>
              <a:gdLst/>
              <a:ahLst/>
              <a:cxnLst/>
              <a:rect l="l" t="t" r="r" b="b"/>
              <a:pathLst>
                <a:path w="102879" h="207877">
                  <a:moveTo>
                    <a:pt x="71447" y="0"/>
                  </a:moveTo>
                  <a:cubicBezTo>
                    <a:pt x="71447" y="0"/>
                    <a:pt x="-943" y="12383"/>
                    <a:pt x="9" y="22860"/>
                  </a:cubicBezTo>
                  <a:cubicBezTo>
                    <a:pt x="962" y="33338"/>
                    <a:pt x="58112" y="215265"/>
                    <a:pt x="79067" y="207645"/>
                  </a:cubicBezTo>
                  <a:cubicBezTo>
                    <a:pt x="100022" y="200025"/>
                    <a:pt x="102879" y="87630"/>
                    <a:pt x="102879" y="87630"/>
                  </a:cubicBezTo>
                  <a:lnTo>
                    <a:pt x="71447" y="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7" name="Freeform 17"/>
            <p:cNvSpPr/>
            <p:nvPr/>
          </p:nvSpPr>
          <p:spPr>
            <a:xfrm>
              <a:off x="3727579" y="5568818"/>
              <a:ext cx="112395" cy="216217"/>
            </a:xfrm>
            <a:custGeom>
              <a:avLst/>
              <a:gdLst/>
              <a:ahLst/>
              <a:cxnLst/>
              <a:rect l="l" t="t" r="r" b="b"/>
              <a:pathLst>
                <a:path w="112395" h="216217">
                  <a:moveTo>
                    <a:pt x="82868" y="216217"/>
                  </a:moveTo>
                  <a:cubicBezTo>
                    <a:pt x="80963" y="216217"/>
                    <a:pt x="78106" y="215265"/>
                    <a:pt x="76201" y="214313"/>
                  </a:cubicBezTo>
                  <a:cubicBezTo>
                    <a:pt x="48578" y="196215"/>
                    <a:pt x="1" y="36195"/>
                    <a:pt x="1" y="27622"/>
                  </a:cubicBezTo>
                  <a:cubicBezTo>
                    <a:pt x="1" y="23813"/>
                    <a:pt x="-952" y="12383"/>
                    <a:pt x="75248" y="0"/>
                  </a:cubicBezTo>
                  <a:cubicBezTo>
                    <a:pt x="77153" y="0"/>
                    <a:pt x="80011" y="953"/>
                    <a:pt x="80963" y="2858"/>
                  </a:cubicBezTo>
                  <a:lnTo>
                    <a:pt x="112396" y="89535"/>
                  </a:lnTo>
                  <a:cubicBezTo>
                    <a:pt x="112396" y="90488"/>
                    <a:pt x="112396" y="90488"/>
                    <a:pt x="112396" y="91440"/>
                  </a:cubicBezTo>
                  <a:cubicBezTo>
                    <a:pt x="111443" y="118110"/>
                    <a:pt x="107633" y="207645"/>
                    <a:pt x="84773" y="215265"/>
                  </a:cubicBezTo>
                  <a:cubicBezTo>
                    <a:pt x="84773" y="216217"/>
                    <a:pt x="83821" y="216217"/>
                    <a:pt x="82868" y="216217"/>
                  </a:cubicBezTo>
                  <a:close/>
                  <a:moveTo>
                    <a:pt x="10478" y="27622"/>
                  </a:moveTo>
                  <a:cubicBezTo>
                    <a:pt x="11431" y="35242"/>
                    <a:pt x="24766" y="77153"/>
                    <a:pt x="40958" y="120967"/>
                  </a:cubicBezTo>
                  <a:cubicBezTo>
                    <a:pt x="71438" y="204788"/>
                    <a:pt x="82868" y="206692"/>
                    <a:pt x="83821" y="206692"/>
                  </a:cubicBezTo>
                  <a:cubicBezTo>
                    <a:pt x="95251" y="202883"/>
                    <a:pt x="102871" y="144780"/>
                    <a:pt x="104776" y="92392"/>
                  </a:cubicBezTo>
                  <a:lnTo>
                    <a:pt x="74296" y="9525"/>
                  </a:lnTo>
                  <a:cubicBezTo>
                    <a:pt x="45721" y="14288"/>
                    <a:pt x="15241" y="21908"/>
                    <a:pt x="10478" y="27622"/>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8" name="Freeform 18"/>
            <p:cNvSpPr/>
            <p:nvPr/>
          </p:nvSpPr>
          <p:spPr>
            <a:xfrm>
              <a:off x="4178113" y="5120190"/>
              <a:ext cx="306749" cy="681990"/>
            </a:xfrm>
            <a:custGeom>
              <a:avLst/>
              <a:gdLst/>
              <a:ahLst/>
              <a:cxnLst/>
              <a:rect l="l" t="t" r="r" b="b"/>
              <a:pathLst>
                <a:path w="306749" h="681990">
                  <a:moveTo>
                    <a:pt x="212408" y="50483"/>
                  </a:moveTo>
                  <a:cubicBezTo>
                    <a:pt x="212408" y="50483"/>
                    <a:pt x="216217" y="60960"/>
                    <a:pt x="220980" y="79058"/>
                  </a:cubicBezTo>
                  <a:cubicBezTo>
                    <a:pt x="243840" y="153353"/>
                    <a:pt x="304800" y="349568"/>
                    <a:pt x="306705" y="379095"/>
                  </a:cubicBezTo>
                  <a:cubicBezTo>
                    <a:pt x="309563" y="416243"/>
                    <a:pt x="174308" y="681990"/>
                    <a:pt x="174308" y="681990"/>
                  </a:cubicBezTo>
                  <a:lnTo>
                    <a:pt x="82868" y="665798"/>
                  </a:lnTo>
                  <a:cubicBezTo>
                    <a:pt x="82868" y="665798"/>
                    <a:pt x="164783" y="380048"/>
                    <a:pt x="164783" y="351473"/>
                  </a:cubicBezTo>
                  <a:cubicBezTo>
                    <a:pt x="164783" y="316230"/>
                    <a:pt x="0" y="0"/>
                    <a:pt x="0" y="0"/>
                  </a:cubicBezTo>
                  <a:lnTo>
                    <a:pt x="212408" y="50483"/>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9" name="Freeform 19"/>
            <p:cNvSpPr/>
            <p:nvPr/>
          </p:nvSpPr>
          <p:spPr>
            <a:xfrm>
              <a:off x="4173588" y="5117333"/>
              <a:ext cx="316038" cy="690562"/>
            </a:xfrm>
            <a:custGeom>
              <a:avLst/>
              <a:gdLst/>
              <a:ahLst/>
              <a:cxnLst/>
              <a:rect l="l" t="t" r="r" b="b"/>
              <a:pathLst>
                <a:path w="316038" h="690562">
                  <a:moveTo>
                    <a:pt x="179784" y="690563"/>
                  </a:moveTo>
                  <a:lnTo>
                    <a:pt x="179784" y="690563"/>
                  </a:lnTo>
                  <a:lnTo>
                    <a:pt x="87392" y="674370"/>
                  </a:lnTo>
                  <a:cubicBezTo>
                    <a:pt x="86439" y="674370"/>
                    <a:pt x="84534" y="673418"/>
                    <a:pt x="84534" y="672465"/>
                  </a:cubicBezTo>
                  <a:cubicBezTo>
                    <a:pt x="83582" y="671513"/>
                    <a:pt x="83582" y="669607"/>
                    <a:pt x="83582" y="668655"/>
                  </a:cubicBezTo>
                  <a:cubicBezTo>
                    <a:pt x="112157" y="569595"/>
                    <a:pt x="165497" y="377190"/>
                    <a:pt x="165497" y="356235"/>
                  </a:cubicBezTo>
                  <a:cubicBezTo>
                    <a:pt x="165497" y="327660"/>
                    <a:pt x="47387" y="94297"/>
                    <a:pt x="714" y="6667"/>
                  </a:cubicBezTo>
                  <a:cubicBezTo>
                    <a:pt x="-238" y="4763"/>
                    <a:pt x="-238" y="2857"/>
                    <a:pt x="714" y="1905"/>
                  </a:cubicBezTo>
                  <a:cubicBezTo>
                    <a:pt x="1667" y="0"/>
                    <a:pt x="3572" y="0"/>
                    <a:pt x="5477" y="0"/>
                  </a:cubicBezTo>
                  <a:lnTo>
                    <a:pt x="217884" y="49530"/>
                  </a:lnTo>
                  <a:cubicBezTo>
                    <a:pt x="219789" y="49530"/>
                    <a:pt x="220742" y="51435"/>
                    <a:pt x="221694" y="52388"/>
                  </a:cubicBezTo>
                  <a:lnTo>
                    <a:pt x="230267" y="80963"/>
                  </a:lnTo>
                  <a:cubicBezTo>
                    <a:pt x="255032" y="161925"/>
                    <a:pt x="314087" y="352425"/>
                    <a:pt x="315992" y="382905"/>
                  </a:cubicBezTo>
                  <a:cubicBezTo>
                    <a:pt x="318849" y="421005"/>
                    <a:pt x="188357" y="678180"/>
                    <a:pt x="182642" y="688657"/>
                  </a:cubicBezTo>
                  <a:cubicBezTo>
                    <a:pt x="182642" y="689610"/>
                    <a:pt x="180737" y="690563"/>
                    <a:pt x="179784" y="690563"/>
                  </a:cubicBezTo>
                  <a:close/>
                  <a:moveTo>
                    <a:pt x="94059" y="665797"/>
                  </a:moveTo>
                  <a:lnTo>
                    <a:pt x="176927" y="680085"/>
                  </a:lnTo>
                  <a:cubicBezTo>
                    <a:pt x="215979" y="603885"/>
                    <a:pt x="309324" y="411480"/>
                    <a:pt x="307419" y="382905"/>
                  </a:cubicBezTo>
                  <a:cubicBezTo>
                    <a:pt x="305514" y="354330"/>
                    <a:pt x="241697" y="146685"/>
                    <a:pt x="221694" y="82867"/>
                  </a:cubicBezTo>
                  <a:lnTo>
                    <a:pt x="213122" y="57150"/>
                  </a:lnTo>
                  <a:lnTo>
                    <a:pt x="14049" y="11430"/>
                  </a:lnTo>
                  <a:cubicBezTo>
                    <a:pt x="41672" y="64770"/>
                    <a:pt x="174069" y="321945"/>
                    <a:pt x="174069" y="355282"/>
                  </a:cubicBezTo>
                  <a:cubicBezTo>
                    <a:pt x="175022" y="381952"/>
                    <a:pt x="105489" y="625793"/>
                    <a:pt x="94059" y="665797"/>
                  </a:cubicBezTo>
                  <a:lnTo>
                    <a:pt x="94059" y="665797"/>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0" name="Freeform 20"/>
            <p:cNvSpPr/>
            <p:nvPr/>
          </p:nvSpPr>
          <p:spPr>
            <a:xfrm>
              <a:off x="3934575" y="4389492"/>
              <a:ext cx="196664" cy="311598"/>
            </a:xfrm>
            <a:custGeom>
              <a:avLst/>
              <a:gdLst/>
              <a:ahLst/>
              <a:cxnLst/>
              <a:rect l="l" t="t" r="r" b="b"/>
              <a:pathLst>
                <a:path w="196664" h="311598">
                  <a:moveTo>
                    <a:pt x="122570" y="131"/>
                  </a:moveTo>
                  <a:cubicBezTo>
                    <a:pt x="103520" y="1084"/>
                    <a:pt x="84470" y="6799"/>
                    <a:pt x="67325" y="15371"/>
                  </a:cubicBezTo>
                  <a:cubicBezTo>
                    <a:pt x="36845" y="29659"/>
                    <a:pt x="8270" y="54424"/>
                    <a:pt x="1602" y="86809"/>
                  </a:cubicBezTo>
                  <a:cubicBezTo>
                    <a:pt x="-4113" y="113479"/>
                    <a:pt x="6365" y="140149"/>
                    <a:pt x="18747" y="163961"/>
                  </a:cubicBezTo>
                  <a:cubicBezTo>
                    <a:pt x="31130" y="187774"/>
                    <a:pt x="47322" y="210634"/>
                    <a:pt x="54942" y="236351"/>
                  </a:cubicBezTo>
                  <a:cubicBezTo>
                    <a:pt x="61610" y="262069"/>
                    <a:pt x="58752" y="294454"/>
                    <a:pt x="37797" y="311599"/>
                  </a:cubicBezTo>
                  <a:cubicBezTo>
                    <a:pt x="65420" y="301121"/>
                    <a:pt x="92090" y="285881"/>
                    <a:pt x="114950" y="266831"/>
                  </a:cubicBezTo>
                  <a:cubicBezTo>
                    <a:pt x="128285" y="255401"/>
                    <a:pt x="137810" y="240161"/>
                    <a:pt x="139715" y="222064"/>
                  </a:cubicBezTo>
                  <a:cubicBezTo>
                    <a:pt x="139715" y="207776"/>
                    <a:pt x="135905" y="193489"/>
                    <a:pt x="129237" y="181106"/>
                  </a:cubicBezTo>
                  <a:cubicBezTo>
                    <a:pt x="119712" y="162056"/>
                    <a:pt x="113045" y="141101"/>
                    <a:pt x="110187" y="120146"/>
                  </a:cubicBezTo>
                  <a:cubicBezTo>
                    <a:pt x="108282" y="99191"/>
                    <a:pt x="116855" y="75379"/>
                    <a:pt x="134952" y="64901"/>
                  </a:cubicBezTo>
                  <a:cubicBezTo>
                    <a:pt x="151145" y="55376"/>
                    <a:pt x="203532" y="56329"/>
                    <a:pt x="195912" y="25849"/>
                  </a:cubicBezTo>
                  <a:cubicBezTo>
                    <a:pt x="190197" y="2989"/>
                    <a:pt x="141620" y="-821"/>
                    <a:pt x="122570" y="131"/>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1" name="Freeform 21"/>
            <p:cNvSpPr/>
            <p:nvPr/>
          </p:nvSpPr>
          <p:spPr>
            <a:xfrm>
              <a:off x="3930755" y="4383779"/>
              <a:ext cx="207391" cy="322073"/>
            </a:xfrm>
            <a:custGeom>
              <a:avLst/>
              <a:gdLst/>
              <a:ahLst/>
              <a:cxnLst/>
              <a:rect l="l" t="t" r="r" b="b"/>
              <a:pathLst>
                <a:path w="207391" h="322073">
                  <a:moveTo>
                    <a:pt x="42570" y="322074"/>
                  </a:moveTo>
                  <a:cubicBezTo>
                    <a:pt x="39713" y="322074"/>
                    <a:pt x="37808" y="320169"/>
                    <a:pt x="37808" y="317311"/>
                  </a:cubicBezTo>
                  <a:cubicBezTo>
                    <a:pt x="37808" y="315406"/>
                    <a:pt x="38760" y="314454"/>
                    <a:pt x="39713" y="313501"/>
                  </a:cubicBezTo>
                  <a:cubicBezTo>
                    <a:pt x="60668" y="296356"/>
                    <a:pt x="60668" y="264924"/>
                    <a:pt x="54953" y="243016"/>
                  </a:cubicBezTo>
                  <a:cubicBezTo>
                    <a:pt x="49238" y="223966"/>
                    <a:pt x="40665" y="206821"/>
                    <a:pt x="30188" y="189676"/>
                  </a:cubicBezTo>
                  <a:cubicBezTo>
                    <a:pt x="26378" y="183961"/>
                    <a:pt x="23520" y="177294"/>
                    <a:pt x="19710" y="171579"/>
                  </a:cubicBezTo>
                  <a:cubicBezTo>
                    <a:pt x="2565" y="140146"/>
                    <a:pt x="-3150" y="113476"/>
                    <a:pt x="1613" y="90616"/>
                  </a:cubicBezTo>
                  <a:cubicBezTo>
                    <a:pt x="10185" y="50611"/>
                    <a:pt x="48285" y="26799"/>
                    <a:pt x="70193" y="16321"/>
                  </a:cubicBezTo>
                  <a:cubicBezTo>
                    <a:pt x="88290" y="6796"/>
                    <a:pt x="107340" y="2034"/>
                    <a:pt x="127343" y="129"/>
                  </a:cubicBezTo>
                  <a:lnTo>
                    <a:pt x="127343" y="129"/>
                  </a:lnTo>
                  <a:cubicBezTo>
                    <a:pt x="146393" y="-824"/>
                    <a:pt x="198780" y="2986"/>
                    <a:pt x="206400" y="29656"/>
                  </a:cubicBezTo>
                  <a:cubicBezTo>
                    <a:pt x="208305" y="35371"/>
                    <a:pt x="207353" y="42039"/>
                    <a:pt x="204495" y="47754"/>
                  </a:cubicBezTo>
                  <a:cubicBezTo>
                    <a:pt x="197828" y="59184"/>
                    <a:pt x="179730" y="63946"/>
                    <a:pt x="163538" y="67756"/>
                  </a:cubicBezTo>
                  <a:cubicBezTo>
                    <a:pt x="156870" y="68709"/>
                    <a:pt x="150203" y="70614"/>
                    <a:pt x="143535" y="73471"/>
                  </a:cubicBezTo>
                  <a:cubicBezTo>
                    <a:pt x="125438" y="83949"/>
                    <a:pt x="119723" y="107761"/>
                    <a:pt x="120675" y="124906"/>
                  </a:cubicBezTo>
                  <a:cubicBezTo>
                    <a:pt x="123533" y="144909"/>
                    <a:pt x="129248" y="163959"/>
                    <a:pt x="137820" y="181104"/>
                  </a:cubicBezTo>
                  <a:lnTo>
                    <a:pt x="138773" y="183961"/>
                  </a:lnTo>
                  <a:cubicBezTo>
                    <a:pt x="145440" y="197296"/>
                    <a:pt x="149250" y="212536"/>
                    <a:pt x="149250" y="227776"/>
                  </a:cubicBezTo>
                  <a:cubicBezTo>
                    <a:pt x="147345" y="246826"/>
                    <a:pt x="137820" y="263971"/>
                    <a:pt x="122580" y="276354"/>
                  </a:cubicBezTo>
                  <a:cubicBezTo>
                    <a:pt x="98768" y="295404"/>
                    <a:pt x="73050" y="311596"/>
                    <a:pt x="44475" y="322074"/>
                  </a:cubicBezTo>
                  <a:cubicBezTo>
                    <a:pt x="43523" y="322074"/>
                    <a:pt x="42570" y="322074"/>
                    <a:pt x="42570" y="322074"/>
                  </a:cubicBezTo>
                  <a:close/>
                  <a:moveTo>
                    <a:pt x="126390" y="10606"/>
                  </a:moveTo>
                  <a:cubicBezTo>
                    <a:pt x="107340" y="11559"/>
                    <a:pt x="89243" y="17274"/>
                    <a:pt x="73050" y="25846"/>
                  </a:cubicBezTo>
                  <a:cubicBezTo>
                    <a:pt x="53048" y="35371"/>
                    <a:pt x="17805" y="57279"/>
                    <a:pt x="10185" y="93474"/>
                  </a:cubicBezTo>
                  <a:cubicBezTo>
                    <a:pt x="6375" y="114429"/>
                    <a:pt x="11138" y="138241"/>
                    <a:pt x="27330" y="167769"/>
                  </a:cubicBezTo>
                  <a:cubicBezTo>
                    <a:pt x="30188" y="173484"/>
                    <a:pt x="33998" y="180151"/>
                    <a:pt x="37808" y="185866"/>
                  </a:cubicBezTo>
                  <a:cubicBezTo>
                    <a:pt x="49238" y="203011"/>
                    <a:pt x="57810" y="222061"/>
                    <a:pt x="63525" y="241111"/>
                  </a:cubicBezTo>
                  <a:cubicBezTo>
                    <a:pt x="70193" y="262066"/>
                    <a:pt x="68288" y="284926"/>
                    <a:pt x="58763" y="304929"/>
                  </a:cubicBezTo>
                  <a:cubicBezTo>
                    <a:pt x="79718" y="296356"/>
                    <a:pt x="98768" y="283974"/>
                    <a:pt x="115913" y="268734"/>
                  </a:cubicBezTo>
                  <a:cubicBezTo>
                    <a:pt x="128295" y="258256"/>
                    <a:pt x="136868" y="243969"/>
                    <a:pt x="139725" y="226824"/>
                  </a:cubicBezTo>
                  <a:cubicBezTo>
                    <a:pt x="139725" y="213489"/>
                    <a:pt x="136868" y="200154"/>
                    <a:pt x="130200" y="187771"/>
                  </a:cubicBezTo>
                  <a:lnTo>
                    <a:pt x="129248" y="184914"/>
                  </a:lnTo>
                  <a:cubicBezTo>
                    <a:pt x="119723" y="165864"/>
                    <a:pt x="114008" y="145861"/>
                    <a:pt x="111150" y="124906"/>
                  </a:cubicBezTo>
                  <a:cubicBezTo>
                    <a:pt x="108293" y="101094"/>
                    <a:pt x="118770" y="78234"/>
                    <a:pt x="138773" y="64899"/>
                  </a:cubicBezTo>
                  <a:cubicBezTo>
                    <a:pt x="146393" y="61089"/>
                    <a:pt x="154013" y="59184"/>
                    <a:pt x="161633" y="57279"/>
                  </a:cubicBezTo>
                  <a:cubicBezTo>
                    <a:pt x="174968" y="54421"/>
                    <a:pt x="191160" y="49659"/>
                    <a:pt x="195923" y="42039"/>
                  </a:cubicBezTo>
                  <a:cubicBezTo>
                    <a:pt x="197828" y="39181"/>
                    <a:pt x="197828" y="35371"/>
                    <a:pt x="196875" y="32514"/>
                  </a:cubicBezTo>
                  <a:cubicBezTo>
                    <a:pt x="191160" y="14416"/>
                    <a:pt x="146393" y="9654"/>
                    <a:pt x="126390" y="10606"/>
                  </a:cubicBezTo>
                  <a:lnTo>
                    <a:pt x="126390" y="10606"/>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2" name="Freeform 22"/>
            <p:cNvSpPr/>
            <p:nvPr/>
          </p:nvSpPr>
          <p:spPr>
            <a:xfrm>
              <a:off x="4073590" y="4378575"/>
              <a:ext cx="55046" cy="87392"/>
            </a:xfrm>
            <a:custGeom>
              <a:avLst/>
              <a:gdLst/>
              <a:ahLst/>
              <a:cxnLst/>
              <a:rect l="l" t="t" r="r" b="b"/>
              <a:pathLst>
                <a:path w="55046" h="87392">
                  <a:moveTo>
                    <a:pt x="7368" y="16763"/>
                  </a:moveTo>
                  <a:cubicBezTo>
                    <a:pt x="700" y="28193"/>
                    <a:pt x="-1205" y="40576"/>
                    <a:pt x="700" y="52958"/>
                  </a:cubicBezTo>
                  <a:cubicBezTo>
                    <a:pt x="1653" y="61531"/>
                    <a:pt x="4510" y="69151"/>
                    <a:pt x="9273" y="76771"/>
                  </a:cubicBezTo>
                  <a:cubicBezTo>
                    <a:pt x="15940" y="84391"/>
                    <a:pt x="26418" y="88201"/>
                    <a:pt x="36895" y="87248"/>
                  </a:cubicBezTo>
                  <a:cubicBezTo>
                    <a:pt x="41658" y="87248"/>
                    <a:pt x="46420" y="85343"/>
                    <a:pt x="49278" y="82486"/>
                  </a:cubicBezTo>
                  <a:cubicBezTo>
                    <a:pt x="52135" y="79628"/>
                    <a:pt x="53088" y="75818"/>
                    <a:pt x="54040" y="72008"/>
                  </a:cubicBezTo>
                  <a:cubicBezTo>
                    <a:pt x="59755" y="46291"/>
                    <a:pt x="40705" y="-34672"/>
                    <a:pt x="7368" y="16763"/>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3" name="Freeform 23"/>
            <p:cNvSpPr/>
            <p:nvPr/>
          </p:nvSpPr>
          <p:spPr>
            <a:xfrm>
              <a:off x="4068948" y="4374145"/>
              <a:ext cx="65279" cy="97393"/>
            </a:xfrm>
            <a:custGeom>
              <a:avLst/>
              <a:gdLst/>
              <a:ahLst/>
              <a:cxnLst/>
              <a:rect l="l" t="t" r="r" b="b"/>
              <a:pathLst>
                <a:path w="65279" h="97393">
                  <a:moveTo>
                    <a:pt x="38679" y="97393"/>
                  </a:moveTo>
                  <a:cubicBezTo>
                    <a:pt x="27249" y="97393"/>
                    <a:pt x="16772" y="92631"/>
                    <a:pt x="10104" y="85011"/>
                  </a:cubicBezTo>
                  <a:cubicBezTo>
                    <a:pt x="4389" y="77391"/>
                    <a:pt x="579" y="68818"/>
                    <a:pt x="579" y="59293"/>
                  </a:cubicBezTo>
                  <a:cubicBezTo>
                    <a:pt x="-1326" y="45958"/>
                    <a:pt x="1532" y="31671"/>
                    <a:pt x="8199" y="19288"/>
                  </a:cubicBezTo>
                  <a:lnTo>
                    <a:pt x="8199" y="19288"/>
                  </a:lnTo>
                  <a:cubicBezTo>
                    <a:pt x="20582" y="-714"/>
                    <a:pt x="32012" y="-1667"/>
                    <a:pt x="39632" y="1191"/>
                  </a:cubicBezTo>
                  <a:cubicBezTo>
                    <a:pt x="59634" y="9763"/>
                    <a:pt x="68207" y="57388"/>
                    <a:pt x="64397" y="78343"/>
                  </a:cubicBezTo>
                  <a:cubicBezTo>
                    <a:pt x="63444" y="83106"/>
                    <a:pt x="61539" y="87868"/>
                    <a:pt x="58682" y="90726"/>
                  </a:cubicBezTo>
                  <a:cubicBezTo>
                    <a:pt x="54872" y="94536"/>
                    <a:pt x="49157" y="97393"/>
                    <a:pt x="43442" y="97393"/>
                  </a:cubicBezTo>
                  <a:lnTo>
                    <a:pt x="38679" y="97393"/>
                  </a:lnTo>
                  <a:close/>
                  <a:moveTo>
                    <a:pt x="15819" y="24051"/>
                  </a:moveTo>
                  <a:cubicBezTo>
                    <a:pt x="10104" y="34528"/>
                    <a:pt x="8199" y="45958"/>
                    <a:pt x="10104" y="57388"/>
                  </a:cubicBezTo>
                  <a:cubicBezTo>
                    <a:pt x="10104" y="65008"/>
                    <a:pt x="12962" y="72628"/>
                    <a:pt x="17724" y="78343"/>
                  </a:cubicBezTo>
                  <a:cubicBezTo>
                    <a:pt x="23439" y="85011"/>
                    <a:pt x="32012" y="88821"/>
                    <a:pt x="41537" y="87868"/>
                  </a:cubicBezTo>
                  <a:cubicBezTo>
                    <a:pt x="45347" y="87868"/>
                    <a:pt x="48204" y="86916"/>
                    <a:pt x="51062" y="84058"/>
                  </a:cubicBezTo>
                  <a:cubicBezTo>
                    <a:pt x="52967" y="81201"/>
                    <a:pt x="53919" y="78343"/>
                    <a:pt x="53919" y="75486"/>
                  </a:cubicBezTo>
                  <a:cubicBezTo>
                    <a:pt x="57729" y="57388"/>
                    <a:pt x="49157" y="14526"/>
                    <a:pt x="35822" y="9763"/>
                  </a:cubicBezTo>
                  <a:cubicBezTo>
                    <a:pt x="29154" y="7858"/>
                    <a:pt x="21534" y="16431"/>
                    <a:pt x="15819" y="24051"/>
                  </a:cubicBezTo>
                  <a:lnTo>
                    <a:pt x="15819" y="24051"/>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4" name="Freeform 24"/>
            <p:cNvSpPr/>
            <p:nvPr/>
          </p:nvSpPr>
          <p:spPr>
            <a:xfrm>
              <a:off x="4098149" y="4291763"/>
              <a:ext cx="233999" cy="290678"/>
            </a:xfrm>
            <a:custGeom>
              <a:avLst/>
              <a:gdLst/>
              <a:ahLst/>
              <a:cxnLst/>
              <a:rect l="l" t="t" r="r" b="b"/>
              <a:pathLst>
                <a:path w="233999" h="290678">
                  <a:moveTo>
                    <a:pt x="156164" y="277883"/>
                  </a:moveTo>
                  <a:cubicBezTo>
                    <a:pt x="148544" y="287408"/>
                    <a:pt x="137114" y="292170"/>
                    <a:pt x="117111" y="290265"/>
                  </a:cubicBezTo>
                  <a:cubicBezTo>
                    <a:pt x="100919" y="288360"/>
                    <a:pt x="85679" y="281693"/>
                    <a:pt x="72344" y="272168"/>
                  </a:cubicBezTo>
                  <a:cubicBezTo>
                    <a:pt x="19956" y="235020"/>
                    <a:pt x="-7666" y="171203"/>
                    <a:pt x="1859" y="107385"/>
                  </a:cubicBezTo>
                  <a:cubicBezTo>
                    <a:pt x="12336" y="44520"/>
                    <a:pt x="75201" y="-19297"/>
                    <a:pt x="143781" y="5468"/>
                  </a:cubicBezTo>
                  <a:cubicBezTo>
                    <a:pt x="166641" y="14040"/>
                    <a:pt x="185691" y="32138"/>
                    <a:pt x="193311" y="54998"/>
                  </a:cubicBezTo>
                  <a:cubicBezTo>
                    <a:pt x="202836" y="52140"/>
                    <a:pt x="213314" y="54045"/>
                    <a:pt x="219981" y="61665"/>
                  </a:cubicBezTo>
                  <a:cubicBezTo>
                    <a:pt x="237126" y="78810"/>
                    <a:pt x="237126" y="97860"/>
                    <a:pt x="227601" y="118815"/>
                  </a:cubicBezTo>
                  <a:cubicBezTo>
                    <a:pt x="212361" y="153105"/>
                    <a:pt x="193311" y="186443"/>
                    <a:pt x="179024" y="221685"/>
                  </a:cubicBezTo>
                  <a:cubicBezTo>
                    <a:pt x="170451" y="241688"/>
                    <a:pt x="167594" y="263595"/>
                    <a:pt x="156164" y="277883"/>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5" name="Freeform 25"/>
            <p:cNvSpPr/>
            <p:nvPr/>
          </p:nvSpPr>
          <p:spPr>
            <a:xfrm>
              <a:off x="4092151" y="4287509"/>
              <a:ext cx="243611" cy="299401"/>
            </a:xfrm>
            <a:custGeom>
              <a:avLst/>
              <a:gdLst/>
              <a:ahLst/>
              <a:cxnLst/>
              <a:rect l="l" t="t" r="r" b="b"/>
              <a:pathLst>
                <a:path w="243611" h="299401">
                  <a:moveTo>
                    <a:pt x="130729" y="299282"/>
                  </a:moveTo>
                  <a:cubicBezTo>
                    <a:pt x="127872" y="299282"/>
                    <a:pt x="125014" y="299282"/>
                    <a:pt x="122157" y="299282"/>
                  </a:cubicBezTo>
                  <a:cubicBezTo>
                    <a:pt x="105012" y="297377"/>
                    <a:pt x="88819" y="290709"/>
                    <a:pt x="74532" y="280232"/>
                  </a:cubicBezTo>
                  <a:cubicBezTo>
                    <a:pt x="20239" y="242132"/>
                    <a:pt x="-8336" y="176409"/>
                    <a:pt x="2142" y="110687"/>
                  </a:cubicBezTo>
                  <a:cubicBezTo>
                    <a:pt x="9762" y="70682"/>
                    <a:pt x="33574" y="35439"/>
                    <a:pt x="67864" y="14484"/>
                  </a:cubicBezTo>
                  <a:cubicBezTo>
                    <a:pt x="92629" y="-756"/>
                    <a:pt x="123109" y="-4566"/>
                    <a:pt x="149779" y="5912"/>
                  </a:cubicBezTo>
                  <a:cubicBezTo>
                    <a:pt x="172639" y="14484"/>
                    <a:pt x="191689" y="31629"/>
                    <a:pt x="201214" y="54489"/>
                  </a:cubicBezTo>
                  <a:cubicBezTo>
                    <a:pt x="211692" y="53537"/>
                    <a:pt x="221217" y="56394"/>
                    <a:pt x="227884" y="64014"/>
                  </a:cubicBezTo>
                  <a:cubicBezTo>
                    <a:pt x="250744" y="86874"/>
                    <a:pt x="244077" y="110687"/>
                    <a:pt x="236457" y="126879"/>
                  </a:cubicBezTo>
                  <a:cubicBezTo>
                    <a:pt x="229789" y="141167"/>
                    <a:pt x="223122" y="155454"/>
                    <a:pt x="216454" y="168789"/>
                  </a:cubicBezTo>
                  <a:cubicBezTo>
                    <a:pt x="206929" y="187839"/>
                    <a:pt x="197404" y="208794"/>
                    <a:pt x="188832" y="228797"/>
                  </a:cubicBezTo>
                  <a:cubicBezTo>
                    <a:pt x="185974" y="235464"/>
                    <a:pt x="184069" y="242132"/>
                    <a:pt x="182164" y="248799"/>
                  </a:cubicBezTo>
                  <a:cubicBezTo>
                    <a:pt x="179307" y="262134"/>
                    <a:pt x="173592" y="274517"/>
                    <a:pt x="165019" y="285947"/>
                  </a:cubicBezTo>
                  <a:lnTo>
                    <a:pt x="165019" y="285947"/>
                  </a:lnTo>
                  <a:cubicBezTo>
                    <a:pt x="156447" y="295472"/>
                    <a:pt x="143112" y="300234"/>
                    <a:pt x="130729" y="299282"/>
                  </a:cubicBezTo>
                  <a:close/>
                  <a:moveTo>
                    <a:pt x="118347" y="8769"/>
                  </a:moveTo>
                  <a:cubicBezTo>
                    <a:pt x="102154" y="8769"/>
                    <a:pt x="86914" y="13532"/>
                    <a:pt x="72627" y="21152"/>
                  </a:cubicBezTo>
                  <a:cubicBezTo>
                    <a:pt x="40242" y="41154"/>
                    <a:pt x="18334" y="74492"/>
                    <a:pt x="11667" y="111639"/>
                  </a:cubicBezTo>
                  <a:cubicBezTo>
                    <a:pt x="2142" y="173552"/>
                    <a:pt x="28812" y="235464"/>
                    <a:pt x="80247" y="271659"/>
                  </a:cubicBezTo>
                  <a:cubicBezTo>
                    <a:pt x="92629" y="281184"/>
                    <a:pt x="107869" y="286899"/>
                    <a:pt x="123109" y="288804"/>
                  </a:cubicBezTo>
                  <a:cubicBezTo>
                    <a:pt x="135492" y="291662"/>
                    <a:pt x="148827" y="287852"/>
                    <a:pt x="158352" y="278327"/>
                  </a:cubicBezTo>
                  <a:lnTo>
                    <a:pt x="158352" y="278327"/>
                  </a:lnTo>
                  <a:cubicBezTo>
                    <a:pt x="165019" y="267849"/>
                    <a:pt x="170734" y="256419"/>
                    <a:pt x="173592" y="244989"/>
                  </a:cubicBezTo>
                  <a:cubicBezTo>
                    <a:pt x="175497" y="238322"/>
                    <a:pt x="177402" y="230702"/>
                    <a:pt x="180259" y="224034"/>
                  </a:cubicBezTo>
                  <a:cubicBezTo>
                    <a:pt x="188832" y="203079"/>
                    <a:pt x="198357" y="183077"/>
                    <a:pt x="208834" y="163074"/>
                  </a:cubicBezTo>
                  <a:cubicBezTo>
                    <a:pt x="215502" y="149739"/>
                    <a:pt x="223122" y="135452"/>
                    <a:pt x="228837" y="121164"/>
                  </a:cubicBezTo>
                  <a:cubicBezTo>
                    <a:pt x="238362" y="99257"/>
                    <a:pt x="236457" y="84017"/>
                    <a:pt x="222169" y="69729"/>
                  </a:cubicBezTo>
                  <a:cubicBezTo>
                    <a:pt x="216454" y="64014"/>
                    <a:pt x="208834" y="61157"/>
                    <a:pt x="201214" y="64014"/>
                  </a:cubicBezTo>
                  <a:cubicBezTo>
                    <a:pt x="198357" y="64967"/>
                    <a:pt x="195499" y="64014"/>
                    <a:pt x="194547" y="61157"/>
                  </a:cubicBezTo>
                  <a:cubicBezTo>
                    <a:pt x="194547" y="61157"/>
                    <a:pt x="194547" y="61157"/>
                    <a:pt x="194547" y="61157"/>
                  </a:cubicBezTo>
                  <a:cubicBezTo>
                    <a:pt x="186927" y="39249"/>
                    <a:pt x="169782" y="22104"/>
                    <a:pt x="147874" y="14484"/>
                  </a:cubicBezTo>
                  <a:cubicBezTo>
                    <a:pt x="138349" y="9722"/>
                    <a:pt x="128824" y="8769"/>
                    <a:pt x="118347" y="8769"/>
                  </a:cubicBezTo>
                  <a:lnTo>
                    <a:pt x="118347" y="8769"/>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6" name="Freeform 26"/>
            <p:cNvSpPr/>
            <p:nvPr/>
          </p:nvSpPr>
          <p:spPr>
            <a:xfrm>
              <a:off x="4304795" y="4422961"/>
              <a:ext cx="38242" cy="56197"/>
            </a:xfrm>
            <a:custGeom>
              <a:avLst/>
              <a:gdLst/>
              <a:ahLst/>
              <a:cxnLst/>
              <a:rect l="l" t="t" r="r" b="b"/>
              <a:pathLst>
                <a:path w="38242" h="56197">
                  <a:moveTo>
                    <a:pt x="0" y="0"/>
                  </a:moveTo>
                  <a:cubicBezTo>
                    <a:pt x="0" y="0"/>
                    <a:pt x="40957" y="35243"/>
                    <a:pt x="38100" y="45720"/>
                  </a:cubicBezTo>
                  <a:cubicBezTo>
                    <a:pt x="35242" y="56197"/>
                    <a:pt x="13335" y="56197"/>
                    <a:pt x="13335" y="56197"/>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7" name="Freeform 27"/>
            <p:cNvSpPr/>
            <p:nvPr/>
          </p:nvSpPr>
          <p:spPr>
            <a:xfrm>
              <a:off x="4300359" y="4418525"/>
              <a:ext cx="46713" cy="65395"/>
            </a:xfrm>
            <a:custGeom>
              <a:avLst/>
              <a:gdLst/>
              <a:ahLst/>
              <a:cxnLst/>
              <a:rect l="l" t="t" r="r" b="b"/>
              <a:pathLst>
                <a:path w="46713" h="65395">
                  <a:moveTo>
                    <a:pt x="17771" y="65396"/>
                  </a:moveTo>
                  <a:lnTo>
                    <a:pt x="17771" y="65396"/>
                  </a:lnTo>
                  <a:cubicBezTo>
                    <a:pt x="14913" y="65396"/>
                    <a:pt x="13008" y="63491"/>
                    <a:pt x="13008" y="60633"/>
                  </a:cubicBezTo>
                  <a:cubicBezTo>
                    <a:pt x="13008" y="57776"/>
                    <a:pt x="14913" y="55871"/>
                    <a:pt x="17771" y="55871"/>
                  </a:cubicBezTo>
                  <a:cubicBezTo>
                    <a:pt x="17771" y="55871"/>
                    <a:pt x="17771" y="55871"/>
                    <a:pt x="17771" y="55871"/>
                  </a:cubicBezTo>
                  <a:cubicBezTo>
                    <a:pt x="22533" y="55871"/>
                    <a:pt x="35868" y="53966"/>
                    <a:pt x="37773" y="49203"/>
                  </a:cubicBezTo>
                  <a:cubicBezTo>
                    <a:pt x="39678" y="43488"/>
                    <a:pt x="21581" y="25391"/>
                    <a:pt x="1578" y="8246"/>
                  </a:cubicBezTo>
                  <a:cubicBezTo>
                    <a:pt x="-327" y="6341"/>
                    <a:pt x="-327" y="3483"/>
                    <a:pt x="626" y="1578"/>
                  </a:cubicBezTo>
                  <a:cubicBezTo>
                    <a:pt x="2531" y="-327"/>
                    <a:pt x="5388" y="-327"/>
                    <a:pt x="7293" y="626"/>
                  </a:cubicBezTo>
                  <a:cubicBezTo>
                    <a:pt x="23486" y="14913"/>
                    <a:pt x="50156" y="39678"/>
                    <a:pt x="46346" y="51108"/>
                  </a:cubicBezTo>
                  <a:cubicBezTo>
                    <a:pt x="43488" y="63491"/>
                    <a:pt x="21581" y="65396"/>
                    <a:pt x="17771" y="65396"/>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8" name="Freeform 28"/>
            <p:cNvSpPr/>
            <p:nvPr/>
          </p:nvSpPr>
          <p:spPr>
            <a:xfrm>
              <a:off x="4180970" y="4366763"/>
              <a:ext cx="155591" cy="292638"/>
            </a:xfrm>
            <a:custGeom>
              <a:avLst/>
              <a:gdLst/>
              <a:ahLst/>
              <a:cxnLst/>
              <a:rect l="l" t="t" r="r" b="b"/>
              <a:pathLst>
                <a:path w="155591" h="292638">
                  <a:moveTo>
                    <a:pt x="146685" y="292418"/>
                  </a:moveTo>
                  <a:cubicBezTo>
                    <a:pt x="100013" y="296228"/>
                    <a:pt x="20955" y="249555"/>
                    <a:pt x="20955" y="247650"/>
                  </a:cubicBezTo>
                  <a:cubicBezTo>
                    <a:pt x="12382" y="218122"/>
                    <a:pt x="5715" y="187643"/>
                    <a:pt x="0" y="156210"/>
                  </a:cubicBezTo>
                  <a:cubicBezTo>
                    <a:pt x="0" y="156210"/>
                    <a:pt x="31432" y="147638"/>
                    <a:pt x="39053" y="104775"/>
                  </a:cubicBezTo>
                  <a:cubicBezTo>
                    <a:pt x="46673" y="61913"/>
                    <a:pt x="85725" y="55245"/>
                    <a:pt x="100965" y="0"/>
                  </a:cubicBezTo>
                  <a:cubicBezTo>
                    <a:pt x="123825" y="9525"/>
                    <a:pt x="127635" y="42863"/>
                    <a:pt x="133350" y="62865"/>
                  </a:cubicBezTo>
                  <a:cubicBezTo>
                    <a:pt x="141922" y="91440"/>
                    <a:pt x="148590" y="120968"/>
                    <a:pt x="155258" y="149543"/>
                  </a:cubicBezTo>
                  <a:cubicBezTo>
                    <a:pt x="160020" y="167640"/>
                    <a:pt x="112395" y="181928"/>
                    <a:pt x="102870" y="179070"/>
                  </a:cubicBezTo>
                  <a:cubicBezTo>
                    <a:pt x="113348" y="207645"/>
                    <a:pt x="113348" y="207645"/>
                    <a:pt x="146685" y="292418"/>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9" name="Freeform 29"/>
            <p:cNvSpPr/>
            <p:nvPr/>
          </p:nvSpPr>
          <p:spPr>
            <a:xfrm>
              <a:off x="4175255" y="4362000"/>
              <a:ext cx="165968" cy="302656"/>
            </a:xfrm>
            <a:custGeom>
              <a:avLst/>
              <a:gdLst/>
              <a:ahLst/>
              <a:cxnLst/>
              <a:rect l="l" t="t" r="r" b="b"/>
              <a:pathLst>
                <a:path w="165968" h="302656">
                  <a:moveTo>
                    <a:pt x="146685" y="301943"/>
                  </a:moveTo>
                  <a:cubicBezTo>
                    <a:pt x="100013" y="301943"/>
                    <a:pt x="23813" y="260033"/>
                    <a:pt x="20955" y="253365"/>
                  </a:cubicBezTo>
                  <a:cubicBezTo>
                    <a:pt x="12382" y="222885"/>
                    <a:pt x="5715" y="192405"/>
                    <a:pt x="0" y="161925"/>
                  </a:cubicBezTo>
                  <a:cubicBezTo>
                    <a:pt x="0" y="159068"/>
                    <a:pt x="952" y="157163"/>
                    <a:pt x="3810" y="156210"/>
                  </a:cubicBezTo>
                  <a:cubicBezTo>
                    <a:pt x="4763" y="156210"/>
                    <a:pt x="32385" y="147638"/>
                    <a:pt x="39052" y="108585"/>
                  </a:cubicBezTo>
                  <a:cubicBezTo>
                    <a:pt x="42863" y="89535"/>
                    <a:pt x="53340" y="73343"/>
                    <a:pt x="67627" y="60007"/>
                  </a:cubicBezTo>
                  <a:cubicBezTo>
                    <a:pt x="83820" y="44768"/>
                    <a:pt x="96202" y="25718"/>
                    <a:pt x="101918" y="3810"/>
                  </a:cubicBezTo>
                  <a:cubicBezTo>
                    <a:pt x="102870" y="953"/>
                    <a:pt x="105727" y="0"/>
                    <a:pt x="107632" y="0"/>
                  </a:cubicBezTo>
                  <a:cubicBezTo>
                    <a:pt x="107632" y="0"/>
                    <a:pt x="107632" y="0"/>
                    <a:pt x="107632" y="0"/>
                  </a:cubicBezTo>
                  <a:cubicBezTo>
                    <a:pt x="128587" y="8573"/>
                    <a:pt x="135255" y="34290"/>
                    <a:pt x="140018" y="55245"/>
                  </a:cubicBezTo>
                  <a:cubicBezTo>
                    <a:pt x="140970" y="59055"/>
                    <a:pt x="141922" y="62865"/>
                    <a:pt x="142875" y="66675"/>
                  </a:cubicBezTo>
                  <a:cubicBezTo>
                    <a:pt x="151447" y="95250"/>
                    <a:pt x="158115" y="124778"/>
                    <a:pt x="165735" y="153353"/>
                  </a:cubicBezTo>
                  <a:cubicBezTo>
                    <a:pt x="166687" y="160020"/>
                    <a:pt x="164783" y="166688"/>
                    <a:pt x="159068" y="171450"/>
                  </a:cubicBezTo>
                  <a:cubicBezTo>
                    <a:pt x="146685" y="180975"/>
                    <a:pt x="131445" y="187643"/>
                    <a:pt x="115252" y="189547"/>
                  </a:cubicBezTo>
                  <a:cubicBezTo>
                    <a:pt x="123825" y="210503"/>
                    <a:pt x="125730" y="218122"/>
                    <a:pt x="156210" y="295275"/>
                  </a:cubicBezTo>
                  <a:cubicBezTo>
                    <a:pt x="157162" y="297180"/>
                    <a:pt x="156210" y="298133"/>
                    <a:pt x="155258" y="300038"/>
                  </a:cubicBezTo>
                  <a:cubicBezTo>
                    <a:pt x="154305" y="300990"/>
                    <a:pt x="153353" y="301943"/>
                    <a:pt x="151447" y="301943"/>
                  </a:cubicBezTo>
                  <a:cubicBezTo>
                    <a:pt x="150495" y="302895"/>
                    <a:pt x="148590" y="302895"/>
                    <a:pt x="146685" y="301943"/>
                  </a:cubicBezTo>
                  <a:close/>
                  <a:moveTo>
                    <a:pt x="30480" y="249555"/>
                  </a:moveTo>
                  <a:cubicBezTo>
                    <a:pt x="39052" y="255270"/>
                    <a:pt x="102870" y="291465"/>
                    <a:pt x="144780" y="292418"/>
                  </a:cubicBezTo>
                  <a:cubicBezTo>
                    <a:pt x="114300" y="214313"/>
                    <a:pt x="114300" y="213360"/>
                    <a:pt x="103822" y="186690"/>
                  </a:cubicBezTo>
                  <a:cubicBezTo>
                    <a:pt x="102870" y="184785"/>
                    <a:pt x="103822" y="182880"/>
                    <a:pt x="104775" y="181928"/>
                  </a:cubicBezTo>
                  <a:cubicBezTo>
                    <a:pt x="105727" y="180975"/>
                    <a:pt x="107632" y="180022"/>
                    <a:pt x="109538" y="180975"/>
                  </a:cubicBezTo>
                  <a:cubicBezTo>
                    <a:pt x="124777" y="180975"/>
                    <a:pt x="140018" y="175260"/>
                    <a:pt x="152400" y="165735"/>
                  </a:cubicBezTo>
                  <a:cubicBezTo>
                    <a:pt x="156210" y="162878"/>
                    <a:pt x="157162" y="160020"/>
                    <a:pt x="156210" y="157163"/>
                  </a:cubicBezTo>
                  <a:cubicBezTo>
                    <a:pt x="149543" y="128588"/>
                    <a:pt x="141922" y="99060"/>
                    <a:pt x="134303" y="70485"/>
                  </a:cubicBezTo>
                  <a:cubicBezTo>
                    <a:pt x="133350" y="66675"/>
                    <a:pt x="132397" y="62865"/>
                    <a:pt x="131445" y="59055"/>
                  </a:cubicBezTo>
                  <a:cubicBezTo>
                    <a:pt x="127635" y="42863"/>
                    <a:pt x="122872" y="22860"/>
                    <a:pt x="109538" y="13335"/>
                  </a:cubicBezTo>
                  <a:cubicBezTo>
                    <a:pt x="102870" y="34290"/>
                    <a:pt x="90488" y="53340"/>
                    <a:pt x="75247" y="68580"/>
                  </a:cubicBezTo>
                  <a:cubicBezTo>
                    <a:pt x="61913" y="80010"/>
                    <a:pt x="53340" y="95250"/>
                    <a:pt x="49530" y="112395"/>
                  </a:cubicBezTo>
                  <a:cubicBezTo>
                    <a:pt x="46672" y="135255"/>
                    <a:pt x="32385" y="156210"/>
                    <a:pt x="10477" y="165735"/>
                  </a:cubicBezTo>
                  <a:cubicBezTo>
                    <a:pt x="13335" y="179070"/>
                    <a:pt x="22860" y="224790"/>
                    <a:pt x="30480" y="24955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30" name="Freeform 30"/>
            <p:cNvSpPr/>
            <p:nvPr/>
          </p:nvSpPr>
          <p:spPr>
            <a:xfrm>
              <a:off x="4292413" y="4496303"/>
              <a:ext cx="37147" cy="8643"/>
            </a:xfrm>
            <a:custGeom>
              <a:avLst/>
              <a:gdLst/>
              <a:ahLst/>
              <a:cxnLst/>
              <a:rect l="l" t="t" r="r" b="b"/>
              <a:pathLst>
                <a:path w="37147" h="8643">
                  <a:moveTo>
                    <a:pt x="37148" y="0"/>
                  </a:moveTo>
                  <a:cubicBezTo>
                    <a:pt x="28575" y="10477"/>
                    <a:pt x="13335" y="11430"/>
                    <a:pt x="2857" y="2857"/>
                  </a:cubicBezTo>
                  <a:cubicBezTo>
                    <a:pt x="1905" y="1905"/>
                    <a:pt x="952" y="952"/>
                    <a:pt x="0" y="0"/>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31" name="Freeform 31"/>
            <p:cNvSpPr/>
            <p:nvPr/>
          </p:nvSpPr>
          <p:spPr>
            <a:xfrm>
              <a:off x="4288126" y="4492017"/>
              <a:ext cx="45720" cy="18573"/>
            </a:xfrm>
            <a:custGeom>
              <a:avLst/>
              <a:gdLst/>
              <a:ahLst/>
              <a:cxnLst/>
              <a:rect l="l" t="t" r="r" b="b"/>
              <a:pathLst>
                <a:path w="45720" h="18573">
                  <a:moveTo>
                    <a:pt x="22384" y="18574"/>
                  </a:moveTo>
                  <a:cubicBezTo>
                    <a:pt x="14764" y="18574"/>
                    <a:pt x="7144" y="14764"/>
                    <a:pt x="1429" y="9049"/>
                  </a:cubicBezTo>
                  <a:cubicBezTo>
                    <a:pt x="-476" y="7144"/>
                    <a:pt x="-476" y="4286"/>
                    <a:pt x="1429" y="2381"/>
                  </a:cubicBezTo>
                  <a:cubicBezTo>
                    <a:pt x="3334" y="476"/>
                    <a:pt x="6191" y="476"/>
                    <a:pt x="8096" y="2381"/>
                  </a:cubicBezTo>
                  <a:lnTo>
                    <a:pt x="8096" y="2381"/>
                  </a:lnTo>
                  <a:cubicBezTo>
                    <a:pt x="11906" y="7144"/>
                    <a:pt x="16669" y="9049"/>
                    <a:pt x="22384" y="9049"/>
                  </a:cubicBezTo>
                  <a:cubicBezTo>
                    <a:pt x="28099" y="8096"/>
                    <a:pt x="33814" y="6191"/>
                    <a:pt x="37624" y="1429"/>
                  </a:cubicBezTo>
                  <a:cubicBezTo>
                    <a:pt x="39529" y="-476"/>
                    <a:pt x="42386" y="-476"/>
                    <a:pt x="44291" y="1429"/>
                  </a:cubicBezTo>
                  <a:cubicBezTo>
                    <a:pt x="46196" y="3334"/>
                    <a:pt x="46196" y="6191"/>
                    <a:pt x="44291" y="8096"/>
                  </a:cubicBezTo>
                  <a:cubicBezTo>
                    <a:pt x="39529" y="14764"/>
                    <a:pt x="30956" y="18574"/>
                    <a:pt x="22384" y="18574"/>
                  </a:cubicBezTo>
                  <a:lnTo>
                    <a:pt x="22384" y="18574"/>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32" name="Freeform 32"/>
            <p:cNvSpPr/>
            <p:nvPr/>
          </p:nvSpPr>
          <p:spPr>
            <a:xfrm>
              <a:off x="4242882" y="4539166"/>
              <a:ext cx="55244" cy="45719"/>
            </a:xfrm>
            <a:custGeom>
              <a:avLst/>
              <a:gdLst/>
              <a:ahLst/>
              <a:cxnLst/>
              <a:rect l="l" t="t" r="r" b="b"/>
              <a:pathLst>
                <a:path w="55244" h="45719">
                  <a:moveTo>
                    <a:pt x="40957" y="7620"/>
                  </a:moveTo>
                  <a:cubicBezTo>
                    <a:pt x="26670" y="10477"/>
                    <a:pt x="12382" y="8573"/>
                    <a:pt x="0" y="0"/>
                  </a:cubicBezTo>
                  <a:cubicBezTo>
                    <a:pt x="0" y="0"/>
                    <a:pt x="14288" y="43815"/>
                    <a:pt x="55245" y="45720"/>
                  </a:cubicBezTo>
                  <a:lnTo>
                    <a:pt x="40957" y="762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33" name="Freeform 33"/>
            <p:cNvSpPr/>
            <p:nvPr/>
          </p:nvSpPr>
          <p:spPr>
            <a:xfrm>
              <a:off x="4237746" y="4534641"/>
              <a:ext cx="64548" cy="55430"/>
            </a:xfrm>
            <a:custGeom>
              <a:avLst/>
              <a:gdLst/>
              <a:ahLst/>
              <a:cxnLst/>
              <a:rect l="l" t="t" r="r" b="b"/>
              <a:pathLst>
                <a:path w="64548" h="55430">
                  <a:moveTo>
                    <a:pt x="60381" y="55007"/>
                  </a:moveTo>
                  <a:lnTo>
                    <a:pt x="60381" y="55007"/>
                  </a:lnTo>
                  <a:cubicBezTo>
                    <a:pt x="16566" y="53102"/>
                    <a:pt x="1326" y="8334"/>
                    <a:pt x="374" y="6429"/>
                  </a:cubicBezTo>
                  <a:cubicBezTo>
                    <a:pt x="-579" y="4524"/>
                    <a:pt x="374" y="1667"/>
                    <a:pt x="2279" y="714"/>
                  </a:cubicBezTo>
                  <a:cubicBezTo>
                    <a:pt x="4184" y="-238"/>
                    <a:pt x="6089" y="-238"/>
                    <a:pt x="7994" y="714"/>
                  </a:cubicBezTo>
                  <a:cubicBezTo>
                    <a:pt x="18471" y="7382"/>
                    <a:pt x="31806" y="10239"/>
                    <a:pt x="44189" y="7382"/>
                  </a:cubicBezTo>
                  <a:cubicBezTo>
                    <a:pt x="46094" y="6429"/>
                    <a:pt x="48951" y="8334"/>
                    <a:pt x="49904" y="10239"/>
                  </a:cubicBezTo>
                  <a:lnTo>
                    <a:pt x="64191" y="48339"/>
                  </a:lnTo>
                  <a:cubicBezTo>
                    <a:pt x="65144" y="51197"/>
                    <a:pt x="64191" y="54054"/>
                    <a:pt x="61334" y="55007"/>
                  </a:cubicBezTo>
                  <a:cubicBezTo>
                    <a:pt x="62286" y="55007"/>
                    <a:pt x="61334" y="55959"/>
                    <a:pt x="60381" y="55007"/>
                  </a:cubicBezTo>
                  <a:lnTo>
                    <a:pt x="60381" y="55007"/>
                  </a:lnTo>
                  <a:close/>
                  <a:moveTo>
                    <a:pt x="15614" y="16907"/>
                  </a:moveTo>
                  <a:cubicBezTo>
                    <a:pt x="23234" y="31194"/>
                    <a:pt x="36569" y="41672"/>
                    <a:pt x="52761" y="45482"/>
                  </a:cubicBezTo>
                  <a:lnTo>
                    <a:pt x="42284" y="17859"/>
                  </a:lnTo>
                  <a:cubicBezTo>
                    <a:pt x="33711" y="18812"/>
                    <a:pt x="24186" y="18812"/>
                    <a:pt x="15614" y="16907"/>
                  </a:cubicBezTo>
                  <a:lnTo>
                    <a:pt x="15614" y="16907"/>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34" name="Freeform 34"/>
            <p:cNvSpPr/>
            <p:nvPr/>
          </p:nvSpPr>
          <p:spPr>
            <a:xfrm rot="20869825">
              <a:off x="4286598" y="4401124"/>
              <a:ext cx="7619" cy="20954"/>
            </a:xfrm>
            <a:custGeom>
              <a:avLst/>
              <a:gdLst/>
              <a:ahLst/>
              <a:cxnLst/>
              <a:rect l="l" t="t" r="r" b="b"/>
              <a:pathLst>
                <a:path w="7619" h="20954">
                  <a:moveTo>
                    <a:pt x="7620" y="10477"/>
                  </a:moveTo>
                  <a:cubicBezTo>
                    <a:pt x="7620" y="16264"/>
                    <a:pt x="5914" y="20954"/>
                    <a:pt x="3810" y="20954"/>
                  </a:cubicBezTo>
                  <a:cubicBezTo>
                    <a:pt x="1706" y="20954"/>
                    <a:pt x="0" y="16264"/>
                    <a:pt x="0" y="10477"/>
                  </a:cubicBezTo>
                  <a:cubicBezTo>
                    <a:pt x="0" y="4691"/>
                    <a:pt x="1706" y="0"/>
                    <a:pt x="3810" y="0"/>
                  </a:cubicBezTo>
                  <a:cubicBezTo>
                    <a:pt x="5914" y="0"/>
                    <a:pt x="7620" y="4691"/>
                    <a:pt x="7620" y="10477"/>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35" name="Freeform 35"/>
            <p:cNvSpPr/>
            <p:nvPr/>
          </p:nvSpPr>
          <p:spPr>
            <a:xfrm>
              <a:off x="4196537" y="4425580"/>
              <a:ext cx="53965" cy="75485"/>
            </a:xfrm>
            <a:custGeom>
              <a:avLst/>
              <a:gdLst/>
              <a:ahLst/>
              <a:cxnLst/>
              <a:rect l="l" t="t" r="r" b="b"/>
              <a:pathLst>
                <a:path w="53965" h="75485">
                  <a:moveTo>
                    <a:pt x="53966" y="28813"/>
                  </a:moveTo>
                  <a:cubicBezTo>
                    <a:pt x="51108" y="22146"/>
                    <a:pt x="46346" y="15478"/>
                    <a:pt x="39678" y="11668"/>
                  </a:cubicBezTo>
                  <a:cubicBezTo>
                    <a:pt x="35868" y="7858"/>
                    <a:pt x="31106" y="4048"/>
                    <a:pt x="25391" y="2143"/>
                  </a:cubicBezTo>
                  <a:cubicBezTo>
                    <a:pt x="19676" y="-714"/>
                    <a:pt x="13961" y="-714"/>
                    <a:pt x="8246" y="2143"/>
                  </a:cubicBezTo>
                  <a:cubicBezTo>
                    <a:pt x="4436" y="5001"/>
                    <a:pt x="1578" y="8811"/>
                    <a:pt x="626" y="14526"/>
                  </a:cubicBezTo>
                  <a:cubicBezTo>
                    <a:pt x="-327" y="19288"/>
                    <a:pt x="-327" y="25003"/>
                    <a:pt x="1578" y="29766"/>
                  </a:cubicBezTo>
                  <a:cubicBezTo>
                    <a:pt x="7293" y="51673"/>
                    <a:pt x="24438" y="69771"/>
                    <a:pt x="46346" y="75486"/>
                  </a:cubicBezTo>
                  <a:lnTo>
                    <a:pt x="44441" y="74533"/>
                  </a:ln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36" name="Freeform 36"/>
            <p:cNvSpPr/>
            <p:nvPr/>
          </p:nvSpPr>
          <p:spPr>
            <a:xfrm>
              <a:off x="4191774" y="4421770"/>
              <a:ext cx="62785" cy="84058"/>
            </a:xfrm>
            <a:custGeom>
              <a:avLst/>
              <a:gdLst/>
              <a:ahLst/>
              <a:cxnLst/>
              <a:rect l="l" t="t" r="r" b="b"/>
              <a:pathLst>
                <a:path w="62785" h="84058">
                  <a:moveTo>
                    <a:pt x="50156" y="84058"/>
                  </a:moveTo>
                  <a:cubicBezTo>
                    <a:pt x="50156" y="84058"/>
                    <a:pt x="49203" y="84058"/>
                    <a:pt x="49203" y="84058"/>
                  </a:cubicBezTo>
                  <a:cubicBezTo>
                    <a:pt x="25391" y="77391"/>
                    <a:pt x="7293" y="58341"/>
                    <a:pt x="1578" y="34528"/>
                  </a:cubicBezTo>
                  <a:cubicBezTo>
                    <a:pt x="-327" y="28813"/>
                    <a:pt x="-327" y="23098"/>
                    <a:pt x="626" y="17383"/>
                  </a:cubicBezTo>
                  <a:cubicBezTo>
                    <a:pt x="1578" y="10716"/>
                    <a:pt x="5388" y="5001"/>
                    <a:pt x="11103" y="2143"/>
                  </a:cubicBezTo>
                  <a:cubicBezTo>
                    <a:pt x="17771" y="-714"/>
                    <a:pt x="25391" y="-714"/>
                    <a:pt x="32058" y="2143"/>
                  </a:cubicBezTo>
                  <a:cubicBezTo>
                    <a:pt x="37773" y="5001"/>
                    <a:pt x="42536" y="8811"/>
                    <a:pt x="47298" y="12621"/>
                  </a:cubicBezTo>
                  <a:cubicBezTo>
                    <a:pt x="53966" y="17383"/>
                    <a:pt x="59681" y="24051"/>
                    <a:pt x="62538" y="31671"/>
                  </a:cubicBezTo>
                  <a:cubicBezTo>
                    <a:pt x="63491" y="34528"/>
                    <a:pt x="61586" y="37386"/>
                    <a:pt x="58728" y="38338"/>
                  </a:cubicBezTo>
                  <a:cubicBezTo>
                    <a:pt x="55871" y="39291"/>
                    <a:pt x="53013" y="37386"/>
                    <a:pt x="52061" y="34528"/>
                  </a:cubicBezTo>
                  <a:cubicBezTo>
                    <a:pt x="49203" y="28813"/>
                    <a:pt x="45393" y="23098"/>
                    <a:pt x="39678" y="19288"/>
                  </a:cubicBezTo>
                  <a:cubicBezTo>
                    <a:pt x="35868" y="15478"/>
                    <a:pt x="31106" y="12621"/>
                    <a:pt x="26343" y="9763"/>
                  </a:cubicBezTo>
                  <a:cubicBezTo>
                    <a:pt x="22533" y="7858"/>
                    <a:pt x="17771" y="7858"/>
                    <a:pt x="13961" y="9763"/>
                  </a:cubicBezTo>
                  <a:cubicBezTo>
                    <a:pt x="11103" y="11668"/>
                    <a:pt x="8246" y="15478"/>
                    <a:pt x="8246" y="18336"/>
                  </a:cubicBezTo>
                  <a:cubicBezTo>
                    <a:pt x="7293" y="23098"/>
                    <a:pt x="7293" y="26908"/>
                    <a:pt x="9198" y="31671"/>
                  </a:cubicBezTo>
                  <a:cubicBezTo>
                    <a:pt x="13961" y="50721"/>
                    <a:pt x="27296" y="65961"/>
                    <a:pt x="46346" y="73581"/>
                  </a:cubicBezTo>
                  <a:cubicBezTo>
                    <a:pt x="47298" y="73581"/>
                    <a:pt x="48251" y="73581"/>
                    <a:pt x="50156" y="74533"/>
                  </a:cubicBezTo>
                  <a:lnTo>
                    <a:pt x="52061" y="75486"/>
                  </a:lnTo>
                  <a:cubicBezTo>
                    <a:pt x="53966" y="76438"/>
                    <a:pt x="54918" y="79296"/>
                    <a:pt x="53966" y="81201"/>
                  </a:cubicBezTo>
                  <a:cubicBezTo>
                    <a:pt x="53013" y="83106"/>
                    <a:pt x="52061" y="84058"/>
                    <a:pt x="50156" y="84058"/>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37" name="Freeform 37"/>
            <p:cNvSpPr/>
            <p:nvPr/>
          </p:nvSpPr>
          <p:spPr>
            <a:xfrm>
              <a:off x="4133345" y="4602507"/>
              <a:ext cx="291507" cy="457676"/>
            </a:xfrm>
            <a:custGeom>
              <a:avLst/>
              <a:gdLst/>
              <a:ahLst/>
              <a:cxnLst/>
              <a:rect l="l" t="t" r="r" b="b"/>
              <a:pathLst>
                <a:path w="291507" h="457676">
                  <a:moveTo>
                    <a:pt x="230505" y="38576"/>
                  </a:moveTo>
                  <a:cubicBezTo>
                    <a:pt x="230505" y="38576"/>
                    <a:pt x="95250" y="-30004"/>
                    <a:pt x="47625" y="15716"/>
                  </a:cubicBezTo>
                  <a:cubicBezTo>
                    <a:pt x="0" y="61436"/>
                    <a:pt x="1905" y="210026"/>
                    <a:pt x="0" y="457676"/>
                  </a:cubicBezTo>
                  <a:lnTo>
                    <a:pt x="291465" y="437674"/>
                  </a:lnTo>
                  <a:cubicBezTo>
                    <a:pt x="291465" y="437674"/>
                    <a:pt x="295275" y="73819"/>
                    <a:pt x="230505" y="38576"/>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38" name="Freeform 38"/>
            <p:cNvSpPr/>
            <p:nvPr/>
          </p:nvSpPr>
          <p:spPr>
            <a:xfrm>
              <a:off x="4206765" y="4621423"/>
              <a:ext cx="611710" cy="218976"/>
            </a:xfrm>
            <a:custGeom>
              <a:avLst/>
              <a:gdLst/>
              <a:ahLst/>
              <a:cxnLst/>
              <a:rect l="l" t="t" r="r" b="b"/>
              <a:pathLst>
                <a:path w="611710" h="218976">
                  <a:moveTo>
                    <a:pt x="272338" y="115863"/>
                  </a:moveTo>
                  <a:cubicBezTo>
                    <a:pt x="292340" y="116815"/>
                    <a:pt x="481888" y="139675"/>
                    <a:pt x="500938" y="120625"/>
                  </a:cubicBezTo>
                  <a:cubicBezTo>
                    <a:pt x="520940" y="101575"/>
                    <a:pt x="561898" y="74905"/>
                    <a:pt x="563803" y="81573"/>
                  </a:cubicBezTo>
                  <a:cubicBezTo>
                    <a:pt x="566660" y="88240"/>
                    <a:pt x="539038" y="122530"/>
                    <a:pt x="539038" y="122530"/>
                  </a:cubicBezTo>
                  <a:cubicBezTo>
                    <a:pt x="539038" y="122530"/>
                    <a:pt x="599998" y="103480"/>
                    <a:pt x="609523" y="113005"/>
                  </a:cubicBezTo>
                  <a:cubicBezTo>
                    <a:pt x="619048" y="122530"/>
                    <a:pt x="595235" y="165393"/>
                    <a:pt x="580948" y="177775"/>
                  </a:cubicBezTo>
                  <a:cubicBezTo>
                    <a:pt x="577138" y="181585"/>
                    <a:pt x="537133" y="189205"/>
                    <a:pt x="513320" y="195873"/>
                  </a:cubicBezTo>
                  <a:cubicBezTo>
                    <a:pt x="406640" y="226353"/>
                    <a:pt x="263765" y="226353"/>
                    <a:pt x="223760" y="197778"/>
                  </a:cubicBezTo>
                  <a:cubicBezTo>
                    <a:pt x="167563" y="160630"/>
                    <a:pt x="10400" y="85383"/>
                    <a:pt x="1828" y="72048"/>
                  </a:cubicBezTo>
                  <a:cubicBezTo>
                    <a:pt x="-7697" y="58713"/>
                    <a:pt x="19925" y="-27965"/>
                    <a:pt x="86600" y="9183"/>
                  </a:cubicBezTo>
                  <a:cubicBezTo>
                    <a:pt x="86600" y="9183"/>
                    <a:pt x="252335" y="114910"/>
                    <a:pt x="272338" y="115863"/>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39" name="Freeform 39"/>
            <p:cNvSpPr/>
            <p:nvPr/>
          </p:nvSpPr>
          <p:spPr>
            <a:xfrm>
              <a:off x="4202385" y="4616950"/>
              <a:ext cx="622475" cy="228920"/>
            </a:xfrm>
            <a:custGeom>
              <a:avLst/>
              <a:gdLst/>
              <a:ahLst/>
              <a:cxnLst/>
              <a:rect l="l" t="t" r="r" b="b"/>
              <a:pathLst>
                <a:path w="622475" h="228920">
                  <a:moveTo>
                    <a:pt x="345298" y="228921"/>
                  </a:moveTo>
                  <a:cubicBezTo>
                    <a:pt x="291958" y="228921"/>
                    <a:pt x="246238" y="221301"/>
                    <a:pt x="225283" y="207013"/>
                  </a:cubicBezTo>
                  <a:cubicBezTo>
                    <a:pt x="196708" y="187963"/>
                    <a:pt x="142415" y="158436"/>
                    <a:pt x="93838" y="132718"/>
                  </a:cubicBezTo>
                  <a:cubicBezTo>
                    <a:pt x="38593" y="104143"/>
                    <a:pt x="7160" y="86046"/>
                    <a:pt x="2398" y="79378"/>
                  </a:cubicBezTo>
                  <a:cubicBezTo>
                    <a:pt x="-4270" y="69853"/>
                    <a:pt x="3350" y="38421"/>
                    <a:pt x="20495" y="18418"/>
                  </a:cubicBezTo>
                  <a:cubicBezTo>
                    <a:pt x="31925" y="6036"/>
                    <a:pt x="55738" y="-11109"/>
                    <a:pt x="93838" y="9846"/>
                  </a:cubicBezTo>
                  <a:cubicBezTo>
                    <a:pt x="157655" y="50803"/>
                    <a:pt x="264336" y="115573"/>
                    <a:pt x="277670" y="116526"/>
                  </a:cubicBezTo>
                  <a:cubicBezTo>
                    <a:pt x="281480" y="116526"/>
                    <a:pt x="291005" y="117478"/>
                    <a:pt x="303388" y="118431"/>
                  </a:cubicBezTo>
                  <a:cubicBezTo>
                    <a:pt x="349108" y="123193"/>
                    <a:pt x="488173" y="136528"/>
                    <a:pt x="502461" y="122241"/>
                  </a:cubicBezTo>
                  <a:cubicBezTo>
                    <a:pt x="516748" y="107953"/>
                    <a:pt x="557705" y="78426"/>
                    <a:pt x="569136" y="81283"/>
                  </a:cubicBezTo>
                  <a:cubicBezTo>
                    <a:pt x="571040" y="81283"/>
                    <a:pt x="572945" y="83188"/>
                    <a:pt x="573898" y="85093"/>
                  </a:cubicBezTo>
                  <a:cubicBezTo>
                    <a:pt x="575803" y="89856"/>
                    <a:pt x="570088" y="101286"/>
                    <a:pt x="557705" y="118431"/>
                  </a:cubicBezTo>
                  <a:cubicBezTo>
                    <a:pt x="579613" y="112716"/>
                    <a:pt x="610093" y="106048"/>
                    <a:pt x="618665" y="113668"/>
                  </a:cubicBezTo>
                  <a:cubicBezTo>
                    <a:pt x="621523" y="116526"/>
                    <a:pt x="622476" y="120336"/>
                    <a:pt x="622476" y="124146"/>
                  </a:cubicBezTo>
                  <a:cubicBezTo>
                    <a:pt x="622476" y="141291"/>
                    <a:pt x="601520" y="174628"/>
                    <a:pt x="590090" y="185106"/>
                  </a:cubicBezTo>
                  <a:cubicBezTo>
                    <a:pt x="587233" y="187963"/>
                    <a:pt x="577708" y="189868"/>
                    <a:pt x="552943" y="196536"/>
                  </a:cubicBezTo>
                  <a:cubicBezTo>
                    <a:pt x="541513" y="199393"/>
                    <a:pt x="530083" y="202251"/>
                    <a:pt x="520558" y="205108"/>
                  </a:cubicBezTo>
                  <a:cubicBezTo>
                    <a:pt x="462455" y="221301"/>
                    <a:pt x="403400" y="228921"/>
                    <a:pt x="345298" y="228921"/>
                  </a:cubicBezTo>
                  <a:close/>
                  <a:moveTo>
                    <a:pt x="59548" y="8893"/>
                  </a:moveTo>
                  <a:cubicBezTo>
                    <a:pt x="47165" y="8893"/>
                    <a:pt x="34783" y="14608"/>
                    <a:pt x="27163" y="24133"/>
                  </a:cubicBezTo>
                  <a:cubicBezTo>
                    <a:pt x="10018" y="43183"/>
                    <a:pt x="7160" y="68901"/>
                    <a:pt x="10018" y="72711"/>
                  </a:cubicBezTo>
                  <a:cubicBezTo>
                    <a:pt x="13828" y="78426"/>
                    <a:pt x="58595" y="101286"/>
                    <a:pt x="98600" y="123193"/>
                  </a:cubicBezTo>
                  <a:cubicBezTo>
                    <a:pt x="147178" y="148911"/>
                    <a:pt x="202423" y="178438"/>
                    <a:pt x="230998" y="198441"/>
                  </a:cubicBezTo>
                  <a:cubicBezTo>
                    <a:pt x="267193" y="224158"/>
                    <a:pt x="406258" y="227016"/>
                    <a:pt x="516748" y="195583"/>
                  </a:cubicBezTo>
                  <a:cubicBezTo>
                    <a:pt x="526273" y="192726"/>
                    <a:pt x="538655" y="189868"/>
                    <a:pt x="550086" y="187011"/>
                  </a:cubicBezTo>
                  <a:cubicBezTo>
                    <a:pt x="561515" y="184153"/>
                    <a:pt x="572945" y="181296"/>
                    <a:pt x="583423" y="177486"/>
                  </a:cubicBezTo>
                  <a:cubicBezTo>
                    <a:pt x="594853" y="167961"/>
                    <a:pt x="611998" y="137481"/>
                    <a:pt x="611998" y="123193"/>
                  </a:cubicBezTo>
                  <a:cubicBezTo>
                    <a:pt x="611998" y="122241"/>
                    <a:pt x="611998" y="120336"/>
                    <a:pt x="611045" y="119383"/>
                  </a:cubicBezTo>
                  <a:cubicBezTo>
                    <a:pt x="607236" y="115573"/>
                    <a:pt x="576755" y="121288"/>
                    <a:pt x="545323" y="130813"/>
                  </a:cubicBezTo>
                  <a:cubicBezTo>
                    <a:pt x="543418" y="131766"/>
                    <a:pt x="541513" y="130813"/>
                    <a:pt x="539608" y="128908"/>
                  </a:cubicBezTo>
                  <a:cubicBezTo>
                    <a:pt x="538655" y="127003"/>
                    <a:pt x="538655" y="125098"/>
                    <a:pt x="539608" y="123193"/>
                  </a:cubicBezTo>
                  <a:cubicBezTo>
                    <a:pt x="548180" y="112716"/>
                    <a:pt x="555801" y="102238"/>
                    <a:pt x="562468" y="89856"/>
                  </a:cubicBezTo>
                  <a:cubicBezTo>
                    <a:pt x="542465" y="99381"/>
                    <a:pt x="524368" y="112716"/>
                    <a:pt x="508175" y="127003"/>
                  </a:cubicBezTo>
                  <a:cubicBezTo>
                    <a:pt x="491983" y="142243"/>
                    <a:pt x="399590" y="134623"/>
                    <a:pt x="300530" y="125098"/>
                  </a:cubicBezTo>
                  <a:cubicBezTo>
                    <a:pt x="288148" y="124146"/>
                    <a:pt x="278623" y="123193"/>
                    <a:pt x="274813" y="123193"/>
                  </a:cubicBezTo>
                  <a:cubicBezTo>
                    <a:pt x="253858" y="122241"/>
                    <a:pt x="103363" y="26038"/>
                    <a:pt x="86218" y="15561"/>
                  </a:cubicBezTo>
                  <a:cubicBezTo>
                    <a:pt x="79550" y="11751"/>
                    <a:pt x="69073" y="8893"/>
                    <a:pt x="59548" y="8893"/>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0" name="Freeform 40"/>
            <p:cNvSpPr/>
            <p:nvPr/>
          </p:nvSpPr>
          <p:spPr>
            <a:xfrm>
              <a:off x="3995232" y="5040181"/>
              <a:ext cx="518159" cy="458681"/>
            </a:xfrm>
            <a:custGeom>
              <a:avLst/>
              <a:gdLst/>
              <a:ahLst/>
              <a:cxnLst/>
              <a:rect l="l" t="t" r="r" b="b"/>
              <a:pathLst>
                <a:path w="518159" h="458681">
                  <a:moveTo>
                    <a:pt x="138113" y="20002"/>
                  </a:moveTo>
                  <a:lnTo>
                    <a:pt x="0" y="360997"/>
                  </a:lnTo>
                  <a:cubicBezTo>
                    <a:pt x="0" y="360997"/>
                    <a:pt x="355283" y="482917"/>
                    <a:pt x="518160" y="454342"/>
                  </a:cubicBezTo>
                  <a:lnTo>
                    <a:pt x="429578" y="0"/>
                  </a:lnTo>
                  <a:lnTo>
                    <a:pt x="138113" y="20002"/>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1" name="Freeform 41"/>
            <p:cNvSpPr/>
            <p:nvPr/>
          </p:nvSpPr>
          <p:spPr>
            <a:xfrm>
              <a:off x="3989756" y="5034466"/>
              <a:ext cx="527446" cy="468872"/>
            </a:xfrm>
            <a:custGeom>
              <a:avLst/>
              <a:gdLst/>
              <a:ahLst/>
              <a:cxnLst/>
              <a:rect l="l" t="t" r="r" b="b"/>
              <a:pathLst>
                <a:path w="527446" h="468872">
                  <a:moveTo>
                    <a:pt x="465534" y="468630"/>
                  </a:moveTo>
                  <a:cubicBezTo>
                    <a:pt x="291227" y="468630"/>
                    <a:pt x="15954" y="375285"/>
                    <a:pt x="3572" y="370523"/>
                  </a:cubicBezTo>
                  <a:cubicBezTo>
                    <a:pt x="2619" y="370523"/>
                    <a:pt x="1667" y="369570"/>
                    <a:pt x="714" y="367665"/>
                  </a:cubicBezTo>
                  <a:cubicBezTo>
                    <a:pt x="-238" y="366712"/>
                    <a:pt x="-238" y="364807"/>
                    <a:pt x="714" y="363855"/>
                  </a:cubicBezTo>
                  <a:lnTo>
                    <a:pt x="138827" y="22860"/>
                  </a:lnTo>
                  <a:cubicBezTo>
                    <a:pt x="139779" y="20955"/>
                    <a:pt x="140732" y="20002"/>
                    <a:pt x="142637" y="20002"/>
                  </a:cubicBezTo>
                  <a:lnTo>
                    <a:pt x="434102" y="0"/>
                  </a:lnTo>
                  <a:cubicBezTo>
                    <a:pt x="436959" y="0"/>
                    <a:pt x="438864" y="1905"/>
                    <a:pt x="438864" y="3810"/>
                  </a:cubicBezTo>
                  <a:lnTo>
                    <a:pt x="527447" y="458153"/>
                  </a:lnTo>
                  <a:cubicBezTo>
                    <a:pt x="527447" y="459105"/>
                    <a:pt x="527447" y="461010"/>
                    <a:pt x="526494" y="461962"/>
                  </a:cubicBezTo>
                  <a:cubicBezTo>
                    <a:pt x="525542" y="462915"/>
                    <a:pt x="524589" y="463868"/>
                    <a:pt x="523637" y="463868"/>
                  </a:cubicBezTo>
                  <a:cubicBezTo>
                    <a:pt x="504587" y="467678"/>
                    <a:pt x="485537" y="469582"/>
                    <a:pt x="465534" y="468630"/>
                  </a:cubicBezTo>
                  <a:close/>
                  <a:moveTo>
                    <a:pt x="11192" y="363855"/>
                  </a:moveTo>
                  <a:cubicBezTo>
                    <a:pt x="54054" y="378143"/>
                    <a:pt x="365522" y="479107"/>
                    <a:pt x="516969" y="456248"/>
                  </a:cubicBezTo>
                  <a:lnTo>
                    <a:pt x="430292" y="11430"/>
                  </a:lnTo>
                  <a:lnTo>
                    <a:pt x="146447" y="30480"/>
                  </a:lnTo>
                  <a:lnTo>
                    <a:pt x="11192" y="363855"/>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2" name="Freeform 42"/>
            <p:cNvSpPr/>
            <p:nvPr/>
          </p:nvSpPr>
          <p:spPr>
            <a:xfrm>
              <a:off x="4242671" y="5786940"/>
              <a:ext cx="201299" cy="103557"/>
            </a:xfrm>
            <a:custGeom>
              <a:avLst/>
              <a:gdLst/>
              <a:ahLst/>
              <a:cxnLst/>
              <a:rect l="l" t="t" r="r" b="b"/>
              <a:pathLst>
                <a:path w="201299" h="103557">
                  <a:moveTo>
                    <a:pt x="18309" y="0"/>
                  </a:moveTo>
                  <a:cubicBezTo>
                    <a:pt x="18309" y="0"/>
                    <a:pt x="-7409" y="68580"/>
                    <a:pt x="2116" y="73343"/>
                  </a:cubicBezTo>
                  <a:cubicBezTo>
                    <a:pt x="11641" y="78105"/>
                    <a:pt x="197379" y="119063"/>
                    <a:pt x="201189" y="97155"/>
                  </a:cubicBezTo>
                  <a:cubicBezTo>
                    <a:pt x="204999" y="74295"/>
                    <a:pt x="109749" y="16193"/>
                    <a:pt x="109749" y="16193"/>
                  </a:cubicBezTo>
                  <a:lnTo>
                    <a:pt x="18309" y="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3" name="Freeform 43"/>
            <p:cNvSpPr/>
            <p:nvPr/>
          </p:nvSpPr>
          <p:spPr>
            <a:xfrm>
              <a:off x="4238550" y="5782877"/>
              <a:ext cx="212116" cy="112648"/>
            </a:xfrm>
            <a:custGeom>
              <a:avLst/>
              <a:gdLst/>
              <a:ahLst/>
              <a:cxnLst/>
              <a:rect l="l" t="t" r="r" b="b"/>
              <a:pathLst>
                <a:path w="212116" h="112648">
                  <a:moveTo>
                    <a:pt x="181497" y="112648"/>
                  </a:moveTo>
                  <a:cubicBezTo>
                    <a:pt x="127205" y="112648"/>
                    <a:pt x="11000" y="85026"/>
                    <a:pt x="4332" y="82168"/>
                  </a:cubicBezTo>
                  <a:cubicBezTo>
                    <a:pt x="1475" y="80263"/>
                    <a:pt x="-9003" y="75501"/>
                    <a:pt x="18620" y="3111"/>
                  </a:cubicBezTo>
                  <a:cubicBezTo>
                    <a:pt x="19572" y="1206"/>
                    <a:pt x="21477" y="-699"/>
                    <a:pt x="24335" y="253"/>
                  </a:cubicBezTo>
                  <a:lnTo>
                    <a:pt x="115775" y="16446"/>
                  </a:lnTo>
                  <a:cubicBezTo>
                    <a:pt x="116727" y="16446"/>
                    <a:pt x="116727" y="16446"/>
                    <a:pt x="117680" y="17398"/>
                  </a:cubicBezTo>
                  <a:cubicBezTo>
                    <a:pt x="140540" y="31686"/>
                    <a:pt x="215787" y="79311"/>
                    <a:pt x="211977" y="103123"/>
                  </a:cubicBezTo>
                  <a:cubicBezTo>
                    <a:pt x="211025" y="105981"/>
                    <a:pt x="209120" y="108838"/>
                    <a:pt x="206262" y="110743"/>
                  </a:cubicBezTo>
                  <a:cubicBezTo>
                    <a:pt x="197690" y="111696"/>
                    <a:pt x="190070" y="112648"/>
                    <a:pt x="181497" y="112648"/>
                  </a:cubicBezTo>
                  <a:close/>
                  <a:moveTo>
                    <a:pt x="10047" y="72643"/>
                  </a:moveTo>
                  <a:cubicBezTo>
                    <a:pt x="41480" y="81216"/>
                    <a:pt x="73865" y="87883"/>
                    <a:pt x="106250" y="93598"/>
                  </a:cubicBezTo>
                  <a:cubicBezTo>
                    <a:pt x="193880" y="108838"/>
                    <a:pt x="201500" y="99313"/>
                    <a:pt x="202452" y="99313"/>
                  </a:cubicBezTo>
                  <a:cubicBezTo>
                    <a:pt x="204357" y="87883"/>
                    <a:pt x="158637" y="51688"/>
                    <a:pt x="113870" y="24066"/>
                  </a:cubicBezTo>
                  <a:lnTo>
                    <a:pt x="27192" y="8826"/>
                  </a:lnTo>
                  <a:cubicBezTo>
                    <a:pt x="15762" y="36448"/>
                    <a:pt x="7190" y="66928"/>
                    <a:pt x="10047" y="72643"/>
                  </a:cubicBezTo>
                  <a:close/>
                  <a:moveTo>
                    <a:pt x="10047" y="73596"/>
                  </a:moveTo>
                  <a:lnTo>
                    <a:pt x="10047" y="73596"/>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4" name="Freeform 44"/>
            <p:cNvSpPr/>
            <p:nvPr/>
          </p:nvSpPr>
          <p:spPr>
            <a:xfrm>
              <a:off x="5858101" y="5364983"/>
              <a:ext cx="152621" cy="212112"/>
            </a:xfrm>
            <a:custGeom>
              <a:avLst/>
              <a:gdLst/>
              <a:ahLst/>
              <a:cxnLst/>
              <a:rect l="l" t="t" r="r" b="b"/>
              <a:pathLst>
                <a:path w="152621" h="212112">
                  <a:moveTo>
                    <a:pt x="40227" y="95250"/>
                  </a:moveTo>
                  <a:cubicBezTo>
                    <a:pt x="42132" y="101917"/>
                    <a:pt x="65944" y="140970"/>
                    <a:pt x="61182" y="148590"/>
                  </a:cubicBezTo>
                  <a:cubicBezTo>
                    <a:pt x="56419" y="156210"/>
                    <a:pt x="-17876" y="203835"/>
                    <a:pt x="4032" y="210502"/>
                  </a:cubicBezTo>
                  <a:cubicBezTo>
                    <a:pt x="25939" y="217170"/>
                    <a:pt x="152621" y="200977"/>
                    <a:pt x="152621" y="200977"/>
                  </a:cubicBezTo>
                  <a:lnTo>
                    <a:pt x="76421" y="0"/>
                  </a:lnTo>
                  <a:lnTo>
                    <a:pt x="40227" y="9525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5" name="Freeform 45"/>
            <p:cNvSpPr/>
            <p:nvPr/>
          </p:nvSpPr>
          <p:spPr>
            <a:xfrm>
              <a:off x="5853401" y="5361173"/>
              <a:ext cx="162798" cy="221932"/>
            </a:xfrm>
            <a:custGeom>
              <a:avLst/>
              <a:gdLst/>
              <a:ahLst/>
              <a:cxnLst/>
              <a:rect l="l" t="t" r="r" b="b"/>
              <a:pathLst>
                <a:path w="162798" h="221932">
                  <a:moveTo>
                    <a:pt x="28734" y="221933"/>
                  </a:moveTo>
                  <a:cubicBezTo>
                    <a:pt x="22066" y="221933"/>
                    <a:pt x="14446" y="221933"/>
                    <a:pt x="7779" y="220028"/>
                  </a:cubicBezTo>
                  <a:cubicBezTo>
                    <a:pt x="3969" y="219075"/>
                    <a:pt x="1111" y="216217"/>
                    <a:pt x="159" y="212408"/>
                  </a:cubicBezTo>
                  <a:cubicBezTo>
                    <a:pt x="-1746" y="201930"/>
                    <a:pt x="13494" y="188595"/>
                    <a:pt x="45879" y="163830"/>
                  </a:cubicBezTo>
                  <a:cubicBezTo>
                    <a:pt x="51594" y="160020"/>
                    <a:pt x="57309" y="155258"/>
                    <a:pt x="62071" y="150495"/>
                  </a:cubicBezTo>
                  <a:cubicBezTo>
                    <a:pt x="63024" y="145733"/>
                    <a:pt x="51594" y="121920"/>
                    <a:pt x="46831" y="113348"/>
                  </a:cubicBezTo>
                  <a:cubicBezTo>
                    <a:pt x="43974" y="107633"/>
                    <a:pt x="42069" y="103823"/>
                    <a:pt x="41116" y="100965"/>
                  </a:cubicBezTo>
                  <a:cubicBezTo>
                    <a:pt x="41116" y="100013"/>
                    <a:pt x="41116" y="99060"/>
                    <a:pt x="41116" y="98108"/>
                  </a:cubicBezTo>
                  <a:lnTo>
                    <a:pt x="76359" y="2858"/>
                  </a:lnTo>
                  <a:cubicBezTo>
                    <a:pt x="77311" y="953"/>
                    <a:pt x="79216" y="0"/>
                    <a:pt x="81121" y="0"/>
                  </a:cubicBezTo>
                  <a:lnTo>
                    <a:pt x="81121" y="0"/>
                  </a:lnTo>
                  <a:cubicBezTo>
                    <a:pt x="83026" y="0"/>
                    <a:pt x="84931" y="953"/>
                    <a:pt x="85884" y="2858"/>
                  </a:cubicBezTo>
                  <a:lnTo>
                    <a:pt x="162084" y="203835"/>
                  </a:lnTo>
                  <a:cubicBezTo>
                    <a:pt x="163036" y="204788"/>
                    <a:pt x="163036" y="206692"/>
                    <a:pt x="162084" y="207645"/>
                  </a:cubicBezTo>
                  <a:cubicBezTo>
                    <a:pt x="161131" y="208598"/>
                    <a:pt x="160179" y="209550"/>
                    <a:pt x="158274" y="209550"/>
                  </a:cubicBezTo>
                  <a:cubicBezTo>
                    <a:pt x="146844" y="211455"/>
                    <a:pt x="69691" y="221933"/>
                    <a:pt x="28734" y="221933"/>
                  </a:cubicBezTo>
                  <a:close/>
                  <a:moveTo>
                    <a:pt x="8731" y="210503"/>
                  </a:moveTo>
                  <a:lnTo>
                    <a:pt x="8731" y="210503"/>
                  </a:lnTo>
                  <a:cubicBezTo>
                    <a:pt x="25876" y="215265"/>
                    <a:pt x="110649" y="205740"/>
                    <a:pt x="149701" y="200978"/>
                  </a:cubicBezTo>
                  <a:lnTo>
                    <a:pt x="80169" y="18098"/>
                  </a:lnTo>
                  <a:lnTo>
                    <a:pt x="49689" y="99060"/>
                  </a:lnTo>
                  <a:cubicBezTo>
                    <a:pt x="50641" y="100965"/>
                    <a:pt x="52546" y="104775"/>
                    <a:pt x="54451" y="108585"/>
                  </a:cubicBezTo>
                  <a:cubicBezTo>
                    <a:pt x="67786" y="135255"/>
                    <a:pt x="73501" y="148590"/>
                    <a:pt x="69691" y="155258"/>
                  </a:cubicBezTo>
                  <a:cubicBezTo>
                    <a:pt x="63976" y="160973"/>
                    <a:pt x="58261" y="166688"/>
                    <a:pt x="50641" y="171450"/>
                  </a:cubicBezTo>
                  <a:cubicBezTo>
                    <a:pt x="40164" y="180023"/>
                    <a:pt x="9684" y="202883"/>
                    <a:pt x="8731" y="210503"/>
                  </a:cubicBezTo>
                  <a:lnTo>
                    <a:pt x="8731" y="210503"/>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6" name="Freeform 46"/>
            <p:cNvSpPr/>
            <p:nvPr/>
          </p:nvSpPr>
          <p:spPr>
            <a:xfrm>
              <a:off x="5393215" y="5422133"/>
              <a:ext cx="185962" cy="165763"/>
            </a:xfrm>
            <a:custGeom>
              <a:avLst/>
              <a:gdLst/>
              <a:ahLst/>
              <a:cxnLst/>
              <a:rect l="l" t="t" r="r" b="b"/>
              <a:pathLst>
                <a:path w="185962" h="165763">
                  <a:moveTo>
                    <a:pt x="148878" y="0"/>
                  </a:moveTo>
                  <a:cubicBezTo>
                    <a:pt x="148878" y="0"/>
                    <a:pt x="192693" y="126682"/>
                    <a:pt x="185073" y="129540"/>
                  </a:cubicBezTo>
                  <a:cubicBezTo>
                    <a:pt x="177453" y="132397"/>
                    <a:pt x="-8285" y="175260"/>
                    <a:pt x="288" y="163830"/>
                  </a:cubicBezTo>
                  <a:cubicBezTo>
                    <a:pt x="8860" y="152400"/>
                    <a:pt x="94585" y="107632"/>
                    <a:pt x="95538" y="112395"/>
                  </a:cubicBezTo>
                  <a:cubicBezTo>
                    <a:pt x="96490" y="117157"/>
                    <a:pt x="84108" y="51435"/>
                    <a:pt x="84108" y="51435"/>
                  </a:cubicBezTo>
                  <a:lnTo>
                    <a:pt x="148878" y="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7" name="Freeform 47"/>
            <p:cNvSpPr/>
            <p:nvPr/>
          </p:nvSpPr>
          <p:spPr>
            <a:xfrm>
              <a:off x="5388264" y="5417371"/>
              <a:ext cx="196946" cy="174307"/>
            </a:xfrm>
            <a:custGeom>
              <a:avLst/>
              <a:gdLst/>
              <a:ahLst/>
              <a:cxnLst/>
              <a:rect l="l" t="t" r="r" b="b"/>
              <a:pathLst>
                <a:path w="196946" h="174307">
                  <a:moveTo>
                    <a:pt x="10954" y="174307"/>
                  </a:moveTo>
                  <a:cubicBezTo>
                    <a:pt x="6191" y="174307"/>
                    <a:pt x="2381" y="173355"/>
                    <a:pt x="1429" y="172402"/>
                  </a:cubicBezTo>
                  <a:cubicBezTo>
                    <a:pt x="-476" y="170497"/>
                    <a:pt x="-476" y="167640"/>
                    <a:pt x="1429" y="165735"/>
                  </a:cubicBezTo>
                  <a:cubicBezTo>
                    <a:pt x="7144" y="157163"/>
                    <a:pt x="72866" y="120015"/>
                    <a:pt x="95726" y="113347"/>
                  </a:cubicBezTo>
                  <a:cubicBezTo>
                    <a:pt x="94774" y="108585"/>
                    <a:pt x="92869" y="100013"/>
                    <a:pt x="90964" y="87630"/>
                  </a:cubicBezTo>
                  <a:lnTo>
                    <a:pt x="85249" y="57150"/>
                  </a:lnTo>
                  <a:cubicBezTo>
                    <a:pt x="85249" y="55245"/>
                    <a:pt x="85249" y="53340"/>
                    <a:pt x="87154" y="52388"/>
                  </a:cubicBezTo>
                  <a:lnTo>
                    <a:pt x="151924" y="952"/>
                  </a:lnTo>
                  <a:cubicBezTo>
                    <a:pt x="152876" y="0"/>
                    <a:pt x="154781" y="0"/>
                    <a:pt x="156686" y="0"/>
                  </a:cubicBezTo>
                  <a:cubicBezTo>
                    <a:pt x="158591" y="0"/>
                    <a:pt x="159544" y="1905"/>
                    <a:pt x="159544" y="2857"/>
                  </a:cubicBezTo>
                  <a:cubicBezTo>
                    <a:pt x="205264" y="133350"/>
                    <a:pt x="198596" y="136207"/>
                    <a:pt x="192881" y="138113"/>
                  </a:cubicBezTo>
                  <a:cubicBezTo>
                    <a:pt x="190024" y="138113"/>
                    <a:pt x="50006" y="174307"/>
                    <a:pt x="10954" y="174307"/>
                  </a:cubicBezTo>
                  <a:close/>
                  <a:moveTo>
                    <a:pt x="98584" y="120967"/>
                  </a:moveTo>
                  <a:cubicBezTo>
                    <a:pt x="70009" y="133350"/>
                    <a:pt x="42386" y="147638"/>
                    <a:pt x="16669" y="163830"/>
                  </a:cubicBezTo>
                  <a:cubicBezTo>
                    <a:pt x="51911" y="160020"/>
                    <a:pt x="167164" y="134302"/>
                    <a:pt x="186214" y="128588"/>
                  </a:cubicBezTo>
                  <a:cubicBezTo>
                    <a:pt x="185261" y="116205"/>
                    <a:pt x="169069" y="61913"/>
                    <a:pt x="150971" y="11430"/>
                  </a:cubicBezTo>
                  <a:lnTo>
                    <a:pt x="93821" y="56197"/>
                  </a:lnTo>
                  <a:cubicBezTo>
                    <a:pt x="95726" y="67627"/>
                    <a:pt x="104299" y="109538"/>
                    <a:pt x="105251" y="114300"/>
                  </a:cubicBezTo>
                  <a:lnTo>
                    <a:pt x="105251" y="114300"/>
                  </a:lnTo>
                  <a:lnTo>
                    <a:pt x="105251" y="114300"/>
                  </a:lnTo>
                  <a:cubicBezTo>
                    <a:pt x="105251" y="117157"/>
                    <a:pt x="104299" y="119063"/>
                    <a:pt x="101441" y="120015"/>
                  </a:cubicBezTo>
                  <a:cubicBezTo>
                    <a:pt x="100489" y="121920"/>
                    <a:pt x="99536" y="121920"/>
                    <a:pt x="98584" y="120967"/>
                  </a:cubicBezTo>
                  <a:lnTo>
                    <a:pt x="98584" y="120967"/>
                  </a:lnTo>
                  <a:close/>
                  <a:moveTo>
                    <a:pt x="96679" y="118110"/>
                  </a:moveTo>
                  <a:lnTo>
                    <a:pt x="96679" y="118110"/>
                  </a:lnTo>
                  <a:cubicBezTo>
                    <a:pt x="96679" y="119063"/>
                    <a:pt x="96679" y="120015"/>
                    <a:pt x="97631" y="120967"/>
                  </a:cubicBezTo>
                  <a:cubicBezTo>
                    <a:pt x="96679" y="119063"/>
                    <a:pt x="96679" y="118110"/>
                    <a:pt x="96679" y="118110"/>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8" name="Freeform 48"/>
            <p:cNvSpPr/>
            <p:nvPr/>
          </p:nvSpPr>
          <p:spPr>
            <a:xfrm>
              <a:off x="5341091" y="4617270"/>
              <a:ext cx="644866" cy="855344"/>
            </a:xfrm>
            <a:custGeom>
              <a:avLst/>
              <a:gdLst/>
              <a:ahLst/>
              <a:cxnLst/>
              <a:rect l="l" t="t" r="r" b="b"/>
              <a:pathLst>
                <a:path w="644866" h="855344">
                  <a:moveTo>
                    <a:pt x="131469" y="60008"/>
                  </a:moveTo>
                  <a:cubicBezTo>
                    <a:pt x="131469" y="60008"/>
                    <a:pt x="1929" y="327660"/>
                    <a:pt x="24" y="413385"/>
                  </a:cubicBezTo>
                  <a:cubicBezTo>
                    <a:pt x="-1881" y="499110"/>
                    <a:pt x="109562" y="855345"/>
                    <a:pt x="109562" y="855345"/>
                  </a:cubicBezTo>
                  <a:lnTo>
                    <a:pt x="222909" y="836295"/>
                  </a:lnTo>
                  <a:cubicBezTo>
                    <a:pt x="222909" y="836295"/>
                    <a:pt x="138137" y="479108"/>
                    <a:pt x="151472" y="441960"/>
                  </a:cubicBezTo>
                  <a:cubicBezTo>
                    <a:pt x="164807" y="404813"/>
                    <a:pt x="261962" y="164783"/>
                    <a:pt x="261962" y="164783"/>
                  </a:cubicBezTo>
                  <a:cubicBezTo>
                    <a:pt x="261962" y="164783"/>
                    <a:pt x="301014" y="370523"/>
                    <a:pt x="327684" y="446723"/>
                  </a:cubicBezTo>
                  <a:cubicBezTo>
                    <a:pt x="354354" y="522923"/>
                    <a:pt x="526757" y="847725"/>
                    <a:pt x="526757" y="847725"/>
                  </a:cubicBezTo>
                  <a:lnTo>
                    <a:pt x="644867" y="824865"/>
                  </a:lnTo>
                  <a:cubicBezTo>
                    <a:pt x="644867" y="824865"/>
                    <a:pt x="487704" y="461010"/>
                    <a:pt x="481989" y="398145"/>
                  </a:cubicBezTo>
                  <a:cubicBezTo>
                    <a:pt x="476274" y="335280"/>
                    <a:pt x="445794" y="0"/>
                    <a:pt x="445794" y="0"/>
                  </a:cubicBezTo>
                  <a:lnTo>
                    <a:pt x="131469" y="60008"/>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9" name="Freeform 49"/>
            <p:cNvSpPr/>
            <p:nvPr/>
          </p:nvSpPr>
          <p:spPr>
            <a:xfrm>
              <a:off x="5336327" y="4611556"/>
              <a:ext cx="653202" cy="865822"/>
            </a:xfrm>
            <a:custGeom>
              <a:avLst/>
              <a:gdLst/>
              <a:ahLst/>
              <a:cxnLst/>
              <a:rect l="l" t="t" r="r" b="b"/>
              <a:pathLst>
                <a:path w="653202" h="865822">
                  <a:moveTo>
                    <a:pt x="114325" y="865822"/>
                  </a:moveTo>
                  <a:cubicBezTo>
                    <a:pt x="112420" y="865822"/>
                    <a:pt x="110515" y="864870"/>
                    <a:pt x="109563" y="862013"/>
                  </a:cubicBezTo>
                  <a:cubicBezTo>
                    <a:pt x="104800" y="847725"/>
                    <a:pt x="-1880" y="502920"/>
                    <a:pt x="25" y="418148"/>
                  </a:cubicBezTo>
                  <a:cubicBezTo>
                    <a:pt x="1930" y="333375"/>
                    <a:pt x="126708" y="74295"/>
                    <a:pt x="131470" y="62865"/>
                  </a:cubicBezTo>
                  <a:cubicBezTo>
                    <a:pt x="132423" y="61913"/>
                    <a:pt x="133375" y="60960"/>
                    <a:pt x="135280" y="60008"/>
                  </a:cubicBezTo>
                  <a:lnTo>
                    <a:pt x="448653" y="0"/>
                  </a:lnTo>
                  <a:cubicBezTo>
                    <a:pt x="449605" y="0"/>
                    <a:pt x="451510" y="0"/>
                    <a:pt x="452463" y="952"/>
                  </a:cubicBezTo>
                  <a:cubicBezTo>
                    <a:pt x="453415" y="1905"/>
                    <a:pt x="454368" y="2858"/>
                    <a:pt x="454368" y="4763"/>
                  </a:cubicBezTo>
                  <a:cubicBezTo>
                    <a:pt x="454368" y="4763"/>
                    <a:pt x="484848" y="340042"/>
                    <a:pt x="490563" y="402908"/>
                  </a:cubicBezTo>
                  <a:cubicBezTo>
                    <a:pt x="496278" y="463867"/>
                    <a:pt x="651535" y="823913"/>
                    <a:pt x="652488" y="827722"/>
                  </a:cubicBezTo>
                  <a:cubicBezTo>
                    <a:pt x="653440" y="828675"/>
                    <a:pt x="653440" y="830580"/>
                    <a:pt x="652488" y="831533"/>
                  </a:cubicBezTo>
                  <a:cubicBezTo>
                    <a:pt x="651535" y="832485"/>
                    <a:pt x="650583" y="833438"/>
                    <a:pt x="648678" y="834390"/>
                  </a:cubicBezTo>
                  <a:lnTo>
                    <a:pt x="530568" y="857250"/>
                  </a:lnTo>
                  <a:cubicBezTo>
                    <a:pt x="528663" y="857250"/>
                    <a:pt x="526758" y="856297"/>
                    <a:pt x="525805" y="854393"/>
                  </a:cubicBezTo>
                  <a:cubicBezTo>
                    <a:pt x="519138" y="841058"/>
                    <a:pt x="353403" y="528638"/>
                    <a:pt x="326733" y="452438"/>
                  </a:cubicBezTo>
                  <a:cubicBezTo>
                    <a:pt x="303873" y="389573"/>
                    <a:pt x="273393" y="236220"/>
                    <a:pt x="263868" y="186690"/>
                  </a:cubicBezTo>
                  <a:cubicBezTo>
                    <a:pt x="241960" y="240030"/>
                    <a:pt x="170523" y="417195"/>
                    <a:pt x="160045" y="448628"/>
                  </a:cubicBezTo>
                  <a:cubicBezTo>
                    <a:pt x="150520" y="478155"/>
                    <a:pt x="208623" y="741045"/>
                    <a:pt x="231483" y="840105"/>
                  </a:cubicBezTo>
                  <a:cubicBezTo>
                    <a:pt x="231483" y="841058"/>
                    <a:pt x="231483" y="842963"/>
                    <a:pt x="230530" y="843915"/>
                  </a:cubicBezTo>
                  <a:cubicBezTo>
                    <a:pt x="229578" y="844868"/>
                    <a:pt x="228625" y="845820"/>
                    <a:pt x="227673" y="845820"/>
                  </a:cubicBezTo>
                  <a:lnTo>
                    <a:pt x="114325" y="864870"/>
                  </a:lnTo>
                  <a:lnTo>
                    <a:pt x="114325" y="865822"/>
                  </a:lnTo>
                  <a:close/>
                  <a:moveTo>
                    <a:pt x="139090" y="70485"/>
                  </a:moveTo>
                  <a:cubicBezTo>
                    <a:pt x="126708" y="96202"/>
                    <a:pt x="10503" y="340042"/>
                    <a:pt x="9550" y="419100"/>
                  </a:cubicBezTo>
                  <a:cubicBezTo>
                    <a:pt x="7645" y="498158"/>
                    <a:pt x="104800" y="816293"/>
                    <a:pt x="117183" y="855345"/>
                  </a:cubicBezTo>
                  <a:lnTo>
                    <a:pt x="221005" y="838200"/>
                  </a:lnTo>
                  <a:cubicBezTo>
                    <a:pt x="208623" y="783908"/>
                    <a:pt x="138138" y="482917"/>
                    <a:pt x="150520" y="446723"/>
                  </a:cubicBezTo>
                  <a:cubicBezTo>
                    <a:pt x="162903" y="410528"/>
                    <a:pt x="257200" y="179070"/>
                    <a:pt x="261010" y="169545"/>
                  </a:cubicBezTo>
                  <a:cubicBezTo>
                    <a:pt x="261963" y="167640"/>
                    <a:pt x="263868" y="166688"/>
                    <a:pt x="265773" y="166688"/>
                  </a:cubicBezTo>
                  <a:cubicBezTo>
                    <a:pt x="267678" y="166688"/>
                    <a:pt x="269583" y="168592"/>
                    <a:pt x="269583" y="170498"/>
                  </a:cubicBezTo>
                  <a:cubicBezTo>
                    <a:pt x="269583" y="172402"/>
                    <a:pt x="308635" y="377190"/>
                    <a:pt x="335305" y="451485"/>
                  </a:cubicBezTo>
                  <a:cubicBezTo>
                    <a:pt x="361023" y="521970"/>
                    <a:pt x="514375" y="814388"/>
                    <a:pt x="532473" y="848678"/>
                  </a:cubicBezTo>
                  <a:lnTo>
                    <a:pt x="641058" y="827722"/>
                  </a:lnTo>
                  <a:cubicBezTo>
                    <a:pt x="621055" y="780097"/>
                    <a:pt x="485800" y="464820"/>
                    <a:pt x="480085" y="405765"/>
                  </a:cubicBezTo>
                  <a:cubicBezTo>
                    <a:pt x="474370" y="346710"/>
                    <a:pt x="447700" y="56198"/>
                    <a:pt x="443890" y="13335"/>
                  </a:cubicBezTo>
                  <a:lnTo>
                    <a:pt x="139090" y="70485"/>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50" name="Freeform 50"/>
            <p:cNvSpPr/>
            <p:nvPr/>
          </p:nvSpPr>
          <p:spPr>
            <a:xfrm>
              <a:off x="5305872" y="4224841"/>
              <a:ext cx="170497" cy="234314"/>
            </a:xfrm>
            <a:custGeom>
              <a:avLst/>
              <a:gdLst/>
              <a:ahLst/>
              <a:cxnLst/>
              <a:rect l="l" t="t" r="r" b="b"/>
              <a:pathLst>
                <a:path w="170497" h="234314">
                  <a:moveTo>
                    <a:pt x="151448" y="0"/>
                  </a:moveTo>
                  <a:lnTo>
                    <a:pt x="0" y="79057"/>
                  </a:lnTo>
                  <a:lnTo>
                    <a:pt x="28575" y="234315"/>
                  </a:lnTo>
                  <a:lnTo>
                    <a:pt x="170498" y="200025"/>
                  </a:ln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51" name="Freeform 51"/>
            <p:cNvSpPr/>
            <p:nvPr/>
          </p:nvSpPr>
          <p:spPr>
            <a:xfrm>
              <a:off x="5431564" y="4194994"/>
              <a:ext cx="380085" cy="527051"/>
            </a:xfrm>
            <a:custGeom>
              <a:avLst/>
              <a:gdLst/>
              <a:ahLst/>
              <a:cxnLst/>
              <a:rect l="l" t="t" r="r" b="b"/>
              <a:pathLst>
                <a:path w="380085" h="527051">
                  <a:moveTo>
                    <a:pt x="25756" y="29847"/>
                  </a:moveTo>
                  <a:cubicBezTo>
                    <a:pt x="34328" y="17464"/>
                    <a:pt x="221018" y="-25398"/>
                    <a:pt x="277216" y="21274"/>
                  </a:cubicBezTo>
                  <a:cubicBezTo>
                    <a:pt x="333413" y="67947"/>
                    <a:pt x="371513" y="398464"/>
                    <a:pt x="380086" y="499429"/>
                  </a:cubicBezTo>
                  <a:lnTo>
                    <a:pt x="13373" y="527052"/>
                  </a:lnTo>
                  <a:cubicBezTo>
                    <a:pt x="13373" y="527052"/>
                    <a:pt x="-23774" y="98427"/>
                    <a:pt x="25756" y="29847"/>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52" name="Freeform 52"/>
            <p:cNvSpPr/>
            <p:nvPr/>
          </p:nvSpPr>
          <p:spPr>
            <a:xfrm>
              <a:off x="5424704" y="4312470"/>
              <a:ext cx="22138" cy="378142"/>
            </a:xfrm>
            <a:custGeom>
              <a:avLst/>
              <a:gdLst/>
              <a:ahLst/>
              <a:cxnLst/>
              <a:rect l="l" t="t" r="r" b="b"/>
              <a:pathLst>
                <a:path w="22138" h="378142">
                  <a:moveTo>
                    <a:pt x="17376" y="378143"/>
                  </a:moveTo>
                  <a:cubicBezTo>
                    <a:pt x="14518" y="378143"/>
                    <a:pt x="12613" y="376238"/>
                    <a:pt x="12613" y="373380"/>
                  </a:cubicBezTo>
                  <a:cubicBezTo>
                    <a:pt x="11661" y="360998"/>
                    <a:pt x="-10246" y="74295"/>
                    <a:pt x="5946" y="3810"/>
                  </a:cubicBezTo>
                  <a:cubicBezTo>
                    <a:pt x="6899" y="953"/>
                    <a:pt x="8804" y="0"/>
                    <a:pt x="11661" y="0"/>
                  </a:cubicBezTo>
                  <a:cubicBezTo>
                    <a:pt x="14518" y="953"/>
                    <a:pt x="15471" y="2858"/>
                    <a:pt x="15471" y="5715"/>
                  </a:cubicBezTo>
                  <a:cubicBezTo>
                    <a:pt x="15471" y="5715"/>
                    <a:pt x="15471" y="5715"/>
                    <a:pt x="15471" y="5715"/>
                  </a:cubicBezTo>
                  <a:cubicBezTo>
                    <a:pt x="-721" y="75248"/>
                    <a:pt x="22138" y="369570"/>
                    <a:pt x="22138" y="372428"/>
                  </a:cubicBezTo>
                  <a:cubicBezTo>
                    <a:pt x="22138" y="376238"/>
                    <a:pt x="20234" y="378143"/>
                    <a:pt x="17376" y="378143"/>
                  </a:cubicBezTo>
                  <a:cubicBezTo>
                    <a:pt x="18329" y="378143"/>
                    <a:pt x="18329" y="378143"/>
                    <a:pt x="17376" y="378143"/>
                  </a:cubicBezTo>
                  <a:lnTo>
                    <a:pt x="17376" y="378143"/>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53" name="Freeform 53"/>
            <p:cNvSpPr/>
            <p:nvPr/>
          </p:nvSpPr>
          <p:spPr>
            <a:xfrm>
              <a:off x="5351981" y="3883800"/>
              <a:ext cx="286552" cy="276920"/>
            </a:xfrm>
            <a:custGeom>
              <a:avLst/>
              <a:gdLst/>
              <a:ahLst/>
              <a:cxnLst/>
              <a:rect l="l" t="t" r="r" b="b"/>
              <a:pathLst>
                <a:path w="286552" h="276920">
                  <a:moveTo>
                    <a:pt x="212019" y="270555"/>
                  </a:moveTo>
                  <a:cubicBezTo>
                    <a:pt x="232022" y="266745"/>
                    <a:pt x="251072" y="256268"/>
                    <a:pt x="266312" y="242933"/>
                  </a:cubicBezTo>
                  <a:cubicBezTo>
                    <a:pt x="273932" y="237218"/>
                    <a:pt x="278694" y="228645"/>
                    <a:pt x="280599" y="219120"/>
                  </a:cubicBezTo>
                  <a:cubicBezTo>
                    <a:pt x="282504" y="209595"/>
                    <a:pt x="278694" y="200070"/>
                    <a:pt x="270122" y="195308"/>
                  </a:cubicBezTo>
                  <a:cubicBezTo>
                    <a:pt x="279647" y="190545"/>
                    <a:pt x="285362" y="181020"/>
                    <a:pt x="286314" y="170543"/>
                  </a:cubicBezTo>
                  <a:cubicBezTo>
                    <a:pt x="287267" y="160065"/>
                    <a:pt x="285362" y="149588"/>
                    <a:pt x="280599" y="141015"/>
                  </a:cubicBezTo>
                  <a:cubicBezTo>
                    <a:pt x="275837" y="127680"/>
                    <a:pt x="265359" y="118155"/>
                    <a:pt x="252024" y="115298"/>
                  </a:cubicBezTo>
                  <a:cubicBezTo>
                    <a:pt x="257739" y="105773"/>
                    <a:pt x="263454" y="93390"/>
                    <a:pt x="259644" y="82913"/>
                  </a:cubicBezTo>
                  <a:cubicBezTo>
                    <a:pt x="257739" y="78150"/>
                    <a:pt x="253929" y="73388"/>
                    <a:pt x="249167" y="69578"/>
                  </a:cubicBezTo>
                  <a:cubicBezTo>
                    <a:pt x="240594" y="61958"/>
                    <a:pt x="232022" y="55290"/>
                    <a:pt x="222497" y="49575"/>
                  </a:cubicBezTo>
                  <a:cubicBezTo>
                    <a:pt x="217734" y="46718"/>
                    <a:pt x="211067" y="43860"/>
                    <a:pt x="205352" y="46718"/>
                  </a:cubicBezTo>
                  <a:cubicBezTo>
                    <a:pt x="200589" y="24810"/>
                    <a:pt x="184397" y="7665"/>
                    <a:pt x="163442" y="1950"/>
                  </a:cubicBezTo>
                  <a:cubicBezTo>
                    <a:pt x="152964" y="-907"/>
                    <a:pt x="141534" y="-907"/>
                    <a:pt x="132009" y="3855"/>
                  </a:cubicBezTo>
                  <a:cubicBezTo>
                    <a:pt x="122484" y="9570"/>
                    <a:pt x="112959" y="16238"/>
                    <a:pt x="104387" y="23858"/>
                  </a:cubicBezTo>
                  <a:cubicBezTo>
                    <a:pt x="87242" y="18143"/>
                    <a:pt x="67239" y="21000"/>
                    <a:pt x="51999" y="31478"/>
                  </a:cubicBezTo>
                  <a:cubicBezTo>
                    <a:pt x="41522" y="41003"/>
                    <a:pt x="36759" y="56243"/>
                    <a:pt x="39617" y="70530"/>
                  </a:cubicBezTo>
                  <a:cubicBezTo>
                    <a:pt x="28187" y="76245"/>
                    <a:pt x="17709" y="83865"/>
                    <a:pt x="10089" y="93390"/>
                  </a:cubicBezTo>
                  <a:cubicBezTo>
                    <a:pt x="1517" y="102915"/>
                    <a:pt x="-1341" y="116250"/>
                    <a:pt x="564" y="129585"/>
                  </a:cubicBezTo>
                  <a:cubicBezTo>
                    <a:pt x="3422" y="141968"/>
                    <a:pt x="14852" y="151493"/>
                    <a:pt x="28187" y="151493"/>
                  </a:cubicBezTo>
                  <a:cubicBezTo>
                    <a:pt x="16757" y="161970"/>
                    <a:pt x="14852" y="179115"/>
                    <a:pt x="23424" y="191498"/>
                  </a:cubicBezTo>
                  <a:cubicBezTo>
                    <a:pt x="32949" y="203880"/>
                    <a:pt x="48189" y="208643"/>
                    <a:pt x="63429" y="204833"/>
                  </a:cubicBezTo>
                  <a:cubicBezTo>
                    <a:pt x="65334" y="203880"/>
                    <a:pt x="67239" y="203880"/>
                    <a:pt x="69144" y="203880"/>
                  </a:cubicBezTo>
                  <a:cubicBezTo>
                    <a:pt x="72002" y="204833"/>
                    <a:pt x="73907" y="205785"/>
                    <a:pt x="75812" y="208643"/>
                  </a:cubicBezTo>
                  <a:cubicBezTo>
                    <a:pt x="81527" y="214358"/>
                    <a:pt x="90099" y="213405"/>
                    <a:pt x="96767" y="217215"/>
                  </a:cubicBezTo>
                  <a:cubicBezTo>
                    <a:pt x="106292" y="223883"/>
                    <a:pt x="113912" y="230550"/>
                    <a:pt x="122484" y="238170"/>
                  </a:cubicBezTo>
                  <a:cubicBezTo>
                    <a:pt x="131057" y="244838"/>
                    <a:pt x="139629" y="250553"/>
                    <a:pt x="148202" y="256268"/>
                  </a:cubicBezTo>
                  <a:cubicBezTo>
                    <a:pt x="157727" y="263888"/>
                    <a:pt x="167252" y="270555"/>
                    <a:pt x="177729" y="275318"/>
                  </a:cubicBezTo>
                  <a:cubicBezTo>
                    <a:pt x="187254" y="279128"/>
                    <a:pt x="193922" y="275318"/>
                    <a:pt x="203447" y="272460"/>
                  </a:cubicBezTo>
                  <a:lnTo>
                    <a:pt x="212019" y="270555"/>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54" name="Freeform 54"/>
            <p:cNvSpPr/>
            <p:nvPr/>
          </p:nvSpPr>
          <p:spPr>
            <a:xfrm>
              <a:off x="5348749" y="3879038"/>
              <a:ext cx="295498" cy="286747"/>
            </a:xfrm>
            <a:custGeom>
              <a:avLst/>
              <a:gdLst/>
              <a:ahLst/>
              <a:cxnLst/>
              <a:rect l="l" t="t" r="r" b="b"/>
              <a:pathLst>
                <a:path w="295498" h="286747">
                  <a:moveTo>
                    <a:pt x="190486" y="286748"/>
                  </a:moveTo>
                  <a:cubicBezTo>
                    <a:pt x="187628" y="286748"/>
                    <a:pt x="183818" y="285795"/>
                    <a:pt x="180961" y="284843"/>
                  </a:cubicBezTo>
                  <a:cubicBezTo>
                    <a:pt x="173341" y="281033"/>
                    <a:pt x="165721" y="277223"/>
                    <a:pt x="160006" y="271508"/>
                  </a:cubicBezTo>
                  <a:cubicBezTo>
                    <a:pt x="157148" y="268650"/>
                    <a:pt x="153338" y="266745"/>
                    <a:pt x="150481" y="264840"/>
                  </a:cubicBezTo>
                  <a:cubicBezTo>
                    <a:pt x="140956" y="259125"/>
                    <a:pt x="132383" y="252458"/>
                    <a:pt x="123811" y="245790"/>
                  </a:cubicBezTo>
                  <a:cubicBezTo>
                    <a:pt x="120953" y="243885"/>
                    <a:pt x="118096" y="241028"/>
                    <a:pt x="115238" y="238170"/>
                  </a:cubicBezTo>
                  <a:cubicBezTo>
                    <a:pt x="110476" y="233408"/>
                    <a:pt x="104761" y="228645"/>
                    <a:pt x="99046" y="224835"/>
                  </a:cubicBezTo>
                  <a:cubicBezTo>
                    <a:pt x="96188" y="223883"/>
                    <a:pt x="94283" y="222930"/>
                    <a:pt x="91426" y="221978"/>
                  </a:cubicBezTo>
                  <a:cubicBezTo>
                    <a:pt x="86663" y="221025"/>
                    <a:pt x="81901" y="219120"/>
                    <a:pt x="77138" y="216263"/>
                  </a:cubicBezTo>
                  <a:lnTo>
                    <a:pt x="76186" y="215310"/>
                  </a:lnTo>
                  <a:cubicBezTo>
                    <a:pt x="75233" y="214358"/>
                    <a:pt x="74281" y="213405"/>
                    <a:pt x="73328" y="213405"/>
                  </a:cubicBezTo>
                  <a:cubicBezTo>
                    <a:pt x="72376" y="213405"/>
                    <a:pt x="71423" y="213405"/>
                    <a:pt x="70471" y="214358"/>
                  </a:cubicBezTo>
                  <a:cubicBezTo>
                    <a:pt x="53326" y="219120"/>
                    <a:pt x="35228" y="213405"/>
                    <a:pt x="24751" y="200070"/>
                  </a:cubicBezTo>
                  <a:cubicBezTo>
                    <a:pt x="16178" y="188640"/>
                    <a:pt x="16178" y="172448"/>
                    <a:pt x="23798" y="160065"/>
                  </a:cubicBezTo>
                  <a:cubicBezTo>
                    <a:pt x="12368" y="156255"/>
                    <a:pt x="3796" y="146730"/>
                    <a:pt x="938" y="135300"/>
                  </a:cubicBezTo>
                  <a:cubicBezTo>
                    <a:pt x="-1919" y="121013"/>
                    <a:pt x="1891" y="106725"/>
                    <a:pt x="10463" y="95295"/>
                  </a:cubicBezTo>
                  <a:cubicBezTo>
                    <a:pt x="18083" y="85770"/>
                    <a:pt x="28561" y="78150"/>
                    <a:pt x="39038" y="72435"/>
                  </a:cubicBezTo>
                  <a:cubicBezTo>
                    <a:pt x="37133" y="57195"/>
                    <a:pt x="41896" y="42908"/>
                    <a:pt x="53326" y="32430"/>
                  </a:cubicBezTo>
                  <a:cubicBezTo>
                    <a:pt x="68566" y="21000"/>
                    <a:pt x="88568" y="17190"/>
                    <a:pt x="107618" y="22905"/>
                  </a:cubicBezTo>
                  <a:cubicBezTo>
                    <a:pt x="116191" y="15285"/>
                    <a:pt x="124763" y="9570"/>
                    <a:pt x="134288" y="3855"/>
                  </a:cubicBezTo>
                  <a:cubicBezTo>
                    <a:pt x="145718" y="-907"/>
                    <a:pt x="157148" y="-907"/>
                    <a:pt x="168578" y="1950"/>
                  </a:cubicBezTo>
                  <a:cubicBezTo>
                    <a:pt x="189533" y="7665"/>
                    <a:pt x="206678" y="23858"/>
                    <a:pt x="213346" y="44813"/>
                  </a:cubicBezTo>
                  <a:cubicBezTo>
                    <a:pt x="219061" y="44813"/>
                    <a:pt x="224776" y="46718"/>
                    <a:pt x="229538" y="49575"/>
                  </a:cubicBezTo>
                  <a:cubicBezTo>
                    <a:pt x="239063" y="55290"/>
                    <a:pt x="248588" y="62910"/>
                    <a:pt x="257161" y="70530"/>
                  </a:cubicBezTo>
                  <a:cubicBezTo>
                    <a:pt x="261923" y="74340"/>
                    <a:pt x="266686" y="80055"/>
                    <a:pt x="268591" y="85770"/>
                  </a:cubicBezTo>
                  <a:cubicBezTo>
                    <a:pt x="271448" y="96248"/>
                    <a:pt x="269543" y="107678"/>
                    <a:pt x="263828" y="116250"/>
                  </a:cubicBezTo>
                  <a:cubicBezTo>
                    <a:pt x="275258" y="121013"/>
                    <a:pt x="284783" y="131490"/>
                    <a:pt x="289546" y="142920"/>
                  </a:cubicBezTo>
                  <a:cubicBezTo>
                    <a:pt x="294308" y="153398"/>
                    <a:pt x="296213" y="163875"/>
                    <a:pt x="295261" y="175305"/>
                  </a:cubicBezTo>
                  <a:cubicBezTo>
                    <a:pt x="294308" y="184830"/>
                    <a:pt x="289546" y="193403"/>
                    <a:pt x="282878" y="199118"/>
                  </a:cubicBezTo>
                  <a:cubicBezTo>
                    <a:pt x="288593" y="205785"/>
                    <a:pt x="291451" y="214358"/>
                    <a:pt x="289546" y="223883"/>
                  </a:cubicBezTo>
                  <a:cubicBezTo>
                    <a:pt x="286688" y="234360"/>
                    <a:pt x="281926" y="242933"/>
                    <a:pt x="273353" y="249600"/>
                  </a:cubicBezTo>
                  <a:cubicBezTo>
                    <a:pt x="257161" y="263888"/>
                    <a:pt x="238111" y="274365"/>
                    <a:pt x="216203" y="278175"/>
                  </a:cubicBezTo>
                  <a:lnTo>
                    <a:pt x="216203" y="278175"/>
                  </a:lnTo>
                  <a:lnTo>
                    <a:pt x="208583" y="280080"/>
                  </a:lnTo>
                  <a:cubicBezTo>
                    <a:pt x="206678" y="280080"/>
                    <a:pt x="204773" y="281033"/>
                    <a:pt x="202868" y="281985"/>
                  </a:cubicBezTo>
                  <a:cubicBezTo>
                    <a:pt x="199058" y="284843"/>
                    <a:pt x="195248" y="285795"/>
                    <a:pt x="190486" y="286748"/>
                  </a:cubicBezTo>
                  <a:close/>
                  <a:moveTo>
                    <a:pt x="72376" y="202928"/>
                  </a:moveTo>
                  <a:lnTo>
                    <a:pt x="74281" y="202928"/>
                  </a:lnTo>
                  <a:cubicBezTo>
                    <a:pt x="77138" y="203880"/>
                    <a:pt x="79996" y="204833"/>
                    <a:pt x="81901" y="207690"/>
                  </a:cubicBezTo>
                  <a:lnTo>
                    <a:pt x="82853" y="208643"/>
                  </a:lnTo>
                  <a:cubicBezTo>
                    <a:pt x="85711" y="210548"/>
                    <a:pt x="88568" y="212453"/>
                    <a:pt x="92378" y="212453"/>
                  </a:cubicBezTo>
                  <a:cubicBezTo>
                    <a:pt x="96188" y="213405"/>
                    <a:pt x="99046" y="214358"/>
                    <a:pt x="102856" y="216263"/>
                  </a:cubicBezTo>
                  <a:cubicBezTo>
                    <a:pt x="109523" y="220073"/>
                    <a:pt x="116191" y="224835"/>
                    <a:pt x="120953" y="230550"/>
                  </a:cubicBezTo>
                  <a:cubicBezTo>
                    <a:pt x="123811" y="233408"/>
                    <a:pt x="125716" y="235313"/>
                    <a:pt x="128573" y="237218"/>
                  </a:cubicBezTo>
                  <a:cubicBezTo>
                    <a:pt x="137146" y="243885"/>
                    <a:pt x="145718" y="249600"/>
                    <a:pt x="154291" y="255315"/>
                  </a:cubicBezTo>
                  <a:cubicBezTo>
                    <a:pt x="158101" y="257220"/>
                    <a:pt x="160958" y="260078"/>
                    <a:pt x="164768" y="262935"/>
                  </a:cubicBezTo>
                  <a:cubicBezTo>
                    <a:pt x="170483" y="267698"/>
                    <a:pt x="177151" y="271508"/>
                    <a:pt x="183818" y="274365"/>
                  </a:cubicBezTo>
                  <a:cubicBezTo>
                    <a:pt x="188581" y="276270"/>
                    <a:pt x="194296" y="276270"/>
                    <a:pt x="200011" y="273413"/>
                  </a:cubicBezTo>
                  <a:cubicBezTo>
                    <a:pt x="201916" y="272460"/>
                    <a:pt x="204773" y="272460"/>
                    <a:pt x="206678" y="271508"/>
                  </a:cubicBezTo>
                  <a:lnTo>
                    <a:pt x="214298" y="269603"/>
                  </a:lnTo>
                  <a:lnTo>
                    <a:pt x="214298" y="269603"/>
                  </a:lnTo>
                  <a:cubicBezTo>
                    <a:pt x="234301" y="265793"/>
                    <a:pt x="252398" y="256268"/>
                    <a:pt x="266686" y="242933"/>
                  </a:cubicBezTo>
                  <a:cubicBezTo>
                    <a:pt x="273353" y="237218"/>
                    <a:pt x="278116" y="230550"/>
                    <a:pt x="280021" y="221978"/>
                  </a:cubicBezTo>
                  <a:cubicBezTo>
                    <a:pt x="281926" y="214358"/>
                    <a:pt x="278116" y="207690"/>
                    <a:pt x="272401" y="203880"/>
                  </a:cubicBezTo>
                  <a:cubicBezTo>
                    <a:pt x="270496" y="202928"/>
                    <a:pt x="269543" y="201023"/>
                    <a:pt x="269543" y="200070"/>
                  </a:cubicBezTo>
                  <a:cubicBezTo>
                    <a:pt x="269543" y="198165"/>
                    <a:pt x="270496" y="196260"/>
                    <a:pt x="272401" y="195308"/>
                  </a:cubicBezTo>
                  <a:cubicBezTo>
                    <a:pt x="280021" y="190545"/>
                    <a:pt x="284783" y="182925"/>
                    <a:pt x="285736" y="174353"/>
                  </a:cubicBezTo>
                  <a:cubicBezTo>
                    <a:pt x="286688" y="164828"/>
                    <a:pt x="284783" y="155303"/>
                    <a:pt x="280973" y="146730"/>
                  </a:cubicBezTo>
                  <a:cubicBezTo>
                    <a:pt x="278116" y="140063"/>
                    <a:pt x="270496" y="125775"/>
                    <a:pt x="257161" y="123870"/>
                  </a:cubicBezTo>
                  <a:cubicBezTo>
                    <a:pt x="255256" y="123870"/>
                    <a:pt x="254303" y="122918"/>
                    <a:pt x="253351" y="121013"/>
                  </a:cubicBezTo>
                  <a:cubicBezTo>
                    <a:pt x="252398" y="120060"/>
                    <a:pt x="252398" y="118155"/>
                    <a:pt x="253351" y="116250"/>
                  </a:cubicBezTo>
                  <a:cubicBezTo>
                    <a:pt x="258113" y="106725"/>
                    <a:pt x="263828" y="97200"/>
                    <a:pt x="260971" y="87675"/>
                  </a:cubicBezTo>
                  <a:cubicBezTo>
                    <a:pt x="259066" y="82913"/>
                    <a:pt x="256208" y="79103"/>
                    <a:pt x="251446" y="76245"/>
                  </a:cubicBezTo>
                  <a:cubicBezTo>
                    <a:pt x="242873" y="68625"/>
                    <a:pt x="234301" y="62910"/>
                    <a:pt x="224776" y="57195"/>
                  </a:cubicBezTo>
                  <a:cubicBezTo>
                    <a:pt x="220966" y="55290"/>
                    <a:pt x="216203" y="52433"/>
                    <a:pt x="213346" y="54338"/>
                  </a:cubicBezTo>
                  <a:cubicBezTo>
                    <a:pt x="212393" y="55290"/>
                    <a:pt x="210488" y="55290"/>
                    <a:pt x="208583" y="54338"/>
                  </a:cubicBezTo>
                  <a:cubicBezTo>
                    <a:pt x="206678" y="53385"/>
                    <a:pt x="205726" y="52433"/>
                    <a:pt x="205726" y="50528"/>
                  </a:cubicBezTo>
                  <a:cubicBezTo>
                    <a:pt x="201916" y="30525"/>
                    <a:pt x="186676" y="14333"/>
                    <a:pt x="166673" y="9570"/>
                  </a:cubicBezTo>
                  <a:cubicBezTo>
                    <a:pt x="157148" y="6713"/>
                    <a:pt x="147623" y="7665"/>
                    <a:pt x="138098" y="11475"/>
                  </a:cubicBezTo>
                  <a:cubicBezTo>
                    <a:pt x="129526" y="17190"/>
                    <a:pt x="120953" y="22905"/>
                    <a:pt x="113333" y="29573"/>
                  </a:cubicBezTo>
                  <a:cubicBezTo>
                    <a:pt x="112381" y="31478"/>
                    <a:pt x="109523" y="32430"/>
                    <a:pt x="107618" y="31478"/>
                  </a:cubicBezTo>
                  <a:cubicBezTo>
                    <a:pt x="91426" y="25763"/>
                    <a:pt x="74281" y="28620"/>
                    <a:pt x="59993" y="38145"/>
                  </a:cubicBezTo>
                  <a:cubicBezTo>
                    <a:pt x="50468" y="46718"/>
                    <a:pt x="46658" y="60053"/>
                    <a:pt x="49516" y="72435"/>
                  </a:cubicBezTo>
                  <a:cubicBezTo>
                    <a:pt x="50468" y="74340"/>
                    <a:pt x="48563" y="77198"/>
                    <a:pt x="46658" y="78150"/>
                  </a:cubicBezTo>
                  <a:cubicBezTo>
                    <a:pt x="35228" y="82913"/>
                    <a:pt x="25703" y="90533"/>
                    <a:pt x="18083" y="100058"/>
                  </a:cubicBezTo>
                  <a:cubicBezTo>
                    <a:pt x="10463" y="108630"/>
                    <a:pt x="7606" y="120060"/>
                    <a:pt x="9511" y="131490"/>
                  </a:cubicBezTo>
                  <a:cubicBezTo>
                    <a:pt x="12368" y="141968"/>
                    <a:pt x="20941" y="149588"/>
                    <a:pt x="32371" y="150540"/>
                  </a:cubicBezTo>
                  <a:cubicBezTo>
                    <a:pt x="34276" y="150540"/>
                    <a:pt x="36181" y="151493"/>
                    <a:pt x="37133" y="153398"/>
                  </a:cubicBezTo>
                  <a:cubicBezTo>
                    <a:pt x="38086" y="155303"/>
                    <a:pt x="37133" y="157208"/>
                    <a:pt x="35228" y="159113"/>
                  </a:cubicBezTo>
                  <a:cubicBezTo>
                    <a:pt x="25703" y="167685"/>
                    <a:pt x="24751" y="181973"/>
                    <a:pt x="31418" y="192450"/>
                  </a:cubicBezTo>
                  <a:cubicBezTo>
                    <a:pt x="39991" y="202928"/>
                    <a:pt x="53326" y="206738"/>
                    <a:pt x="65708" y="203880"/>
                  </a:cubicBezTo>
                  <a:cubicBezTo>
                    <a:pt x="68566" y="203880"/>
                    <a:pt x="70471" y="202928"/>
                    <a:pt x="72376" y="202928"/>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55" name="Freeform 55"/>
            <p:cNvSpPr/>
            <p:nvPr/>
          </p:nvSpPr>
          <p:spPr>
            <a:xfrm>
              <a:off x="5410680" y="4095300"/>
              <a:ext cx="27590" cy="58974"/>
            </a:xfrm>
            <a:custGeom>
              <a:avLst/>
              <a:gdLst/>
              <a:ahLst/>
              <a:cxnLst/>
              <a:rect l="l" t="t" r="r" b="b"/>
              <a:pathLst>
                <a:path w="27590" h="58974">
                  <a:moveTo>
                    <a:pt x="12350" y="0"/>
                  </a:moveTo>
                  <a:cubicBezTo>
                    <a:pt x="12350" y="0"/>
                    <a:pt x="-5747" y="49530"/>
                    <a:pt x="1873" y="56198"/>
                  </a:cubicBezTo>
                  <a:cubicBezTo>
                    <a:pt x="9492" y="63818"/>
                    <a:pt x="27590" y="53340"/>
                    <a:pt x="27590" y="53340"/>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56" name="Freeform 56"/>
            <p:cNvSpPr/>
            <p:nvPr/>
          </p:nvSpPr>
          <p:spPr>
            <a:xfrm>
              <a:off x="5405533" y="4090181"/>
              <a:ext cx="37116" cy="68937"/>
            </a:xfrm>
            <a:custGeom>
              <a:avLst/>
              <a:gdLst/>
              <a:ahLst/>
              <a:cxnLst/>
              <a:rect l="l" t="t" r="r" b="b"/>
              <a:pathLst>
                <a:path w="37116" h="68937">
                  <a:moveTo>
                    <a:pt x="14639" y="68937"/>
                  </a:moveTo>
                  <a:cubicBezTo>
                    <a:pt x="10829" y="68937"/>
                    <a:pt x="6067" y="67985"/>
                    <a:pt x="3209" y="65127"/>
                  </a:cubicBezTo>
                  <a:cubicBezTo>
                    <a:pt x="-5363" y="56555"/>
                    <a:pt x="5114" y="23217"/>
                    <a:pt x="12734" y="3215"/>
                  </a:cubicBezTo>
                  <a:cubicBezTo>
                    <a:pt x="13687" y="357"/>
                    <a:pt x="16545" y="-595"/>
                    <a:pt x="18450" y="357"/>
                  </a:cubicBezTo>
                  <a:cubicBezTo>
                    <a:pt x="21307" y="1310"/>
                    <a:pt x="22259" y="4167"/>
                    <a:pt x="21307" y="7025"/>
                  </a:cubicBezTo>
                  <a:cubicBezTo>
                    <a:pt x="12734" y="30837"/>
                    <a:pt x="7020" y="54650"/>
                    <a:pt x="9877" y="58460"/>
                  </a:cubicBezTo>
                  <a:cubicBezTo>
                    <a:pt x="12734" y="62270"/>
                    <a:pt x="25117" y="57507"/>
                    <a:pt x="29879" y="54650"/>
                  </a:cubicBezTo>
                  <a:cubicBezTo>
                    <a:pt x="31784" y="53697"/>
                    <a:pt x="34642" y="54650"/>
                    <a:pt x="36547" y="56555"/>
                  </a:cubicBezTo>
                  <a:cubicBezTo>
                    <a:pt x="37500" y="58460"/>
                    <a:pt x="37500" y="61317"/>
                    <a:pt x="34642" y="63222"/>
                  </a:cubicBezTo>
                  <a:cubicBezTo>
                    <a:pt x="34642" y="63222"/>
                    <a:pt x="34642" y="63222"/>
                    <a:pt x="34642" y="63222"/>
                  </a:cubicBezTo>
                  <a:cubicBezTo>
                    <a:pt x="28927" y="67032"/>
                    <a:pt x="22259" y="68937"/>
                    <a:pt x="14639" y="68937"/>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57" name="Freeform 57"/>
            <p:cNvSpPr/>
            <p:nvPr/>
          </p:nvSpPr>
          <p:spPr>
            <a:xfrm>
              <a:off x="5403504" y="3992431"/>
              <a:ext cx="193894" cy="270514"/>
            </a:xfrm>
            <a:custGeom>
              <a:avLst/>
              <a:gdLst/>
              <a:ahLst/>
              <a:cxnLst/>
              <a:rect l="l" t="t" r="r" b="b"/>
              <a:pathLst>
                <a:path w="193894" h="270514">
                  <a:moveTo>
                    <a:pt x="6191" y="7620"/>
                  </a:moveTo>
                  <a:cubicBezTo>
                    <a:pt x="4286" y="9525"/>
                    <a:pt x="2381" y="12383"/>
                    <a:pt x="1429" y="16192"/>
                  </a:cubicBezTo>
                  <a:cubicBezTo>
                    <a:pt x="-476" y="27622"/>
                    <a:pt x="-476" y="38100"/>
                    <a:pt x="1429" y="49530"/>
                  </a:cubicBezTo>
                  <a:cubicBezTo>
                    <a:pt x="4286" y="71438"/>
                    <a:pt x="9049" y="93345"/>
                    <a:pt x="14764" y="114300"/>
                  </a:cubicBezTo>
                  <a:cubicBezTo>
                    <a:pt x="21431" y="142875"/>
                    <a:pt x="29051" y="170498"/>
                    <a:pt x="37624" y="198120"/>
                  </a:cubicBezTo>
                  <a:cubicBezTo>
                    <a:pt x="42386" y="216218"/>
                    <a:pt x="89059" y="205740"/>
                    <a:pt x="96679" y="198120"/>
                  </a:cubicBezTo>
                  <a:lnTo>
                    <a:pt x="106204" y="270510"/>
                  </a:lnTo>
                  <a:cubicBezTo>
                    <a:pt x="106204" y="270510"/>
                    <a:pt x="130016" y="271463"/>
                    <a:pt x="163354" y="245745"/>
                  </a:cubicBezTo>
                  <a:cubicBezTo>
                    <a:pt x="196691" y="219075"/>
                    <a:pt x="193834" y="209550"/>
                    <a:pt x="193834" y="209550"/>
                  </a:cubicBezTo>
                  <a:lnTo>
                    <a:pt x="171926" y="128588"/>
                  </a:lnTo>
                  <a:cubicBezTo>
                    <a:pt x="171926" y="128588"/>
                    <a:pt x="141446" y="136208"/>
                    <a:pt x="114776" y="103823"/>
                  </a:cubicBezTo>
                  <a:cubicBezTo>
                    <a:pt x="110966" y="99060"/>
                    <a:pt x="107156" y="89535"/>
                    <a:pt x="102394" y="85725"/>
                  </a:cubicBezTo>
                  <a:cubicBezTo>
                    <a:pt x="97631" y="81915"/>
                    <a:pt x="88106" y="80963"/>
                    <a:pt x="83344" y="74295"/>
                  </a:cubicBezTo>
                  <a:cubicBezTo>
                    <a:pt x="78581" y="67628"/>
                    <a:pt x="76676" y="59055"/>
                    <a:pt x="79534" y="50482"/>
                  </a:cubicBezTo>
                  <a:cubicBezTo>
                    <a:pt x="80486" y="48578"/>
                    <a:pt x="80486" y="46672"/>
                    <a:pt x="79534" y="45720"/>
                  </a:cubicBezTo>
                  <a:cubicBezTo>
                    <a:pt x="78581" y="44768"/>
                    <a:pt x="77629" y="44768"/>
                    <a:pt x="76676" y="44768"/>
                  </a:cubicBezTo>
                  <a:cubicBezTo>
                    <a:pt x="64294" y="41910"/>
                    <a:pt x="56674" y="29528"/>
                    <a:pt x="60484" y="17145"/>
                  </a:cubicBezTo>
                  <a:cubicBezTo>
                    <a:pt x="60484" y="17145"/>
                    <a:pt x="60484" y="16192"/>
                    <a:pt x="60484" y="16192"/>
                  </a:cubicBezTo>
                  <a:cubicBezTo>
                    <a:pt x="49054" y="19050"/>
                    <a:pt x="38576" y="8572"/>
                    <a:pt x="30004" y="0"/>
                  </a:cubicBezTo>
                  <a:cubicBezTo>
                    <a:pt x="32861" y="2858"/>
                    <a:pt x="11906" y="4763"/>
                    <a:pt x="11906" y="5715"/>
                  </a:cubicBezTo>
                  <a:cubicBezTo>
                    <a:pt x="9049" y="5715"/>
                    <a:pt x="8096" y="6667"/>
                    <a:pt x="6191" y="7620"/>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58" name="Freeform 58"/>
            <p:cNvSpPr/>
            <p:nvPr/>
          </p:nvSpPr>
          <p:spPr>
            <a:xfrm>
              <a:off x="5397890" y="3988144"/>
              <a:ext cx="203431" cy="279558"/>
            </a:xfrm>
            <a:custGeom>
              <a:avLst/>
              <a:gdLst/>
              <a:ahLst/>
              <a:cxnLst/>
              <a:rect l="l" t="t" r="r" b="b"/>
              <a:pathLst>
                <a:path w="203431" h="279558">
                  <a:moveTo>
                    <a:pt x="110865" y="279559"/>
                  </a:moveTo>
                  <a:lnTo>
                    <a:pt x="110865" y="279559"/>
                  </a:lnTo>
                  <a:cubicBezTo>
                    <a:pt x="108008" y="279559"/>
                    <a:pt x="106103" y="277654"/>
                    <a:pt x="105150" y="275749"/>
                  </a:cubicBezTo>
                  <a:lnTo>
                    <a:pt x="96578" y="210026"/>
                  </a:lnTo>
                  <a:cubicBezTo>
                    <a:pt x="82290" y="215741"/>
                    <a:pt x="67050" y="217646"/>
                    <a:pt x="51810" y="215741"/>
                  </a:cubicBezTo>
                  <a:cubicBezTo>
                    <a:pt x="45143" y="214789"/>
                    <a:pt x="39428" y="210026"/>
                    <a:pt x="37523" y="203359"/>
                  </a:cubicBezTo>
                  <a:cubicBezTo>
                    <a:pt x="28950" y="175736"/>
                    <a:pt x="22283" y="147161"/>
                    <a:pt x="14663" y="118586"/>
                  </a:cubicBezTo>
                  <a:lnTo>
                    <a:pt x="12758" y="112871"/>
                  </a:lnTo>
                  <a:cubicBezTo>
                    <a:pt x="7995" y="93821"/>
                    <a:pt x="3233" y="73819"/>
                    <a:pt x="1328" y="53816"/>
                  </a:cubicBezTo>
                  <a:cubicBezTo>
                    <a:pt x="-577" y="42386"/>
                    <a:pt x="-577" y="30004"/>
                    <a:pt x="2280" y="18574"/>
                  </a:cubicBezTo>
                  <a:cubicBezTo>
                    <a:pt x="3233" y="14764"/>
                    <a:pt x="5138" y="10954"/>
                    <a:pt x="7995" y="8096"/>
                  </a:cubicBezTo>
                  <a:lnTo>
                    <a:pt x="7995" y="8096"/>
                  </a:lnTo>
                  <a:cubicBezTo>
                    <a:pt x="9900" y="7144"/>
                    <a:pt x="11805" y="6191"/>
                    <a:pt x="12758" y="5239"/>
                  </a:cubicBezTo>
                  <a:lnTo>
                    <a:pt x="14663" y="5239"/>
                  </a:lnTo>
                  <a:cubicBezTo>
                    <a:pt x="19425" y="4286"/>
                    <a:pt x="24188" y="4286"/>
                    <a:pt x="28950" y="2381"/>
                  </a:cubicBezTo>
                  <a:cubicBezTo>
                    <a:pt x="28950" y="1429"/>
                    <a:pt x="29903" y="1429"/>
                    <a:pt x="29903" y="1429"/>
                  </a:cubicBezTo>
                  <a:cubicBezTo>
                    <a:pt x="31808" y="-476"/>
                    <a:pt x="34665" y="-476"/>
                    <a:pt x="36570" y="1429"/>
                  </a:cubicBezTo>
                  <a:cubicBezTo>
                    <a:pt x="36570" y="1429"/>
                    <a:pt x="36570" y="1429"/>
                    <a:pt x="36570" y="1429"/>
                  </a:cubicBezTo>
                  <a:lnTo>
                    <a:pt x="36570" y="1429"/>
                  </a:lnTo>
                  <a:cubicBezTo>
                    <a:pt x="43238" y="9049"/>
                    <a:pt x="52763" y="18574"/>
                    <a:pt x="62288" y="15716"/>
                  </a:cubicBezTo>
                  <a:cubicBezTo>
                    <a:pt x="64193" y="15716"/>
                    <a:pt x="66098" y="15716"/>
                    <a:pt x="67050" y="17621"/>
                  </a:cubicBezTo>
                  <a:cubicBezTo>
                    <a:pt x="68003" y="18574"/>
                    <a:pt x="68955" y="20479"/>
                    <a:pt x="68003" y="22384"/>
                  </a:cubicBezTo>
                  <a:cubicBezTo>
                    <a:pt x="67050" y="27146"/>
                    <a:pt x="67050" y="31909"/>
                    <a:pt x="69908" y="35719"/>
                  </a:cubicBezTo>
                  <a:cubicBezTo>
                    <a:pt x="71813" y="39529"/>
                    <a:pt x="75623" y="42386"/>
                    <a:pt x="80385" y="44291"/>
                  </a:cubicBezTo>
                  <a:cubicBezTo>
                    <a:pt x="82290" y="44291"/>
                    <a:pt x="84195" y="45244"/>
                    <a:pt x="86100" y="47149"/>
                  </a:cubicBezTo>
                  <a:cubicBezTo>
                    <a:pt x="88005" y="50006"/>
                    <a:pt x="88958" y="53816"/>
                    <a:pt x="87053" y="56674"/>
                  </a:cubicBezTo>
                  <a:cubicBezTo>
                    <a:pt x="85148" y="63341"/>
                    <a:pt x="86100" y="70009"/>
                    <a:pt x="90863" y="75724"/>
                  </a:cubicBezTo>
                  <a:cubicBezTo>
                    <a:pt x="92768" y="78581"/>
                    <a:pt x="96578" y="80486"/>
                    <a:pt x="100388" y="81439"/>
                  </a:cubicBezTo>
                  <a:cubicBezTo>
                    <a:pt x="104198" y="82391"/>
                    <a:pt x="107055" y="84296"/>
                    <a:pt x="109913" y="86201"/>
                  </a:cubicBezTo>
                  <a:cubicBezTo>
                    <a:pt x="113723" y="90011"/>
                    <a:pt x="116580" y="93821"/>
                    <a:pt x="118485" y="97631"/>
                  </a:cubicBezTo>
                  <a:cubicBezTo>
                    <a:pt x="119438" y="99536"/>
                    <a:pt x="121343" y="102394"/>
                    <a:pt x="123248" y="104299"/>
                  </a:cubicBezTo>
                  <a:cubicBezTo>
                    <a:pt x="147060" y="132874"/>
                    <a:pt x="174683" y="128111"/>
                    <a:pt x="175635" y="127159"/>
                  </a:cubicBezTo>
                  <a:cubicBezTo>
                    <a:pt x="178493" y="126206"/>
                    <a:pt x="180398" y="128111"/>
                    <a:pt x="181350" y="130969"/>
                  </a:cubicBezTo>
                  <a:lnTo>
                    <a:pt x="203258" y="211931"/>
                  </a:lnTo>
                  <a:cubicBezTo>
                    <a:pt x="204210" y="215741"/>
                    <a:pt x="202305" y="227171"/>
                    <a:pt x="169920" y="251936"/>
                  </a:cubicBezTo>
                  <a:cubicBezTo>
                    <a:pt x="138488" y="278606"/>
                    <a:pt x="114675" y="279559"/>
                    <a:pt x="110865" y="279559"/>
                  </a:cubicBezTo>
                  <a:close/>
                  <a:moveTo>
                    <a:pt x="101340" y="197644"/>
                  </a:moveTo>
                  <a:cubicBezTo>
                    <a:pt x="102293" y="197644"/>
                    <a:pt x="102293" y="197644"/>
                    <a:pt x="103245" y="197644"/>
                  </a:cubicBezTo>
                  <a:cubicBezTo>
                    <a:pt x="105150" y="198596"/>
                    <a:pt x="106103" y="199549"/>
                    <a:pt x="106103" y="201454"/>
                  </a:cubicBezTo>
                  <a:lnTo>
                    <a:pt x="114675" y="269081"/>
                  </a:lnTo>
                  <a:cubicBezTo>
                    <a:pt x="132773" y="265271"/>
                    <a:pt x="149918" y="257651"/>
                    <a:pt x="164205" y="245269"/>
                  </a:cubicBezTo>
                  <a:cubicBezTo>
                    <a:pt x="189923" y="225266"/>
                    <a:pt x="192780" y="216694"/>
                    <a:pt x="193733" y="214789"/>
                  </a:cubicBezTo>
                  <a:lnTo>
                    <a:pt x="172778" y="138589"/>
                  </a:lnTo>
                  <a:cubicBezTo>
                    <a:pt x="149918" y="139541"/>
                    <a:pt x="128963" y="130016"/>
                    <a:pt x="115628" y="111919"/>
                  </a:cubicBezTo>
                  <a:cubicBezTo>
                    <a:pt x="113723" y="109061"/>
                    <a:pt x="111818" y="106204"/>
                    <a:pt x="109913" y="103346"/>
                  </a:cubicBezTo>
                  <a:cubicBezTo>
                    <a:pt x="108008" y="99536"/>
                    <a:pt x="106103" y="96679"/>
                    <a:pt x="103245" y="93821"/>
                  </a:cubicBezTo>
                  <a:cubicBezTo>
                    <a:pt x="101340" y="91916"/>
                    <a:pt x="98483" y="90964"/>
                    <a:pt x="96578" y="90011"/>
                  </a:cubicBezTo>
                  <a:cubicBezTo>
                    <a:pt x="91815" y="88106"/>
                    <a:pt x="87053" y="85249"/>
                    <a:pt x="83243" y="81439"/>
                  </a:cubicBezTo>
                  <a:cubicBezTo>
                    <a:pt x="77528" y="73819"/>
                    <a:pt x="75623" y="63341"/>
                    <a:pt x="78480" y="53816"/>
                  </a:cubicBezTo>
                  <a:lnTo>
                    <a:pt x="78480" y="52864"/>
                  </a:lnTo>
                  <a:cubicBezTo>
                    <a:pt x="71813" y="50959"/>
                    <a:pt x="65145" y="47149"/>
                    <a:pt x="62288" y="40481"/>
                  </a:cubicBezTo>
                  <a:cubicBezTo>
                    <a:pt x="59430" y="35719"/>
                    <a:pt x="58478" y="30956"/>
                    <a:pt x="58478" y="26194"/>
                  </a:cubicBezTo>
                  <a:cubicBezTo>
                    <a:pt x="48953" y="24289"/>
                    <a:pt x="39428" y="19526"/>
                    <a:pt x="33713" y="10954"/>
                  </a:cubicBezTo>
                  <a:cubicBezTo>
                    <a:pt x="27998" y="12859"/>
                    <a:pt x="23235" y="13811"/>
                    <a:pt x="17520" y="13811"/>
                  </a:cubicBezTo>
                  <a:cubicBezTo>
                    <a:pt x="16568" y="13811"/>
                    <a:pt x="15615" y="14764"/>
                    <a:pt x="14663" y="14764"/>
                  </a:cubicBezTo>
                  <a:lnTo>
                    <a:pt x="14663" y="14764"/>
                  </a:lnTo>
                  <a:cubicBezTo>
                    <a:pt x="13710" y="15716"/>
                    <a:pt x="12758" y="16669"/>
                    <a:pt x="11805" y="20479"/>
                  </a:cubicBezTo>
                  <a:cubicBezTo>
                    <a:pt x="9900" y="30956"/>
                    <a:pt x="9900" y="41434"/>
                    <a:pt x="11805" y="51911"/>
                  </a:cubicBezTo>
                  <a:cubicBezTo>
                    <a:pt x="14663" y="71914"/>
                    <a:pt x="18473" y="90964"/>
                    <a:pt x="23235" y="110014"/>
                  </a:cubicBezTo>
                  <a:lnTo>
                    <a:pt x="25140" y="115729"/>
                  </a:lnTo>
                  <a:cubicBezTo>
                    <a:pt x="31808" y="143351"/>
                    <a:pt x="39428" y="171926"/>
                    <a:pt x="48000" y="199549"/>
                  </a:cubicBezTo>
                  <a:cubicBezTo>
                    <a:pt x="48953" y="202406"/>
                    <a:pt x="50858" y="203359"/>
                    <a:pt x="55620" y="205264"/>
                  </a:cubicBezTo>
                  <a:cubicBezTo>
                    <a:pt x="69908" y="207169"/>
                    <a:pt x="85148" y="205264"/>
                    <a:pt x="98483" y="197644"/>
                  </a:cubicBezTo>
                  <a:cubicBezTo>
                    <a:pt x="99435" y="197644"/>
                    <a:pt x="100388" y="197644"/>
                    <a:pt x="101340" y="197644"/>
                  </a:cubicBezTo>
                  <a:lnTo>
                    <a:pt x="101340" y="197644"/>
                  </a:lnTo>
                  <a:close/>
                  <a:moveTo>
                    <a:pt x="11805" y="11906"/>
                  </a:moveTo>
                  <a:lnTo>
                    <a:pt x="11805" y="11906"/>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59" name="Freeform 59"/>
            <p:cNvSpPr/>
            <p:nvPr/>
          </p:nvSpPr>
          <p:spPr>
            <a:xfrm>
              <a:off x="5495076" y="4041961"/>
              <a:ext cx="48237" cy="79057"/>
            </a:xfrm>
            <a:custGeom>
              <a:avLst/>
              <a:gdLst/>
              <a:ahLst/>
              <a:cxnLst/>
              <a:rect l="l" t="t" r="r" b="b"/>
              <a:pathLst>
                <a:path w="48237" h="79057">
                  <a:moveTo>
                    <a:pt x="344" y="44767"/>
                  </a:moveTo>
                  <a:cubicBezTo>
                    <a:pt x="-609" y="37147"/>
                    <a:pt x="344" y="30480"/>
                    <a:pt x="4154" y="23813"/>
                  </a:cubicBezTo>
                  <a:cubicBezTo>
                    <a:pt x="6058" y="18097"/>
                    <a:pt x="7964" y="13335"/>
                    <a:pt x="11774" y="8572"/>
                  </a:cubicBezTo>
                  <a:cubicBezTo>
                    <a:pt x="14631" y="3810"/>
                    <a:pt x="20346" y="952"/>
                    <a:pt x="26061" y="0"/>
                  </a:cubicBezTo>
                  <a:cubicBezTo>
                    <a:pt x="30824" y="0"/>
                    <a:pt x="35586" y="1905"/>
                    <a:pt x="39396" y="5715"/>
                  </a:cubicBezTo>
                  <a:cubicBezTo>
                    <a:pt x="42254" y="9525"/>
                    <a:pt x="45111" y="14288"/>
                    <a:pt x="46064" y="19050"/>
                  </a:cubicBezTo>
                  <a:cubicBezTo>
                    <a:pt x="51779" y="40005"/>
                    <a:pt x="46064" y="63817"/>
                    <a:pt x="30824" y="79057"/>
                  </a:cubicBezTo>
                  <a:lnTo>
                    <a:pt x="31776" y="77152"/>
                  </a:ln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60" name="Freeform 60"/>
            <p:cNvSpPr/>
            <p:nvPr/>
          </p:nvSpPr>
          <p:spPr>
            <a:xfrm>
              <a:off x="5490314" y="4036246"/>
              <a:ext cx="57199" cy="89534"/>
            </a:xfrm>
            <a:custGeom>
              <a:avLst/>
              <a:gdLst/>
              <a:ahLst/>
              <a:cxnLst/>
              <a:rect l="l" t="t" r="r" b="b"/>
              <a:pathLst>
                <a:path w="57199" h="89534">
                  <a:moveTo>
                    <a:pt x="34633" y="89535"/>
                  </a:moveTo>
                  <a:cubicBezTo>
                    <a:pt x="33681" y="89535"/>
                    <a:pt x="32729" y="89535"/>
                    <a:pt x="31776" y="88582"/>
                  </a:cubicBezTo>
                  <a:cubicBezTo>
                    <a:pt x="29871" y="86678"/>
                    <a:pt x="28919" y="84773"/>
                    <a:pt x="30824" y="81915"/>
                  </a:cubicBezTo>
                  <a:lnTo>
                    <a:pt x="31776" y="80010"/>
                  </a:lnTo>
                  <a:lnTo>
                    <a:pt x="31776" y="80010"/>
                  </a:lnTo>
                  <a:cubicBezTo>
                    <a:pt x="46064" y="65723"/>
                    <a:pt x="50826" y="44767"/>
                    <a:pt x="45111" y="24765"/>
                  </a:cubicBezTo>
                  <a:cubicBezTo>
                    <a:pt x="44158" y="20955"/>
                    <a:pt x="42254" y="17145"/>
                    <a:pt x="39396" y="13335"/>
                  </a:cubicBezTo>
                  <a:cubicBezTo>
                    <a:pt x="36539" y="10478"/>
                    <a:pt x="33681" y="8572"/>
                    <a:pt x="29871" y="8572"/>
                  </a:cubicBezTo>
                  <a:cubicBezTo>
                    <a:pt x="26061" y="8572"/>
                    <a:pt x="22251" y="11430"/>
                    <a:pt x="19394" y="15240"/>
                  </a:cubicBezTo>
                  <a:cubicBezTo>
                    <a:pt x="16536" y="19050"/>
                    <a:pt x="14631" y="23813"/>
                    <a:pt x="12726" y="29528"/>
                  </a:cubicBezTo>
                  <a:cubicBezTo>
                    <a:pt x="9869" y="35242"/>
                    <a:pt x="8916" y="41910"/>
                    <a:pt x="9869" y="47625"/>
                  </a:cubicBezTo>
                  <a:cubicBezTo>
                    <a:pt x="10821" y="50482"/>
                    <a:pt x="8916" y="52388"/>
                    <a:pt x="6058" y="53340"/>
                  </a:cubicBezTo>
                  <a:cubicBezTo>
                    <a:pt x="3201" y="54292"/>
                    <a:pt x="1296" y="52388"/>
                    <a:pt x="344" y="49530"/>
                  </a:cubicBezTo>
                  <a:cubicBezTo>
                    <a:pt x="344" y="49530"/>
                    <a:pt x="344" y="49530"/>
                    <a:pt x="344" y="49530"/>
                  </a:cubicBezTo>
                  <a:cubicBezTo>
                    <a:pt x="-609" y="40957"/>
                    <a:pt x="344" y="33338"/>
                    <a:pt x="4154" y="25717"/>
                  </a:cubicBezTo>
                  <a:cubicBezTo>
                    <a:pt x="6058" y="20003"/>
                    <a:pt x="8916" y="14288"/>
                    <a:pt x="11774" y="9525"/>
                  </a:cubicBezTo>
                  <a:cubicBezTo>
                    <a:pt x="15583" y="3810"/>
                    <a:pt x="22251" y="0"/>
                    <a:pt x="29871" y="0"/>
                  </a:cubicBezTo>
                  <a:cubicBezTo>
                    <a:pt x="36539" y="0"/>
                    <a:pt x="42254" y="2857"/>
                    <a:pt x="47016" y="7620"/>
                  </a:cubicBezTo>
                  <a:cubicBezTo>
                    <a:pt x="50826" y="12382"/>
                    <a:pt x="53683" y="17145"/>
                    <a:pt x="54636" y="22860"/>
                  </a:cubicBezTo>
                  <a:cubicBezTo>
                    <a:pt x="61304" y="45720"/>
                    <a:pt x="54636" y="70485"/>
                    <a:pt x="38444" y="87630"/>
                  </a:cubicBezTo>
                  <a:cubicBezTo>
                    <a:pt x="37491" y="89535"/>
                    <a:pt x="36539" y="89535"/>
                    <a:pt x="34633" y="8953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61" name="Freeform 61"/>
            <p:cNvSpPr/>
            <p:nvPr/>
          </p:nvSpPr>
          <p:spPr>
            <a:xfrm>
              <a:off x="5499230" y="4158165"/>
              <a:ext cx="30480" cy="64770"/>
            </a:xfrm>
            <a:custGeom>
              <a:avLst/>
              <a:gdLst/>
              <a:ahLst/>
              <a:cxnLst/>
              <a:rect l="l" t="t" r="r" b="b"/>
              <a:pathLst>
                <a:path w="30480" h="64770">
                  <a:moveTo>
                    <a:pt x="0" y="32385"/>
                  </a:moveTo>
                  <a:cubicBezTo>
                    <a:pt x="12383" y="24765"/>
                    <a:pt x="22860" y="13335"/>
                    <a:pt x="29528" y="0"/>
                  </a:cubicBezTo>
                  <a:cubicBezTo>
                    <a:pt x="29528" y="0"/>
                    <a:pt x="38100" y="43815"/>
                    <a:pt x="3810" y="64770"/>
                  </a:cubicBezTo>
                  <a:lnTo>
                    <a:pt x="0" y="32385"/>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62" name="Freeform 62"/>
            <p:cNvSpPr/>
            <p:nvPr/>
          </p:nvSpPr>
          <p:spPr>
            <a:xfrm>
              <a:off x="5495420" y="4154102"/>
              <a:ext cx="38985" cy="73595"/>
            </a:xfrm>
            <a:custGeom>
              <a:avLst/>
              <a:gdLst/>
              <a:ahLst/>
              <a:cxnLst/>
              <a:rect l="l" t="t" r="r" b="b"/>
              <a:pathLst>
                <a:path w="38985" h="73595">
                  <a:moveTo>
                    <a:pt x="8572" y="73596"/>
                  </a:moveTo>
                  <a:cubicBezTo>
                    <a:pt x="7620" y="73596"/>
                    <a:pt x="7620" y="73596"/>
                    <a:pt x="6667" y="73596"/>
                  </a:cubicBezTo>
                  <a:cubicBezTo>
                    <a:pt x="4763" y="72643"/>
                    <a:pt x="3810" y="71691"/>
                    <a:pt x="3810" y="69786"/>
                  </a:cubicBezTo>
                  <a:lnTo>
                    <a:pt x="0" y="37401"/>
                  </a:lnTo>
                  <a:cubicBezTo>
                    <a:pt x="0" y="35496"/>
                    <a:pt x="952" y="33591"/>
                    <a:pt x="1905" y="32638"/>
                  </a:cubicBezTo>
                  <a:cubicBezTo>
                    <a:pt x="13335" y="25018"/>
                    <a:pt x="22860" y="15493"/>
                    <a:pt x="29527" y="3111"/>
                  </a:cubicBezTo>
                  <a:cubicBezTo>
                    <a:pt x="30480" y="1206"/>
                    <a:pt x="32385" y="-699"/>
                    <a:pt x="34290" y="253"/>
                  </a:cubicBezTo>
                  <a:cubicBezTo>
                    <a:pt x="36195" y="253"/>
                    <a:pt x="38100" y="2158"/>
                    <a:pt x="38100" y="4063"/>
                  </a:cubicBezTo>
                  <a:cubicBezTo>
                    <a:pt x="38100" y="5968"/>
                    <a:pt x="46672" y="50736"/>
                    <a:pt x="10477" y="73596"/>
                  </a:cubicBezTo>
                  <a:cubicBezTo>
                    <a:pt x="10477" y="73596"/>
                    <a:pt x="9525" y="73596"/>
                    <a:pt x="8572" y="73596"/>
                  </a:cubicBezTo>
                  <a:close/>
                  <a:moveTo>
                    <a:pt x="9525" y="38353"/>
                  </a:moveTo>
                  <a:lnTo>
                    <a:pt x="12383" y="59308"/>
                  </a:lnTo>
                  <a:cubicBezTo>
                    <a:pt x="23813" y="48831"/>
                    <a:pt x="29527" y="34543"/>
                    <a:pt x="30480" y="19303"/>
                  </a:cubicBezTo>
                  <a:cubicBezTo>
                    <a:pt x="23813" y="26923"/>
                    <a:pt x="17145" y="33591"/>
                    <a:pt x="9525" y="38353"/>
                  </a:cubicBezTo>
                  <a:lnTo>
                    <a:pt x="9525" y="38353"/>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63" name="Freeform 63"/>
            <p:cNvSpPr/>
            <p:nvPr/>
          </p:nvSpPr>
          <p:spPr>
            <a:xfrm rot="20690784">
              <a:off x="5421051" y="4064820"/>
              <a:ext cx="7619" cy="20954"/>
            </a:xfrm>
            <a:custGeom>
              <a:avLst/>
              <a:gdLst/>
              <a:ahLst/>
              <a:cxnLst/>
              <a:rect l="l" t="t" r="r" b="b"/>
              <a:pathLst>
                <a:path w="7619" h="20954">
                  <a:moveTo>
                    <a:pt x="7620" y="10477"/>
                  </a:moveTo>
                  <a:cubicBezTo>
                    <a:pt x="7620" y="16264"/>
                    <a:pt x="5914" y="20954"/>
                    <a:pt x="3810" y="20954"/>
                  </a:cubicBezTo>
                  <a:cubicBezTo>
                    <a:pt x="1706" y="20954"/>
                    <a:pt x="0" y="16264"/>
                    <a:pt x="0" y="10477"/>
                  </a:cubicBezTo>
                  <a:cubicBezTo>
                    <a:pt x="0" y="4691"/>
                    <a:pt x="1706" y="0"/>
                    <a:pt x="3810" y="0"/>
                  </a:cubicBezTo>
                  <a:cubicBezTo>
                    <a:pt x="5914" y="0"/>
                    <a:pt x="7620" y="4691"/>
                    <a:pt x="7620" y="10477"/>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64" name="Freeform 64"/>
            <p:cNvSpPr/>
            <p:nvPr/>
          </p:nvSpPr>
          <p:spPr>
            <a:xfrm>
              <a:off x="5435413" y="4138742"/>
              <a:ext cx="43853" cy="31806"/>
            </a:xfrm>
            <a:custGeom>
              <a:avLst/>
              <a:gdLst/>
              <a:ahLst/>
              <a:cxnLst/>
              <a:rect l="l" t="t" r="r" b="b"/>
              <a:pathLst>
                <a:path w="43853" h="31806">
                  <a:moveTo>
                    <a:pt x="10478" y="31806"/>
                  </a:moveTo>
                  <a:cubicBezTo>
                    <a:pt x="8572" y="31806"/>
                    <a:pt x="5715" y="31806"/>
                    <a:pt x="3810" y="30854"/>
                  </a:cubicBezTo>
                  <a:cubicBezTo>
                    <a:pt x="953" y="29901"/>
                    <a:pt x="0" y="27044"/>
                    <a:pt x="0" y="24186"/>
                  </a:cubicBezTo>
                  <a:cubicBezTo>
                    <a:pt x="953" y="21329"/>
                    <a:pt x="3810" y="20376"/>
                    <a:pt x="6667" y="20376"/>
                  </a:cubicBezTo>
                  <a:cubicBezTo>
                    <a:pt x="7620" y="20376"/>
                    <a:pt x="22860" y="25139"/>
                    <a:pt x="34290" y="2279"/>
                  </a:cubicBezTo>
                  <a:cubicBezTo>
                    <a:pt x="35242" y="374"/>
                    <a:pt x="38100" y="-579"/>
                    <a:pt x="40958" y="374"/>
                  </a:cubicBezTo>
                  <a:cubicBezTo>
                    <a:pt x="43815" y="1326"/>
                    <a:pt x="44767" y="4184"/>
                    <a:pt x="42863" y="7041"/>
                  </a:cubicBezTo>
                  <a:cubicBezTo>
                    <a:pt x="42863" y="7041"/>
                    <a:pt x="42863" y="7041"/>
                    <a:pt x="42863" y="7041"/>
                  </a:cubicBezTo>
                  <a:cubicBezTo>
                    <a:pt x="38100" y="21329"/>
                    <a:pt x="25717" y="30854"/>
                    <a:pt x="10478" y="31806"/>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65" name="Freeform 65"/>
            <p:cNvSpPr/>
            <p:nvPr/>
          </p:nvSpPr>
          <p:spPr>
            <a:xfrm>
              <a:off x="5074335" y="4397243"/>
              <a:ext cx="458232" cy="268043"/>
            </a:xfrm>
            <a:custGeom>
              <a:avLst/>
              <a:gdLst/>
              <a:ahLst/>
              <a:cxnLst/>
              <a:rect l="l" t="t" r="r" b="b"/>
              <a:pathLst>
                <a:path w="458232" h="268043">
                  <a:moveTo>
                    <a:pt x="398225" y="0"/>
                  </a:moveTo>
                  <a:cubicBezTo>
                    <a:pt x="398225" y="0"/>
                    <a:pt x="145813" y="170498"/>
                    <a:pt x="109618" y="168592"/>
                  </a:cubicBezTo>
                  <a:cubicBezTo>
                    <a:pt x="73423" y="166688"/>
                    <a:pt x="21988" y="140017"/>
                    <a:pt x="20083" y="159067"/>
                  </a:cubicBezTo>
                  <a:cubicBezTo>
                    <a:pt x="19130" y="178117"/>
                    <a:pt x="71518" y="194310"/>
                    <a:pt x="71518" y="194310"/>
                  </a:cubicBezTo>
                  <a:cubicBezTo>
                    <a:pt x="71518" y="194310"/>
                    <a:pt x="-2777" y="202883"/>
                    <a:pt x="80" y="224790"/>
                  </a:cubicBezTo>
                  <a:cubicBezTo>
                    <a:pt x="2938" y="246698"/>
                    <a:pt x="28655" y="271463"/>
                    <a:pt x="60088" y="267653"/>
                  </a:cubicBezTo>
                  <a:cubicBezTo>
                    <a:pt x="91520" y="263842"/>
                    <a:pt x="113428" y="248602"/>
                    <a:pt x="141050" y="243840"/>
                  </a:cubicBezTo>
                  <a:cubicBezTo>
                    <a:pt x="168673" y="239077"/>
                    <a:pt x="458233" y="97155"/>
                    <a:pt x="458233" y="97155"/>
                  </a:cubicBezTo>
                  <a:lnTo>
                    <a:pt x="398225" y="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66" name="Freeform 66"/>
            <p:cNvSpPr/>
            <p:nvPr/>
          </p:nvSpPr>
          <p:spPr>
            <a:xfrm>
              <a:off x="5069578" y="4393433"/>
              <a:ext cx="465846" cy="277177"/>
            </a:xfrm>
            <a:custGeom>
              <a:avLst/>
              <a:gdLst/>
              <a:ahLst/>
              <a:cxnLst/>
              <a:rect l="l" t="t" r="r" b="b"/>
              <a:pathLst>
                <a:path w="465846" h="277177">
                  <a:moveTo>
                    <a:pt x="59129" y="277178"/>
                  </a:moveTo>
                  <a:cubicBezTo>
                    <a:pt x="45794" y="277178"/>
                    <a:pt x="31507" y="272415"/>
                    <a:pt x="21029" y="263843"/>
                  </a:cubicBezTo>
                  <a:cubicBezTo>
                    <a:pt x="9599" y="255270"/>
                    <a:pt x="2932" y="243840"/>
                    <a:pt x="74" y="229552"/>
                  </a:cubicBezTo>
                  <a:cubicBezTo>
                    <a:pt x="-1831" y="211455"/>
                    <a:pt x="33412" y="200977"/>
                    <a:pt x="57224" y="196215"/>
                  </a:cubicBezTo>
                  <a:cubicBezTo>
                    <a:pt x="40079" y="189548"/>
                    <a:pt x="19124" y="177165"/>
                    <a:pt x="20077" y="162877"/>
                  </a:cubicBezTo>
                  <a:cubicBezTo>
                    <a:pt x="20077" y="159068"/>
                    <a:pt x="21982" y="156210"/>
                    <a:pt x="24839" y="154305"/>
                  </a:cubicBezTo>
                  <a:cubicBezTo>
                    <a:pt x="33412" y="148590"/>
                    <a:pt x="49604" y="153352"/>
                    <a:pt x="70559" y="159068"/>
                  </a:cubicBezTo>
                  <a:cubicBezTo>
                    <a:pt x="84847" y="163830"/>
                    <a:pt x="100087" y="166688"/>
                    <a:pt x="114374" y="168593"/>
                  </a:cubicBezTo>
                  <a:lnTo>
                    <a:pt x="114374" y="168593"/>
                  </a:lnTo>
                  <a:cubicBezTo>
                    <a:pt x="141044" y="168593"/>
                    <a:pt x="299159" y="68580"/>
                    <a:pt x="399172" y="953"/>
                  </a:cubicBezTo>
                  <a:cubicBezTo>
                    <a:pt x="400124" y="0"/>
                    <a:pt x="402029" y="0"/>
                    <a:pt x="402982" y="0"/>
                  </a:cubicBezTo>
                  <a:cubicBezTo>
                    <a:pt x="403934" y="0"/>
                    <a:pt x="405839" y="953"/>
                    <a:pt x="405839" y="1905"/>
                  </a:cubicBezTo>
                  <a:lnTo>
                    <a:pt x="464894" y="99060"/>
                  </a:lnTo>
                  <a:cubicBezTo>
                    <a:pt x="465847" y="100013"/>
                    <a:pt x="465847" y="101918"/>
                    <a:pt x="465847" y="102870"/>
                  </a:cubicBezTo>
                  <a:cubicBezTo>
                    <a:pt x="465847" y="103823"/>
                    <a:pt x="464894" y="104775"/>
                    <a:pt x="462989" y="105727"/>
                  </a:cubicBezTo>
                  <a:cubicBezTo>
                    <a:pt x="451559" y="111443"/>
                    <a:pt x="173429" y="247650"/>
                    <a:pt x="144854" y="252413"/>
                  </a:cubicBezTo>
                  <a:cubicBezTo>
                    <a:pt x="132472" y="255270"/>
                    <a:pt x="121042" y="258127"/>
                    <a:pt x="109612" y="263843"/>
                  </a:cubicBezTo>
                  <a:cubicBezTo>
                    <a:pt x="95324" y="270510"/>
                    <a:pt x="79132" y="275273"/>
                    <a:pt x="63892" y="277178"/>
                  </a:cubicBezTo>
                  <a:cubicBezTo>
                    <a:pt x="63892" y="277178"/>
                    <a:pt x="61987" y="277178"/>
                    <a:pt x="59129" y="277178"/>
                  </a:cubicBezTo>
                  <a:close/>
                  <a:moveTo>
                    <a:pt x="35317" y="160973"/>
                  </a:moveTo>
                  <a:cubicBezTo>
                    <a:pt x="33412" y="160973"/>
                    <a:pt x="32459" y="160973"/>
                    <a:pt x="30554" y="161925"/>
                  </a:cubicBezTo>
                  <a:cubicBezTo>
                    <a:pt x="30554" y="161925"/>
                    <a:pt x="29602" y="161925"/>
                    <a:pt x="29602" y="163830"/>
                  </a:cubicBezTo>
                  <a:cubicBezTo>
                    <a:pt x="28649" y="174308"/>
                    <a:pt x="58177" y="187643"/>
                    <a:pt x="78179" y="193358"/>
                  </a:cubicBezTo>
                  <a:cubicBezTo>
                    <a:pt x="81037" y="193358"/>
                    <a:pt x="82942" y="196215"/>
                    <a:pt x="82942" y="198120"/>
                  </a:cubicBezTo>
                  <a:cubicBezTo>
                    <a:pt x="82942" y="200025"/>
                    <a:pt x="80084" y="202883"/>
                    <a:pt x="78179" y="202883"/>
                  </a:cubicBezTo>
                  <a:cubicBezTo>
                    <a:pt x="49604" y="206693"/>
                    <a:pt x="9599" y="217170"/>
                    <a:pt x="10552" y="227648"/>
                  </a:cubicBezTo>
                  <a:cubicBezTo>
                    <a:pt x="12457" y="239077"/>
                    <a:pt x="18172" y="248602"/>
                    <a:pt x="27697" y="255270"/>
                  </a:cubicBezTo>
                  <a:cubicBezTo>
                    <a:pt x="38174" y="263843"/>
                    <a:pt x="51509" y="267653"/>
                    <a:pt x="64844" y="266700"/>
                  </a:cubicBezTo>
                  <a:cubicBezTo>
                    <a:pt x="80084" y="264795"/>
                    <a:pt x="94372" y="260033"/>
                    <a:pt x="107707" y="254318"/>
                  </a:cubicBezTo>
                  <a:cubicBezTo>
                    <a:pt x="119137" y="249555"/>
                    <a:pt x="131519" y="245745"/>
                    <a:pt x="144854" y="242888"/>
                  </a:cubicBezTo>
                  <a:cubicBezTo>
                    <a:pt x="165809" y="239077"/>
                    <a:pt x="354404" y="148590"/>
                    <a:pt x="455369" y="99060"/>
                  </a:cubicBezTo>
                  <a:lnTo>
                    <a:pt x="402029" y="10478"/>
                  </a:lnTo>
                  <a:cubicBezTo>
                    <a:pt x="362024" y="37148"/>
                    <a:pt x="149617" y="179070"/>
                    <a:pt x="114374" y="177165"/>
                  </a:cubicBezTo>
                  <a:cubicBezTo>
                    <a:pt x="99134" y="175260"/>
                    <a:pt x="82942" y="172402"/>
                    <a:pt x="67702" y="167640"/>
                  </a:cubicBezTo>
                  <a:cubicBezTo>
                    <a:pt x="57224" y="164783"/>
                    <a:pt x="46747" y="162877"/>
                    <a:pt x="35317" y="160973"/>
                  </a:cubicBezTo>
                  <a:lnTo>
                    <a:pt x="35317" y="160973"/>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67" name="Freeform 67"/>
            <p:cNvSpPr/>
            <p:nvPr/>
          </p:nvSpPr>
          <p:spPr>
            <a:xfrm>
              <a:off x="5464940" y="4301993"/>
              <a:ext cx="165734" cy="208597"/>
            </a:xfrm>
            <a:custGeom>
              <a:avLst/>
              <a:gdLst/>
              <a:ahLst/>
              <a:cxnLst/>
              <a:rect l="l" t="t" r="r" b="b"/>
              <a:pathLst>
                <a:path w="165734" h="208597">
                  <a:moveTo>
                    <a:pt x="106680" y="0"/>
                  </a:moveTo>
                  <a:lnTo>
                    <a:pt x="0" y="77152"/>
                  </a:lnTo>
                  <a:lnTo>
                    <a:pt x="79057" y="208598"/>
                  </a:lnTo>
                  <a:lnTo>
                    <a:pt x="165735" y="153352"/>
                  </a:lnTo>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68" name="Freeform 68"/>
            <p:cNvSpPr/>
            <p:nvPr/>
          </p:nvSpPr>
          <p:spPr>
            <a:xfrm>
              <a:off x="5461457" y="4297145"/>
              <a:ext cx="175971" cy="219160"/>
            </a:xfrm>
            <a:custGeom>
              <a:avLst/>
              <a:gdLst/>
              <a:ahLst/>
              <a:cxnLst/>
              <a:rect l="l" t="t" r="r" b="b"/>
              <a:pathLst>
                <a:path w="175971" h="219160">
                  <a:moveTo>
                    <a:pt x="82541" y="219161"/>
                  </a:moveTo>
                  <a:lnTo>
                    <a:pt x="81588" y="219161"/>
                  </a:lnTo>
                  <a:cubicBezTo>
                    <a:pt x="80636" y="219161"/>
                    <a:pt x="79683" y="218208"/>
                    <a:pt x="78731" y="217256"/>
                  </a:cubicBezTo>
                  <a:lnTo>
                    <a:pt x="626" y="84858"/>
                  </a:lnTo>
                  <a:cubicBezTo>
                    <a:pt x="-327" y="82953"/>
                    <a:pt x="-327" y="80096"/>
                    <a:pt x="1578" y="78191"/>
                  </a:cubicBezTo>
                  <a:lnTo>
                    <a:pt x="108258" y="1038"/>
                  </a:lnTo>
                  <a:cubicBezTo>
                    <a:pt x="110163" y="-867"/>
                    <a:pt x="113021" y="86"/>
                    <a:pt x="114926" y="1991"/>
                  </a:cubicBezTo>
                  <a:cubicBezTo>
                    <a:pt x="116831" y="3896"/>
                    <a:pt x="115878" y="6753"/>
                    <a:pt x="113973" y="8658"/>
                  </a:cubicBezTo>
                  <a:cubicBezTo>
                    <a:pt x="113973" y="8658"/>
                    <a:pt x="113973" y="8658"/>
                    <a:pt x="113973" y="8658"/>
                  </a:cubicBezTo>
                  <a:lnTo>
                    <a:pt x="12056" y="82953"/>
                  </a:lnTo>
                  <a:lnTo>
                    <a:pt x="85398" y="206778"/>
                  </a:lnTo>
                  <a:lnTo>
                    <a:pt x="168266" y="154391"/>
                  </a:lnTo>
                  <a:cubicBezTo>
                    <a:pt x="170171" y="152486"/>
                    <a:pt x="173028" y="153438"/>
                    <a:pt x="174933" y="155343"/>
                  </a:cubicBezTo>
                  <a:cubicBezTo>
                    <a:pt x="176838" y="157248"/>
                    <a:pt x="175886" y="160106"/>
                    <a:pt x="173981" y="162011"/>
                  </a:cubicBezTo>
                  <a:cubicBezTo>
                    <a:pt x="173981" y="162011"/>
                    <a:pt x="173028" y="162011"/>
                    <a:pt x="173028" y="162963"/>
                  </a:cubicBezTo>
                  <a:lnTo>
                    <a:pt x="86351" y="218208"/>
                  </a:lnTo>
                  <a:cubicBezTo>
                    <a:pt x="84446" y="218208"/>
                    <a:pt x="83493" y="219161"/>
                    <a:pt x="82541" y="219161"/>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69" name="Freeform 69"/>
            <p:cNvSpPr/>
            <p:nvPr/>
          </p:nvSpPr>
          <p:spPr>
            <a:xfrm>
              <a:off x="4683516" y="4451536"/>
              <a:ext cx="73787" cy="101917"/>
            </a:xfrm>
            <a:custGeom>
              <a:avLst/>
              <a:gdLst/>
              <a:ahLst/>
              <a:cxnLst/>
              <a:rect l="l" t="t" r="r" b="b"/>
              <a:pathLst>
                <a:path w="73787" h="101917">
                  <a:moveTo>
                    <a:pt x="17519" y="30480"/>
                  </a:moveTo>
                  <a:cubicBezTo>
                    <a:pt x="7994" y="35243"/>
                    <a:pt x="2279" y="44768"/>
                    <a:pt x="374" y="55245"/>
                  </a:cubicBezTo>
                  <a:cubicBezTo>
                    <a:pt x="-579" y="59055"/>
                    <a:pt x="374" y="61912"/>
                    <a:pt x="2279" y="64770"/>
                  </a:cubicBezTo>
                  <a:cubicBezTo>
                    <a:pt x="4184" y="67628"/>
                    <a:pt x="7994" y="68580"/>
                    <a:pt x="10851" y="66675"/>
                  </a:cubicBezTo>
                  <a:cubicBezTo>
                    <a:pt x="10851" y="66675"/>
                    <a:pt x="10851" y="66675"/>
                    <a:pt x="10851" y="66675"/>
                  </a:cubicBezTo>
                  <a:cubicBezTo>
                    <a:pt x="3231" y="73343"/>
                    <a:pt x="1326" y="84772"/>
                    <a:pt x="7994" y="93345"/>
                  </a:cubicBezTo>
                  <a:cubicBezTo>
                    <a:pt x="7994" y="93345"/>
                    <a:pt x="7994" y="93345"/>
                    <a:pt x="8946" y="94297"/>
                  </a:cubicBezTo>
                  <a:cubicBezTo>
                    <a:pt x="16566" y="101918"/>
                    <a:pt x="27044" y="103822"/>
                    <a:pt x="37521" y="100012"/>
                  </a:cubicBezTo>
                  <a:cubicBezTo>
                    <a:pt x="47046" y="96203"/>
                    <a:pt x="54666" y="89535"/>
                    <a:pt x="60381" y="80962"/>
                  </a:cubicBezTo>
                  <a:cubicBezTo>
                    <a:pt x="73716" y="60960"/>
                    <a:pt x="84194" y="14288"/>
                    <a:pt x="55619" y="1905"/>
                  </a:cubicBezTo>
                  <a:cubicBezTo>
                    <a:pt x="43236" y="-1905"/>
                    <a:pt x="28949" y="0"/>
                    <a:pt x="18471" y="7620"/>
                  </a:cubicBezTo>
                  <a:cubicBezTo>
                    <a:pt x="13709" y="11430"/>
                    <a:pt x="4184" y="15240"/>
                    <a:pt x="4184" y="22860"/>
                  </a:cubicBezTo>
                  <a:cubicBezTo>
                    <a:pt x="5136" y="28575"/>
                    <a:pt x="11804" y="37147"/>
                    <a:pt x="17519" y="30480"/>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70" name="Freeform 70"/>
            <p:cNvSpPr/>
            <p:nvPr/>
          </p:nvSpPr>
          <p:spPr>
            <a:xfrm>
              <a:off x="4679723" y="4445854"/>
              <a:ext cx="84089" cy="111408"/>
            </a:xfrm>
            <a:custGeom>
              <a:avLst/>
              <a:gdLst/>
              <a:ahLst/>
              <a:cxnLst/>
              <a:rect l="l" t="t" r="r" b="b"/>
              <a:pathLst>
                <a:path w="84089" h="111408">
                  <a:moveTo>
                    <a:pt x="31790" y="111409"/>
                  </a:moveTo>
                  <a:cubicBezTo>
                    <a:pt x="23217" y="111409"/>
                    <a:pt x="15597" y="107599"/>
                    <a:pt x="9882" y="101884"/>
                  </a:cubicBezTo>
                  <a:cubicBezTo>
                    <a:pt x="5120" y="96169"/>
                    <a:pt x="3215" y="89501"/>
                    <a:pt x="4167" y="82834"/>
                  </a:cubicBezTo>
                  <a:cubicBezTo>
                    <a:pt x="4167" y="80929"/>
                    <a:pt x="5120" y="78071"/>
                    <a:pt x="6072" y="76166"/>
                  </a:cubicBezTo>
                  <a:cubicBezTo>
                    <a:pt x="5120" y="75214"/>
                    <a:pt x="4167" y="74261"/>
                    <a:pt x="3215" y="73309"/>
                  </a:cubicBezTo>
                  <a:cubicBezTo>
                    <a:pt x="357" y="69499"/>
                    <a:pt x="-595" y="64736"/>
                    <a:pt x="357" y="59974"/>
                  </a:cubicBezTo>
                  <a:cubicBezTo>
                    <a:pt x="1310" y="52354"/>
                    <a:pt x="4167" y="44734"/>
                    <a:pt x="9882" y="39019"/>
                  </a:cubicBezTo>
                  <a:cubicBezTo>
                    <a:pt x="7025" y="36161"/>
                    <a:pt x="5120" y="32351"/>
                    <a:pt x="5120" y="28541"/>
                  </a:cubicBezTo>
                  <a:cubicBezTo>
                    <a:pt x="4167" y="19016"/>
                    <a:pt x="13692" y="13301"/>
                    <a:pt x="19407" y="9491"/>
                  </a:cubicBezTo>
                  <a:lnTo>
                    <a:pt x="21312" y="8539"/>
                  </a:lnTo>
                  <a:cubicBezTo>
                    <a:pt x="33695" y="-34"/>
                    <a:pt x="48935" y="-1939"/>
                    <a:pt x="63222" y="1871"/>
                  </a:cubicBezTo>
                  <a:cubicBezTo>
                    <a:pt x="72747" y="5681"/>
                    <a:pt x="80367" y="14254"/>
                    <a:pt x="82272" y="24731"/>
                  </a:cubicBezTo>
                  <a:cubicBezTo>
                    <a:pt x="87035" y="46639"/>
                    <a:pt x="82272" y="69499"/>
                    <a:pt x="69890" y="88549"/>
                  </a:cubicBezTo>
                  <a:cubicBezTo>
                    <a:pt x="64175" y="98074"/>
                    <a:pt x="54650" y="105694"/>
                    <a:pt x="44172" y="109504"/>
                  </a:cubicBezTo>
                  <a:cubicBezTo>
                    <a:pt x="39410" y="110456"/>
                    <a:pt x="35600" y="111409"/>
                    <a:pt x="31790" y="111409"/>
                  </a:cubicBezTo>
                  <a:close/>
                  <a:moveTo>
                    <a:pt x="17502" y="77119"/>
                  </a:moveTo>
                  <a:cubicBezTo>
                    <a:pt x="15597" y="79024"/>
                    <a:pt x="13692" y="81881"/>
                    <a:pt x="13692" y="84739"/>
                  </a:cubicBezTo>
                  <a:cubicBezTo>
                    <a:pt x="12740" y="88549"/>
                    <a:pt x="14645" y="93311"/>
                    <a:pt x="16550" y="96169"/>
                  </a:cubicBezTo>
                  <a:cubicBezTo>
                    <a:pt x="22265" y="101884"/>
                    <a:pt x="31790" y="103789"/>
                    <a:pt x="39410" y="100931"/>
                  </a:cubicBezTo>
                  <a:cubicBezTo>
                    <a:pt x="47982" y="97121"/>
                    <a:pt x="54650" y="91406"/>
                    <a:pt x="59412" y="83786"/>
                  </a:cubicBezTo>
                  <a:cubicBezTo>
                    <a:pt x="69890" y="67594"/>
                    <a:pt x="73700" y="47591"/>
                    <a:pt x="69890" y="28541"/>
                  </a:cubicBezTo>
                  <a:cubicBezTo>
                    <a:pt x="67985" y="20921"/>
                    <a:pt x="63222" y="15206"/>
                    <a:pt x="56555" y="12349"/>
                  </a:cubicBezTo>
                  <a:cubicBezTo>
                    <a:pt x="45125" y="9491"/>
                    <a:pt x="33695" y="11396"/>
                    <a:pt x="24170" y="18064"/>
                  </a:cubicBezTo>
                  <a:lnTo>
                    <a:pt x="22265" y="19016"/>
                  </a:lnTo>
                  <a:cubicBezTo>
                    <a:pt x="18455" y="21874"/>
                    <a:pt x="12740" y="24731"/>
                    <a:pt x="12740" y="28541"/>
                  </a:cubicBezTo>
                  <a:cubicBezTo>
                    <a:pt x="12740" y="30446"/>
                    <a:pt x="13692" y="32351"/>
                    <a:pt x="15597" y="33304"/>
                  </a:cubicBezTo>
                  <a:lnTo>
                    <a:pt x="18455" y="31399"/>
                  </a:lnTo>
                  <a:cubicBezTo>
                    <a:pt x="20360" y="30446"/>
                    <a:pt x="23217" y="30446"/>
                    <a:pt x="24170" y="32351"/>
                  </a:cubicBezTo>
                  <a:cubicBezTo>
                    <a:pt x="26075" y="34256"/>
                    <a:pt x="26075" y="37114"/>
                    <a:pt x="24170" y="38066"/>
                  </a:cubicBezTo>
                  <a:cubicBezTo>
                    <a:pt x="23217" y="39971"/>
                    <a:pt x="21312" y="40924"/>
                    <a:pt x="19407" y="40924"/>
                  </a:cubicBezTo>
                  <a:cubicBezTo>
                    <a:pt x="13692" y="45686"/>
                    <a:pt x="9882" y="52354"/>
                    <a:pt x="8930" y="59974"/>
                  </a:cubicBezTo>
                  <a:cubicBezTo>
                    <a:pt x="8930" y="61879"/>
                    <a:pt x="8930" y="64736"/>
                    <a:pt x="9882" y="65689"/>
                  </a:cubicBezTo>
                  <a:cubicBezTo>
                    <a:pt x="9882" y="66641"/>
                    <a:pt x="10835" y="66641"/>
                    <a:pt x="11787" y="66641"/>
                  </a:cubicBezTo>
                  <a:lnTo>
                    <a:pt x="12740" y="66641"/>
                  </a:lnTo>
                  <a:cubicBezTo>
                    <a:pt x="14645" y="64736"/>
                    <a:pt x="17502" y="65689"/>
                    <a:pt x="19407" y="67594"/>
                  </a:cubicBezTo>
                  <a:cubicBezTo>
                    <a:pt x="21312" y="69499"/>
                    <a:pt x="20360" y="72356"/>
                    <a:pt x="18455" y="74261"/>
                  </a:cubicBezTo>
                  <a:lnTo>
                    <a:pt x="17502" y="77119"/>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71" name="Freeform 71"/>
            <p:cNvSpPr/>
            <p:nvPr/>
          </p:nvSpPr>
          <p:spPr>
            <a:xfrm>
              <a:off x="3697100" y="5887906"/>
              <a:ext cx="737235" cy="276225"/>
            </a:xfrm>
            <a:custGeom>
              <a:avLst/>
              <a:gdLst/>
              <a:ahLst/>
              <a:cxnLst/>
              <a:rect l="l" t="t" r="r" b="b"/>
              <a:pathLst>
                <a:path w="737235" h="276225">
                  <a:moveTo>
                    <a:pt x="0" y="0"/>
                  </a:moveTo>
                  <a:lnTo>
                    <a:pt x="737235" y="0"/>
                  </a:lnTo>
                  <a:lnTo>
                    <a:pt x="737235" y="276225"/>
                  </a:lnTo>
                  <a:lnTo>
                    <a:pt x="0" y="276225"/>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72" name="Freeform 72"/>
            <p:cNvSpPr/>
            <p:nvPr/>
          </p:nvSpPr>
          <p:spPr>
            <a:xfrm>
              <a:off x="3692338" y="5884096"/>
              <a:ext cx="747712" cy="285750"/>
            </a:xfrm>
            <a:custGeom>
              <a:avLst/>
              <a:gdLst/>
              <a:ahLst/>
              <a:cxnLst/>
              <a:rect l="l" t="t" r="r" b="b"/>
              <a:pathLst>
                <a:path w="747712" h="285750">
                  <a:moveTo>
                    <a:pt x="742950" y="285750"/>
                  </a:moveTo>
                  <a:lnTo>
                    <a:pt x="4763" y="285750"/>
                  </a:lnTo>
                  <a:cubicBezTo>
                    <a:pt x="1905" y="285750"/>
                    <a:pt x="0" y="283845"/>
                    <a:pt x="0" y="280988"/>
                  </a:cubicBezTo>
                  <a:lnTo>
                    <a:pt x="0" y="4763"/>
                  </a:lnTo>
                  <a:cubicBezTo>
                    <a:pt x="0" y="1905"/>
                    <a:pt x="1905" y="0"/>
                    <a:pt x="4763" y="0"/>
                  </a:cubicBezTo>
                  <a:lnTo>
                    <a:pt x="742950" y="0"/>
                  </a:lnTo>
                  <a:cubicBezTo>
                    <a:pt x="745808" y="0"/>
                    <a:pt x="747713" y="1905"/>
                    <a:pt x="747713" y="4763"/>
                  </a:cubicBezTo>
                  <a:lnTo>
                    <a:pt x="747713" y="281940"/>
                  </a:lnTo>
                  <a:cubicBezTo>
                    <a:pt x="747713" y="282892"/>
                    <a:pt x="745808" y="284797"/>
                    <a:pt x="742950" y="285750"/>
                  </a:cubicBezTo>
                  <a:close/>
                  <a:moveTo>
                    <a:pt x="10478" y="275272"/>
                  </a:moveTo>
                  <a:lnTo>
                    <a:pt x="738188" y="275272"/>
                  </a:lnTo>
                  <a:lnTo>
                    <a:pt x="738188" y="8572"/>
                  </a:lnTo>
                  <a:lnTo>
                    <a:pt x="9525" y="8572"/>
                  </a:lnTo>
                  <a:lnTo>
                    <a:pt x="10478" y="275272"/>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73" name="Freeform 73"/>
            <p:cNvSpPr/>
            <p:nvPr/>
          </p:nvSpPr>
          <p:spPr>
            <a:xfrm>
              <a:off x="4540063" y="5741221"/>
              <a:ext cx="737235" cy="422910"/>
            </a:xfrm>
            <a:custGeom>
              <a:avLst/>
              <a:gdLst/>
              <a:ahLst/>
              <a:cxnLst/>
              <a:rect l="l" t="t" r="r" b="b"/>
              <a:pathLst>
                <a:path w="737235" h="422910">
                  <a:moveTo>
                    <a:pt x="0" y="0"/>
                  </a:moveTo>
                  <a:lnTo>
                    <a:pt x="737235" y="0"/>
                  </a:lnTo>
                  <a:lnTo>
                    <a:pt x="737235" y="422910"/>
                  </a:lnTo>
                  <a:lnTo>
                    <a:pt x="0" y="42291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74" name="Freeform 74"/>
            <p:cNvSpPr/>
            <p:nvPr/>
          </p:nvSpPr>
          <p:spPr>
            <a:xfrm>
              <a:off x="4535300" y="5737410"/>
              <a:ext cx="746759" cy="432435"/>
            </a:xfrm>
            <a:custGeom>
              <a:avLst/>
              <a:gdLst/>
              <a:ahLst/>
              <a:cxnLst/>
              <a:rect l="l" t="t" r="r" b="b"/>
              <a:pathLst>
                <a:path w="746759" h="432435">
                  <a:moveTo>
                    <a:pt x="741997" y="432435"/>
                  </a:moveTo>
                  <a:lnTo>
                    <a:pt x="4763" y="432435"/>
                  </a:lnTo>
                  <a:cubicBezTo>
                    <a:pt x="1905" y="432435"/>
                    <a:pt x="0" y="430530"/>
                    <a:pt x="0" y="427673"/>
                  </a:cubicBezTo>
                  <a:lnTo>
                    <a:pt x="0" y="4763"/>
                  </a:lnTo>
                  <a:cubicBezTo>
                    <a:pt x="0" y="1905"/>
                    <a:pt x="1905" y="0"/>
                    <a:pt x="4763" y="0"/>
                  </a:cubicBezTo>
                  <a:lnTo>
                    <a:pt x="741997" y="0"/>
                  </a:lnTo>
                  <a:cubicBezTo>
                    <a:pt x="744855" y="0"/>
                    <a:pt x="746760" y="1905"/>
                    <a:pt x="746760" y="4763"/>
                  </a:cubicBezTo>
                  <a:lnTo>
                    <a:pt x="746760" y="428625"/>
                  </a:lnTo>
                  <a:cubicBezTo>
                    <a:pt x="746760" y="429578"/>
                    <a:pt x="744855" y="432435"/>
                    <a:pt x="741997" y="432435"/>
                  </a:cubicBezTo>
                  <a:close/>
                  <a:moveTo>
                    <a:pt x="9525" y="421958"/>
                  </a:moveTo>
                  <a:lnTo>
                    <a:pt x="737235" y="421958"/>
                  </a:lnTo>
                  <a:lnTo>
                    <a:pt x="737235" y="8573"/>
                  </a:lnTo>
                  <a:lnTo>
                    <a:pt x="9525" y="8573"/>
                  </a:lnTo>
                  <a:lnTo>
                    <a:pt x="9525" y="421958"/>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75" name="Freeform 75"/>
            <p:cNvSpPr/>
            <p:nvPr/>
          </p:nvSpPr>
          <p:spPr>
            <a:xfrm>
              <a:off x="5383025" y="5565961"/>
              <a:ext cx="737235" cy="598170"/>
            </a:xfrm>
            <a:custGeom>
              <a:avLst/>
              <a:gdLst/>
              <a:ahLst/>
              <a:cxnLst/>
              <a:rect l="l" t="t" r="r" b="b"/>
              <a:pathLst>
                <a:path w="737235" h="598170">
                  <a:moveTo>
                    <a:pt x="0" y="0"/>
                  </a:moveTo>
                  <a:lnTo>
                    <a:pt x="737235" y="0"/>
                  </a:lnTo>
                  <a:lnTo>
                    <a:pt x="737235" y="598170"/>
                  </a:lnTo>
                  <a:lnTo>
                    <a:pt x="0" y="59817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76" name="Freeform 76"/>
            <p:cNvSpPr/>
            <p:nvPr/>
          </p:nvSpPr>
          <p:spPr>
            <a:xfrm>
              <a:off x="5377310" y="5562151"/>
              <a:ext cx="747007" cy="607695"/>
            </a:xfrm>
            <a:custGeom>
              <a:avLst/>
              <a:gdLst/>
              <a:ahLst/>
              <a:cxnLst/>
              <a:rect l="l" t="t" r="r" b="b"/>
              <a:pathLst>
                <a:path w="747007" h="607695">
                  <a:moveTo>
                    <a:pt x="742950" y="607695"/>
                  </a:moveTo>
                  <a:lnTo>
                    <a:pt x="4763" y="607695"/>
                  </a:lnTo>
                  <a:cubicBezTo>
                    <a:pt x="1905" y="607695"/>
                    <a:pt x="0" y="605790"/>
                    <a:pt x="0" y="602933"/>
                  </a:cubicBezTo>
                  <a:lnTo>
                    <a:pt x="0" y="4763"/>
                  </a:lnTo>
                  <a:cubicBezTo>
                    <a:pt x="0" y="1905"/>
                    <a:pt x="1905" y="0"/>
                    <a:pt x="4763" y="0"/>
                  </a:cubicBezTo>
                  <a:lnTo>
                    <a:pt x="741998" y="0"/>
                  </a:lnTo>
                  <a:cubicBezTo>
                    <a:pt x="744855" y="0"/>
                    <a:pt x="746760" y="1905"/>
                    <a:pt x="746760" y="4763"/>
                  </a:cubicBezTo>
                  <a:lnTo>
                    <a:pt x="746760" y="603885"/>
                  </a:lnTo>
                  <a:cubicBezTo>
                    <a:pt x="747713" y="604838"/>
                    <a:pt x="745808" y="606743"/>
                    <a:pt x="742950" y="607695"/>
                  </a:cubicBezTo>
                  <a:close/>
                  <a:moveTo>
                    <a:pt x="10478" y="597218"/>
                  </a:moveTo>
                  <a:lnTo>
                    <a:pt x="738188" y="597218"/>
                  </a:lnTo>
                  <a:lnTo>
                    <a:pt x="738188" y="8572"/>
                  </a:lnTo>
                  <a:lnTo>
                    <a:pt x="10478" y="8572"/>
                  </a:lnTo>
                  <a:lnTo>
                    <a:pt x="10478" y="597218"/>
                  </a:lnTo>
                  <a:close/>
                </a:path>
              </a:pathLst>
            </a:custGeom>
            <a:solidFill>
              <a:srgbClr val="231F20"/>
            </a:solidFill>
            <a:ln cap="flat">
              <a:prstDash val="solid"/>
            </a:ln>
          </p:spPr>
          <p:txBody>
            <a:bodyPr vert="horz" lIns="91440" tIns="45720" rIns="91440" bIns="45720" anchor="ctr">
              <a:spAutoFit/>
            </a:bodyPr>
            <a:lstStyle/>
            <a:p>
              <a:pPr marL="0" algn="l"/>
              <a:endParaRPr/>
            </a:p>
          </p:txBody>
        </p:sp>
      </p:grpSp>
      <p:sp>
        <p:nvSpPr>
          <p:cNvPr id="77" name="AutoShape 77"/>
          <p:cNvSpPr/>
          <p:nvPr/>
        </p:nvSpPr>
        <p:spPr>
          <a:xfrm>
            <a:off x="8486893" y="3594978"/>
            <a:ext cx="2540376" cy="36000"/>
          </a:xfrm>
          <a:prstGeom prst="rect">
            <a:avLst/>
          </a:prstGeom>
          <a:gradFill>
            <a:gsLst>
              <a:gs pos="0">
                <a:srgbClr val="FF9A2C">
                  <a:alpha val="0"/>
                </a:srgbClr>
              </a:gs>
              <a:gs pos="49000">
                <a:srgbClr val="FF9A2C">
                  <a:alpha val="50000"/>
                </a:srgbClr>
              </a:gs>
              <a:gs pos="100000">
                <a:srgbClr val="FF9A2C">
                  <a:alpha val="0"/>
                </a:srgbClr>
              </a:gs>
            </a:gsLst>
          </a:gradFill>
          <a:ln w="114300" cap="flat" cmpd="sng">
            <a:gradFill>
              <a:gsLst>
                <a:gs pos="0">
                  <a:srgbClr val="FF9A2C">
                    <a:alpha val="0"/>
                  </a:srgbClr>
                </a:gs>
                <a:gs pos="49000">
                  <a:srgbClr val="FF9A2C">
                    <a:alpha val="50000"/>
                  </a:srgbClr>
                </a:gs>
                <a:gs pos="100000">
                  <a:srgbClr val="FF9A2C">
                    <a:alpha val="0"/>
                  </a:srgbClr>
                </a:gs>
              </a:gsLst>
            </a:gradFill>
            <a:prstDash val="solid"/>
          </a:ln>
        </p:spPr>
        <p:txBody>
          <a:bodyPr vert="horz" lIns="91440" tIns="45720" rIns="91440" bIns="45720" anchor="ctr">
            <a:spAutoFit/>
          </a:bodyPr>
          <a:lstStyle/>
          <a:p>
            <a:pPr marL="0" algn="ctr"/>
            <a:endParaRPr/>
          </a:p>
        </p:txBody>
      </p:sp>
      <p:sp>
        <p:nvSpPr>
          <p:cNvPr id="78" name="AutoShape 78"/>
          <p:cNvSpPr/>
          <p:nvPr/>
        </p:nvSpPr>
        <p:spPr>
          <a:xfrm>
            <a:off x="1260593" y="3594978"/>
            <a:ext cx="2540376" cy="36000"/>
          </a:xfrm>
          <a:prstGeom prst="rect">
            <a:avLst/>
          </a:prstGeom>
          <a:gradFill>
            <a:gsLst>
              <a:gs pos="0">
                <a:srgbClr val="FF9A2C">
                  <a:alpha val="0"/>
                </a:srgbClr>
              </a:gs>
              <a:gs pos="49000">
                <a:srgbClr val="FF9A2C">
                  <a:alpha val="50000"/>
                </a:srgbClr>
              </a:gs>
              <a:gs pos="100000">
                <a:srgbClr val="FF9A2C">
                  <a:alpha val="0"/>
                </a:srgbClr>
              </a:gs>
            </a:gsLst>
          </a:gradFill>
          <a:ln w="114300" cap="flat" cmpd="sng">
            <a:gradFill>
              <a:gsLst>
                <a:gs pos="0">
                  <a:srgbClr val="FF9A2C">
                    <a:alpha val="0"/>
                  </a:srgbClr>
                </a:gs>
                <a:gs pos="49000">
                  <a:srgbClr val="FF9A2C">
                    <a:alpha val="50000"/>
                  </a:srgbClr>
                </a:gs>
                <a:gs pos="100000">
                  <a:srgbClr val="FF9A2C">
                    <a:alpha val="0"/>
                  </a:srgbClr>
                </a:gs>
              </a:gsLst>
            </a:gradFill>
            <a:prstDash val="solid"/>
          </a:ln>
        </p:spPr>
        <p:txBody>
          <a:bodyPr vert="horz" lIns="91440" tIns="45720" rIns="91440" bIns="45720" anchor="ctr">
            <a:spAutoFit/>
          </a:bodyPr>
          <a:lstStyle/>
          <a:p>
            <a:pPr marL="0" algn="ctr"/>
            <a:endParaRPr/>
          </a:p>
        </p:txBody>
      </p:sp>
      <p:sp>
        <p:nvSpPr>
          <p:cNvPr id="79" name="AutoShape 79"/>
          <p:cNvSpPr/>
          <p:nvPr/>
        </p:nvSpPr>
        <p:spPr>
          <a:xfrm rot="10800000">
            <a:off x="1412284" y="1477483"/>
            <a:ext cx="2236996" cy="2236996"/>
          </a:xfrm>
          <a:prstGeom prst="ellipse">
            <a:avLst/>
          </a:prstGeom>
          <a:gradFill>
            <a:gsLst>
              <a:gs pos="0">
                <a:srgbClr val="FF9A2C">
                  <a:alpha val="0"/>
                </a:srgbClr>
              </a:gs>
              <a:gs pos="100000">
                <a:srgbClr val="FF9A2C">
                  <a:alpha val="50000"/>
                </a:srgbClr>
              </a:gs>
            </a:gsLst>
            <a:lin ang="5400000"/>
          </a:gradFill>
          <a:ln w="180975" cap="flat" cmpd="sng">
            <a:gradFill>
              <a:gsLst>
                <a:gs pos="0">
                  <a:srgbClr val="FF9A2C">
                    <a:alpha val="0"/>
                  </a:srgbClr>
                </a:gs>
                <a:gs pos="100000">
                  <a:srgbClr val="FF9A2C">
                    <a:alpha val="50000"/>
                  </a:srgbClr>
                </a:gs>
              </a:gsLst>
              <a:lin ang="5400000"/>
            </a:gradFill>
            <a:prstDash val="solid"/>
          </a:ln>
        </p:spPr>
        <p:txBody>
          <a:bodyPr vert="horz" lIns="91440" tIns="45720" rIns="91440" bIns="45720" anchor="ctr">
            <a:spAutoFit/>
          </a:bodyPr>
          <a:lstStyle/>
          <a:p>
            <a:pPr marL="0" algn="ctr"/>
            <a:endParaRPr/>
          </a:p>
        </p:txBody>
      </p:sp>
      <p:sp>
        <p:nvSpPr>
          <p:cNvPr id="80" name="AutoShape 80"/>
          <p:cNvSpPr/>
          <p:nvPr/>
        </p:nvSpPr>
        <p:spPr>
          <a:xfrm rot="10800000">
            <a:off x="8638583" y="1477483"/>
            <a:ext cx="2236996" cy="2236996"/>
          </a:xfrm>
          <a:prstGeom prst="ellipse">
            <a:avLst/>
          </a:prstGeom>
          <a:gradFill>
            <a:gsLst>
              <a:gs pos="0">
                <a:srgbClr val="FF9A2C">
                  <a:alpha val="0"/>
                </a:srgbClr>
              </a:gs>
              <a:gs pos="100000">
                <a:srgbClr val="FF9A2C">
                  <a:alpha val="50000"/>
                </a:srgbClr>
              </a:gs>
            </a:gsLst>
            <a:lin ang="5400000"/>
          </a:gradFill>
          <a:ln w="180975" cap="flat" cmpd="sng">
            <a:gradFill>
              <a:gsLst>
                <a:gs pos="0">
                  <a:srgbClr val="FF9A2C">
                    <a:alpha val="0"/>
                  </a:srgbClr>
                </a:gs>
                <a:gs pos="100000">
                  <a:srgbClr val="FF9A2C">
                    <a:alpha val="50000"/>
                  </a:srgbClr>
                </a:gs>
              </a:gsLst>
              <a:lin ang="5400000"/>
            </a:gradFill>
            <a:prstDash val="solid"/>
          </a:ln>
        </p:spPr>
        <p:txBody>
          <a:bodyPr vert="horz" lIns="91440" tIns="45720" rIns="91440" bIns="45720" anchor="ctr">
            <a:spAutoFit/>
          </a:bodyPr>
          <a:lstStyle/>
          <a:p>
            <a:pPr marL="0" algn="ctr"/>
            <a:endParaRPr/>
          </a:p>
        </p:txBody>
      </p:sp>
      <p:grpSp>
        <p:nvGrpSpPr>
          <p:cNvPr id="81" name="Group 81"/>
          <p:cNvGrpSpPr/>
          <p:nvPr/>
        </p:nvGrpSpPr>
        <p:grpSpPr>
          <a:xfrm>
            <a:off x="8852572" y="1918983"/>
            <a:ext cx="1809028" cy="1582397"/>
            <a:chOff x="6716899" y="4742136"/>
            <a:chExt cx="2738253" cy="2395221"/>
          </a:xfrm>
        </p:grpSpPr>
        <p:sp>
          <p:nvSpPr>
            <p:cNvPr id="82" name="Freeform 82"/>
            <p:cNvSpPr/>
            <p:nvPr/>
          </p:nvSpPr>
          <p:spPr>
            <a:xfrm>
              <a:off x="6879198" y="6003883"/>
              <a:ext cx="2571750" cy="1128712"/>
            </a:xfrm>
            <a:custGeom>
              <a:avLst/>
              <a:gdLst/>
              <a:ahLst/>
              <a:cxnLst/>
              <a:rect l="l" t="t" r="r" b="b"/>
              <a:pathLst>
                <a:path w="2571750" h="1128712">
                  <a:moveTo>
                    <a:pt x="2571750" y="26670"/>
                  </a:moveTo>
                  <a:lnTo>
                    <a:pt x="2571750" y="100965"/>
                  </a:lnTo>
                  <a:lnTo>
                    <a:pt x="2223135" y="528638"/>
                  </a:lnTo>
                  <a:lnTo>
                    <a:pt x="2111693" y="390525"/>
                  </a:lnTo>
                  <a:lnTo>
                    <a:pt x="15240" y="1128713"/>
                  </a:lnTo>
                  <a:lnTo>
                    <a:pt x="0" y="1018222"/>
                  </a:lnTo>
                  <a:lnTo>
                    <a:pt x="1448753" y="423863"/>
                  </a:lnTo>
                  <a:cubicBezTo>
                    <a:pt x="1448753" y="423863"/>
                    <a:pt x="1967865" y="203835"/>
                    <a:pt x="1950720" y="203835"/>
                  </a:cubicBezTo>
                  <a:cubicBezTo>
                    <a:pt x="1933575" y="203835"/>
                    <a:pt x="1771650" y="67628"/>
                    <a:pt x="1771650" y="67628"/>
                  </a:cubicBezTo>
                  <a:lnTo>
                    <a:pt x="1787843" y="0"/>
                  </a:lnTo>
                  <a:lnTo>
                    <a:pt x="2345055" y="84772"/>
                  </a:lnTo>
                  <a:lnTo>
                    <a:pt x="2571750" y="26670"/>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83" name="Freeform 83"/>
            <p:cNvSpPr/>
            <p:nvPr/>
          </p:nvSpPr>
          <p:spPr>
            <a:xfrm>
              <a:off x="6874435" y="6000073"/>
              <a:ext cx="2580322" cy="1137284"/>
            </a:xfrm>
            <a:custGeom>
              <a:avLst/>
              <a:gdLst/>
              <a:ahLst/>
              <a:cxnLst/>
              <a:rect l="l" t="t" r="r" b="b"/>
              <a:pathLst>
                <a:path w="2580322" h="1137284">
                  <a:moveTo>
                    <a:pt x="20003" y="1137285"/>
                  </a:moveTo>
                  <a:cubicBezTo>
                    <a:pt x="19050" y="1137285"/>
                    <a:pt x="18097" y="1137285"/>
                    <a:pt x="17145" y="1136332"/>
                  </a:cubicBezTo>
                  <a:cubicBezTo>
                    <a:pt x="16193" y="1135380"/>
                    <a:pt x="15240" y="1134427"/>
                    <a:pt x="15240" y="1132523"/>
                  </a:cubicBezTo>
                  <a:lnTo>
                    <a:pt x="0" y="1022985"/>
                  </a:lnTo>
                  <a:cubicBezTo>
                    <a:pt x="0" y="1021080"/>
                    <a:pt x="953" y="1019175"/>
                    <a:pt x="2857" y="1018222"/>
                  </a:cubicBezTo>
                  <a:lnTo>
                    <a:pt x="1451610" y="423863"/>
                  </a:lnTo>
                  <a:cubicBezTo>
                    <a:pt x="1631633" y="347663"/>
                    <a:pt x="1897380" y="233363"/>
                    <a:pt x="1945005" y="209550"/>
                  </a:cubicBezTo>
                  <a:cubicBezTo>
                    <a:pt x="1909763" y="190500"/>
                    <a:pt x="1806893" y="104775"/>
                    <a:pt x="1773555" y="76200"/>
                  </a:cubicBezTo>
                  <a:cubicBezTo>
                    <a:pt x="1772603" y="75247"/>
                    <a:pt x="1771650" y="73342"/>
                    <a:pt x="1771650" y="71438"/>
                  </a:cubicBezTo>
                  <a:lnTo>
                    <a:pt x="1787843" y="3810"/>
                  </a:lnTo>
                  <a:cubicBezTo>
                    <a:pt x="1788795" y="952"/>
                    <a:pt x="1790700" y="0"/>
                    <a:pt x="1793558" y="0"/>
                  </a:cubicBezTo>
                  <a:lnTo>
                    <a:pt x="2349818" y="84772"/>
                  </a:lnTo>
                  <a:lnTo>
                    <a:pt x="2574608" y="26670"/>
                  </a:lnTo>
                  <a:cubicBezTo>
                    <a:pt x="2577465" y="25717"/>
                    <a:pt x="2580323" y="27622"/>
                    <a:pt x="2580323" y="30480"/>
                  </a:cubicBezTo>
                  <a:cubicBezTo>
                    <a:pt x="2580323" y="30480"/>
                    <a:pt x="2580323" y="31432"/>
                    <a:pt x="2580323" y="31432"/>
                  </a:cubicBezTo>
                  <a:lnTo>
                    <a:pt x="2580323" y="105727"/>
                  </a:lnTo>
                  <a:cubicBezTo>
                    <a:pt x="2580323" y="106680"/>
                    <a:pt x="2580323" y="107632"/>
                    <a:pt x="2579370" y="108585"/>
                  </a:cubicBezTo>
                  <a:lnTo>
                    <a:pt x="2230755" y="536257"/>
                  </a:lnTo>
                  <a:cubicBezTo>
                    <a:pt x="2229803" y="537210"/>
                    <a:pt x="2228850" y="538163"/>
                    <a:pt x="2226945" y="538163"/>
                  </a:cubicBezTo>
                  <a:cubicBezTo>
                    <a:pt x="2225040" y="538163"/>
                    <a:pt x="2224088" y="537210"/>
                    <a:pt x="2223135" y="536257"/>
                  </a:cubicBezTo>
                  <a:lnTo>
                    <a:pt x="2113598" y="401002"/>
                  </a:lnTo>
                  <a:lnTo>
                    <a:pt x="21907" y="1136332"/>
                  </a:lnTo>
                  <a:cubicBezTo>
                    <a:pt x="20955" y="1137285"/>
                    <a:pt x="20955" y="1137285"/>
                    <a:pt x="20003" y="1137285"/>
                  </a:cubicBezTo>
                  <a:close/>
                  <a:moveTo>
                    <a:pt x="10478" y="1024890"/>
                  </a:moveTo>
                  <a:lnTo>
                    <a:pt x="24765" y="1124902"/>
                  </a:lnTo>
                  <a:lnTo>
                    <a:pt x="2114550" y="389572"/>
                  </a:lnTo>
                  <a:cubicBezTo>
                    <a:pt x="2116455" y="388620"/>
                    <a:pt x="2118360" y="389572"/>
                    <a:pt x="2120265" y="391477"/>
                  </a:cubicBezTo>
                  <a:lnTo>
                    <a:pt x="2227898" y="524827"/>
                  </a:lnTo>
                  <a:lnTo>
                    <a:pt x="2571750" y="102870"/>
                  </a:lnTo>
                  <a:lnTo>
                    <a:pt x="2571750" y="36195"/>
                  </a:lnTo>
                  <a:lnTo>
                    <a:pt x="2351723" y="93345"/>
                  </a:lnTo>
                  <a:cubicBezTo>
                    <a:pt x="2350770" y="93345"/>
                    <a:pt x="2350770" y="93345"/>
                    <a:pt x="2349818" y="93345"/>
                  </a:cubicBezTo>
                  <a:lnTo>
                    <a:pt x="1796415" y="8572"/>
                  </a:lnTo>
                  <a:lnTo>
                    <a:pt x="1782128" y="69532"/>
                  </a:lnTo>
                  <a:cubicBezTo>
                    <a:pt x="1858328" y="133350"/>
                    <a:pt x="1944053" y="200977"/>
                    <a:pt x="1955483" y="202882"/>
                  </a:cubicBezTo>
                  <a:cubicBezTo>
                    <a:pt x="1958340" y="202882"/>
                    <a:pt x="1960245" y="204788"/>
                    <a:pt x="1960245" y="206692"/>
                  </a:cubicBezTo>
                  <a:cubicBezTo>
                    <a:pt x="1961198" y="212407"/>
                    <a:pt x="1962150" y="214313"/>
                    <a:pt x="1706880" y="324802"/>
                  </a:cubicBezTo>
                  <a:cubicBezTo>
                    <a:pt x="1582103" y="378142"/>
                    <a:pt x="1456373" y="431482"/>
                    <a:pt x="1455420" y="432435"/>
                  </a:cubicBezTo>
                  <a:lnTo>
                    <a:pt x="10478" y="102489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84" name="Freeform 84"/>
            <p:cNvSpPr/>
            <p:nvPr/>
          </p:nvSpPr>
          <p:spPr>
            <a:xfrm>
              <a:off x="7038265" y="5955306"/>
              <a:ext cx="152400" cy="114299"/>
            </a:xfrm>
            <a:custGeom>
              <a:avLst/>
              <a:gdLst/>
              <a:ahLst/>
              <a:cxnLst/>
              <a:rect l="l" t="t" r="r" b="b"/>
              <a:pathLst>
                <a:path w="152400" h="114299">
                  <a:moveTo>
                    <a:pt x="152400" y="34290"/>
                  </a:moveTo>
                  <a:lnTo>
                    <a:pt x="40957" y="0"/>
                  </a:lnTo>
                  <a:lnTo>
                    <a:pt x="0" y="76200"/>
                  </a:lnTo>
                  <a:lnTo>
                    <a:pt x="103822" y="11430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85" name="Freeform 85"/>
            <p:cNvSpPr/>
            <p:nvPr/>
          </p:nvSpPr>
          <p:spPr>
            <a:xfrm>
              <a:off x="7032788" y="5952074"/>
              <a:ext cx="163353" cy="122293"/>
            </a:xfrm>
            <a:custGeom>
              <a:avLst/>
              <a:gdLst/>
              <a:ahLst/>
              <a:cxnLst/>
              <a:rect l="l" t="t" r="r" b="b"/>
              <a:pathLst>
                <a:path w="163353" h="122293">
                  <a:moveTo>
                    <a:pt x="109299" y="122294"/>
                  </a:moveTo>
                  <a:lnTo>
                    <a:pt x="107394" y="122294"/>
                  </a:lnTo>
                  <a:lnTo>
                    <a:pt x="3572" y="85146"/>
                  </a:lnTo>
                  <a:cubicBezTo>
                    <a:pt x="2619" y="85146"/>
                    <a:pt x="714" y="83241"/>
                    <a:pt x="714" y="82289"/>
                  </a:cubicBezTo>
                  <a:cubicBezTo>
                    <a:pt x="-238" y="81336"/>
                    <a:pt x="-238" y="79431"/>
                    <a:pt x="714" y="78479"/>
                  </a:cubicBezTo>
                  <a:lnTo>
                    <a:pt x="42624" y="2279"/>
                  </a:lnTo>
                  <a:cubicBezTo>
                    <a:pt x="43577" y="374"/>
                    <a:pt x="46434" y="-579"/>
                    <a:pt x="48339" y="374"/>
                  </a:cubicBezTo>
                  <a:lnTo>
                    <a:pt x="159782" y="33711"/>
                  </a:lnTo>
                  <a:cubicBezTo>
                    <a:pt x="160734" y="34664"/>
                    <a:pt x="162639" y="35616"/>
                    <a:pt x="162639" y="36569"/>
                  </a:cubicBezTo>
                  <a:cubicBezTo>
                    <a:pt x="163592" y="37521"/>
                    <a:pt x="163592" y="39426"/>
                    <a:pt x="162639" y="40379"/>
                  </a:cubicBezTo>
                  <a:lnTo>
                    <a:pt x="114062" y="120389"/>
                  </a:lnTo>
                  <a:cubicBezTo>
                    <a:pt x="113109" y="121341"/>
                    <a:pt x="111204" y="122294"/>
                    <a:pt x="109299" y="122294"/>
                  </a:cubicBezTo>
                  <a:close/>
                  <a:moveTo>
                    <a:pt x="12144" y="77526"/>
                  </a:moveTo>
                  <a:lnTo>
                    <a:pt x="107394" y="111816"/>
                  </a:lnTo>
                  <a:lnTo>
                    <a:pt x="150257" y="40379"/>
                  </a:lnTo>
                  <a:lnTo>
                    <a:pt x="49292" y="8946"/>
                  </a:lnTo>
                  <a:lnTo>
                    <a:pt x="12144" y="77526"/>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86" name="Freeform 86"/>
            <p:cNvSpPr/>
            <p:nvPr/>
          </p:nvSpPr>
          <p:spPr>
            <a:xfrm>
              <a:off x="6815380" y="6004836"/>
              <a:ext cx="2635567" cy="1017269"/>
            </a:xfrm>
            <a:custGeom>
              <a:avLst/>
              <a:gdLst/>
              <a:ahLst/>
              <a:cxnLst/>
              <a:rect l="l" t="t" r="r" b="b"/>
              <a:pathLst>
                <a:path w="2635567" h="1017269">
                  <a:moveTo>
                    <a:pt x="0" y="481965"/>
                  </a:moveTo>
                  <a:lnTo>
                    <a:pt x="1984058" y="110490"/>
                  </a:lnTo>
                  <a:lnTo>
                    <a:pt x="1851660" y="0"/>
                  </a:lnTo>
                  <a:lnTo>
                    <a:pt x="2635568" y="26670"/>
                  </a:lnTo>
                  <a:lnTo>
                    <a:pt x="2280285" y="420052"/>
                  </a:lnTo>
                  <a:lnTo>
                    <a:pt x="2174558" y="305752"/>
                  </a:lnTo>
                  <a:lnTo>
                    <a:pt x="63818" y="101727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87" name="Freeform 87"/>
            <p:cNvSpPr/>
            <p:nvPr/>
          </p:nvSpPr>
          <p:spPr>
            <a:xfrm>
              <a:off x="6810618" y="5998168"/>
              <a:ext cx="2644534" cy="1028700"/>
            </a:xfrm>
            <a:custGeom>
              <a:avLst/>
              <a:gdLst/>
              <a:ahLst/>
              <a:cxnLst/>
              <a:rect l="l" t="t" r="r" b="b"/>
              <a:pathLst>
                <a:path w="2644534" h="1028700">
                  <a:moveTo>
                    <a:pt x="68580" y="1028700"/>
                  </a:moveTo>
                  <a:cubicBezTo>
                    <a:pt x="67627" y="1028700"/>
                    <a:pt x="66675" y="1028700"/>
                    <a:pt x="65723" y="1027748"/>
                  </a:cubicBezTo>
                  <a:cubicBezTo>
                    <a:pt x="64770" y="1026795"/>
                    <a:pt x="63818" y="1025843"/>
                    <a:pt x="63818" y="1023938"/>
                  </a:cubicBezTo>
                  <a:lnTo>
                    <a:pt x="0" y="488633"/>
                  </a:lnTo>
                  <a:cubicBezTo>
                    <a:pt x="0" y="485775"/>
                    <a:pt x="952" y="483870"/>
                    <a:pt x="3810" y="482918"/>
                  </a:cubicBezTo>
                  <a:lnTo>
                    <a:pt x="1977390" y="112395"/>
                  </a:lnTo>
                  <a:lnTo>
                    <a:pt x="1853565" y="8573"/>
                  </a:lnTo>
                  <a:cubicBezTo>
                    <a:pt x="1851660" y="7620"/>
                    <a:pt x="1851660" y="4763"/>
                    <a:pt x="1851660" y="2858"/>
                  </a:cubicBezTo>
                  <a:cubicBezTo>
                    <a:pt x="1852613" y="953"/>
                    <a:pt x="1854518" y="0"/>
                    <a:pt x="1856423" y="0"/>
                  </a:cubicBezTo>
                  <a:lnTo>
                    <a:pt x="2639378" y="26670"/>
                  </a:lnTo>
                  <a:cubicBezTo>
                    <a:pt x="2641283" y="26670"/>
                    <a:pt x="2643188" y="27623"/>
                    <a:pt x="2644140" y="29528"/>
                  </a:cubicBezTo>
                  <a:cubicBezTo>
                    <a:pt x="2645093" y="31433"/>
                    <a:pt x="2644140" y="33338"/>
                    <a:pt x="2643188" y="34290"/>
                  </a:cubicBezTo>
                  <a:lnTo>
                    <a:pt x="2288858" y="429578"/>
                  </a:lnTo>
                  <a:cubicBezTo>
                    <a:pt x="2287905" y="430530"/>
                    <a:pt x="2286953" y="431483"/>
                    <a:pt x="2285048" y="431483"/>
                  </a:cubicBezTo>
                  <a:cubicBezTo>
                    <a:pt x="2284095" y="431483"/>
                    <a:pt x="2282190" y="430530"/>
                    <a:pt x="2281238" y="429578"/>
                  </a:cubicBezTo>
                  <a:lnTo>
                    <a:pt x="2177415" y="318135"/>
                  </a:lnTo>
                  <a:lnTo>
                    <a:pt x="70485" y="1028700"/>
                  </a:lnTo>
                  <a:cubicBezTo>
                    <a:pt x="69533" y="1028700"/>
                    <a:pt x="69533" y="1028700"/>
                    <a:pt x="68580" y="1028700"/>
                  </a:cubicBezTo>
                  <a:close/>
                  <a:moveTo>
                    <a:pt x="10477" y="492443"/>
                  </a:moveTo>
                  <a:lnTo>
                    <a:pt x="73343" y="1017270"/>
                  </a:lnTo>
                  <a:lnTo>
                    <a:pt x="2178368" y="307658"/>
                  </a:lnTo>
                  <a:cubicBezTo>
                    <a:pt x="2180273" y="306705"/>
                    <a:pt x="2182178" y="307658"/>
                    <a:pt x="2183130" y="308610"/>
                  </a:cubicBezTo>
                  <a:lnTo>
                    <a:pt x="2286000" y="419100"/>
                  </a:lnTo>
                  <a:lnTo>
                    <a:pt x="2629853" y="37148"/>
                  </a:lnTo>
                  <a:lnTo>
                    <a:pt x="1870710" y="11430"/>
                  </a:lnTo>
                  <a:lnTo>
                    <a:pt x="1991678" y="112395"/>
                  </a:lnTo>
                  <a:cubicBezTo>
                    <a:pt x="1992630" y="113348"/>
                    <a:pt x="1993583" y="115253"/>
                    <a:pt x="1993583" y="117158"/>
                  </a:cubicBezTo>
                  <a:cubicBezTo>
                    <a:pt x="1993583" y="119063"/>
                    <a:pt x="1991678" y="120015"/>
                    <a:pt x="1989773" y="120968"/>
                  </a:cubicBezTo>
                  <a:lnTo>
                    <a:pt x="10477" y="492443"/>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88" name="Freeform 88"/>
            <p:cNvSpPr/>
            <p:nvPr/>
          </p:nvSpPr>
          <p:spPr>
            <a:xfrm rot="21015193">
              <a:off x="7172502" y="6525044"/>
              <a:ext cx="784887" cy="160025"/>
            </a:xfrm>
            <a:custGeom>
              <a:avLst/>
              <a:gdLst/>
              <a:ahLst/>
              <a:cxnLst/>
              <a:rect l="l" t="t" r="r" b="b"/>
              <a:pathLst>
                <a:path w="784887" h="160025">
                  <a:moveTo>
                    <a:pt x="784887" y="80013"/>
                  </a:moveTo>
                  <a:cubicBezTo>
                    <a:pt x="784887" y="124203"/>
                    <a:pt x="609184" y="160026"/>
                    <a:pt x="392444" y="160026"/>
                  </a:cubicBezTo>
                  <a:cubicBezTo>
                    <a:pt x="175703" y="160026"/>
                    <a:pt x="0" y="124203"/>
                    <a:pt x="0" y="80013"/>
                  </a:cubicBezTo>
                  <a:cubicBezTo>
                    <a:pt x="0" y="35823"/>
                    <a:pt x="175703" y="0"/>
                    <a:pt x="392444" y="0"/>
                  </a:cubicBezTo>
                  <a:cubicBezTo>
                    <a:pt x="609184" y="0"/>
                    <a:pt x="784887" y="35823"/>
                    <a:pt x="784887" y="80013"/>
                  </a:cubicBezTo>
                  <a:close/>
                </a:path>
              </a:pathLst>
            </a:custGeom>
            <a:solidFill>
              <a:srgbClr val="E6E7E8"/>
            </a:solidFill>
            <a:ln cap="flat">
              <a:prstDash val="solid"/>
            </a:ln>
          </p:spPr>
          <p:txBody>
            <a:bodyPr vert="horz" lIns="91440" tIns="45720" rIns="91440" bIns="45720" anchor="ctr">
              <a:spAutoFit/>
            </a:bodyPr>
            <a:lstStyle/>
            <a:p>
              <a:pPr marL="0" algn="l"/>
              <a:endParaRPr/>
            </a:p>
          </p:txBody>
        </p:sp>
        <p:sp>
          <p:nvSpPr>
            <p:cNvPr id="89" name="Freeform 89"/>
            <p:cNvSpPr/>
            <p:nvPr/>
          </p:nvSpPr>
          <p:spPr>
            <a:xfrm>
              <a:off x="7769785" y="6321066"/>
              <a:ext cx="182879" cy="118109"/>
            </a:xfrm>
            <a:custGeom>
              <a:avLst/>
              <a:gdLst/>
              <a:ahLst/>
              <a:cxnLst/>
              <a:rect l="l" t="t" r="r" b="b"/>
              <a:pathLst>
                <a:path w="182879" h="118109">
                  <a:moveTo>
                    <a:pt x="55245" y="0"/>
                  </a:moveTo>
                  <a:lnTo>
                    <a:pt x="0" y="86677"/>
                  </a:lnTo>
                  <a:lnTo>
                    <a:pt x="107633" y="118110"/>
                  </a:lnTo>
                  <a:lnTo>
                    <a:pt x="182880" y="27622"/>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90" name="Freeform 90"/>
            <p:cNvSpPr/>
            <p:nvPr/>
          </p:nvSpPr>
          <p:spPr>
            <a:xfrm>
              <a:off x="7765618" y="6317834"/>
              <a:ext cx="193156" cy="126103"/>
            </a:xfrm>
            <a:custGeom>
              <a:avLst/>
              <a:gdLst/>
              <a:ahLst/>
              <a:cxnLst/>
              <a:rect l="l" t="t" r="r" b="b"/>
              <a:pathLst>
                <a:path w="193156" h="126103">
                  <a:moveTo>
                    <a:pt x="111800" y="126104"/>
                  </a:moveTo>
                  <a:cubicBezTo>
                    <a:pt x="111800" y="126104"/>
                    <a:pt x="110847" y="126104"/>
                    <a:pt x="110847" y="126104"/>
                  </a:cubicBezTo>
                  <a:lnTo>
                    <a:pt x="3215" y="95624"/>
                  </a:lnTo>
                  <a:cubicBezTo>
                    <a:pt x="357" y="94671"/>
                    <a:pt x="-595" y="91814"/>
                    <a:pt x="357" y="89909"/>
                  </a:cubicBezTo>
                  <a:cubicBezTo>
                    <a:pt x="357" y="89909"/>
                    <a:pt x="357" y="88956"/>
                    <a:pt x="1310" y="88956"/>
                  </a:cubicBezTo>
                  <a:lnTo>
                    <a:pt x="56555" y="2279"/>
                  </a:lnTo>
                  <a:cubicBezTo>
                    <a:pt x="57507" y="374"/>
                    <a:pt x="59412" y="-579"/>
                    <a:pt x="61317" y="374"/>
                  </a:cubicBezTo>
                  <a:lnTo>
                    <a:pt x="188952" y="27996"/>
                  </a:lnTo>
                  <a:cubicBezTo>
                    <a:pt x="190857" y="27996"/>
                    <a:pt x="191810" y="29901"/>
                    <a:pt x="192762" y="30854"/>
                  </a:cubicBezTo>
                  <a:cubicBezTo>
                    <a:pt x="193715" y="32759"/>
                    <a:pt x="192762" y="34664"/>
                    <a:pt x="191810" y="35616"/>
                  </a:cubicBezTo>
                  <a:lnTo>
                    <a:pt x="116562" y="126104"/>
                  </a:lnTo>
                  <a:cubicBezTo>
                    <a:pt x="114657" y="125151"/>
                    <a:pt x="112752" y="126104"/>
                    <a:pt x="111800" y="126104"/>
                  </a:cubicBezTo>
                  <a:close/>
                  <a:moveTo>
                    <a:pt x="11787" y="87051"/>
                  </a:moveTo>
                  <a:lnTo>
                    <a:pt x="109895" y="115626"/>
                  </a:lnTo>
                  <a:lnTo>
                    <a:pt x="178475" y="33711"/>
                  </a:lnTo>
                  <a:lnTo>
                    <a:pt x="62270" y="8946"/>
                  </a:lnTo>
                  <a:lnTo>
                    <a:pt x="11787" y="87051"/>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91" name="Freeform 91"/>
            <p:cNvSpPr/>
            <p:nvPr/>
          </p:nvSpPr>
          <p:spPr>
            <a:xfrm>
              <a:off x="7720142" y="6407743"/>
              <a:ext cx="233410" cy="144014"/>
            </a:xfrm>
            <a:custGeom>
              <a:avLst/>
              <a:gdLst/>
              <a:ahLst/>
              <a:cxnLst/>
              <a:rect l="l" t="t" r="r" b="b"/>
              <a:pathLst>
                <a:path w="233410" h="144014">
                  <a:moveTo>
                    <a:pt x="49643" y="0"/>
                  </a:moveTo>
                  <a:cubicBezTo>
                    <a:pt x="49643" y="0"/>
                    <a:pt x="-2745" y="60960"/>
                    <a:pt x="113" y="67628"/>
                  </a:cubicBezTo>
                  <a:cubicBezTo>
                    <a:pt x="2970" y="75248"/>
                    <a:pt x="222045" y="158115"/>
                    <a:pt x="232523" y="141923"/>
                  </a:cubicBezTo>
                  <a:cubicBezTo>
                    <a:pt x="243000" y="125730"/>
                    <a:pt x="157275" y="30480"/>
                    <a:pt x="157275" y="30480"/>
                  </a:cubicBezTo>
                  <a:lnTo>
                    <a:pt x="49643" y="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92" name="Freeform 92"/>
            <p:cNvSpPr/>
            <p:nvPr/>
          </p:nvSpPr>
          <p:spPr>
            <a:xfrm>
              <a:off x="7715131" y="6403933"/>
              <a:ext cx="242559" cy="153352"/>
            </a:xfrm>
            <a:custGeom>
              <a:avLst/>
              <a:gdLst/>
              <a:ahLst/>
              <a:cxnLst/>
              <a:rect l="l" t="t" r="r" b="b"/>
              <a:pathLst>
                <a:path w="242559" h="153352">
                  <a:moveTo>
                    <a:pt x="229914" y="153353"/>
                  </a:moveTo>
                  <a:cubicBezTo>
                    <a:pt x="228009" y="153353"/>
                    <a:pt x="225152" y="153353"/>
                    <a:pt x="223247" y="153353"/>
                  </a:cubicBezTo>
                  <a:cubicBezTo>
                    <a:pt x="181337" y="148590"/>
                    <a:pt x="4172" y="85725"/>
                    <a:pt x="362" y="74295"/>
                  </a:cubicBezTo>
                  <a:cubicBezTo>
                    <a:pt x="-591" y="71438"/>
                    <a:pt x="-3448" y="64770"/>
                    <a:pt x="50844" y="1905"/>
                  </a:cubicBezTo>
                  <a:cubicBezTo>
                    <a:pt x="51797" y="0"/>
                    <a:pt x="53702" y="0"/>
                    <a:pt x="55607" y="0"/>
                  </a:cubicBezTo>
                  <a:lnTo>
                    <a:pt x="163239" y="30480"/>
                  </a:lnTo>
                  <a:cubicBezTo>
                    <a:pt x="164192" y="30480"/>
                    <a:pt x="165144" y="31433"/>
                    <a:pt x="165144" y="32385"/>
                  </a:cubicBezTo>
                  <a:cubicBezTo>
                    <a:pt x="191814" y="60960"/>
                    <a:pt x="251822" y="132397"/>
                    <a:pt x="241344" y="149542"/>
                  </a:cubicBezTo>
                  <a:cubicBezTo>
                    <a:pt x="239439" y="151447"/>
                    <a:pt x="235629" y="153353"/>
                    <a:pt x="229914" y="153353"/>
                  </a:cubicBezTo>
                  <a:close/>
                  <a:moveTo>
                    <a:pt x="9887" y="70485"/>
                  </a:moveTo>
                  <a:cubicBezTo>
                    <a:pt x="32747" y="85725"/>
                    <a:pt x="218484" y="150495"/>
                    <a:pt x="233724" y="143828"/>
                  </a:cubicBezTo>
                  <a:cubicBezTo>
                    <a:pt x="236582" y="136208"/>
                    <a:pt x="203244" y="88583"/>
                    <a:pt x="159429" y="40005"/>
                  </a:cubicBezTo>
                  <a:lnTo>
                    <a:pt x="56559" y="10478"/>
                  </a:lnTo>
                  <a:cubicBezTo>
                    <a:pt x="39414" y="28575"/>
                    <a:pt x="24174" y="48578"/>
                    <a:pt x="9887" y="7048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93" name="Freeform 93"/>
            <p:cNvSpPr/>
            <p:nvPr/>
          </p:nvSpPr>
          <p:spPr>
            <a:xfrm>
              <a:off x="7114465" y="5651458"/>
              <a:ext cx="1006960" cy="743902"/>
            </a:xfrm>
            <a:custGeom>
              <a:avLst/>
              <a:gdLst/>
              <a:ahLst/>
              <a:cxnLst/>
              <a:rect l="l" t="t" r="r" b="b"/>
              <a:pathLst>
                <a:path w="1006960" h="743902">
                  <a:moveTo>
                    <a:pt x="757237" y="124777"/>
                  </a:moveTo>
                  <a:cubicBezTo>
                    <a:pt x="757237" y="124777"/>
                    <a:pt x="1000125" y="357188"/>
                    <a:pt x="1006792" y="411480"/>
                  </a:cubicBezTo>
                  <a:cubicBezTo>
                    <a:pt x="1013460" y="466725"/>
                    <a:pt x="820103" y="743903"/>
                    <a:pt x="820103" y="743903"/>
                  </a:cubicBezTo>
                  <a:lnTo>
                    <a:pt x="675323" y="681990"/>
                  </a:lnTo>
                  <a:cubicBezTo>
                    <a:pt x="675323" y="681990"/>
                    <a:pt x="838200" y="476250"/>
                    <a:pt x="804862" y="414338"/>
                  </a:cubicBezTo>
                  <a:cubicBezTo>
                    <a:pt x="771525" y="353378"/>
                    <a:pt x="590550" y="242888"/>
                    <a:pt x="590550" y="242888"/>
                  </a:cubicBezTo>
                  <a:cubicBezTo>
                    <a:pt x="590550" y="242888"/>
                    <a:pt x="474345" y="500063"/>
                    <a:pt x="397193" y="540068"/>
                  </a:cubicBezTo>
                  <a:cubicBezTo>
                    <a:pt x="320040" y="580072"/>
                    <a:pt x="0" y="433388"/>
                    <a:pt x="0" y="433388"/>
                  </a:cubicBezTo>
                  <a:lnTo>
                    <a:pt x="65722" y="300990"/>
                  </a:lnTo>
                  <a:cubicBezTo>
                    <a:pt x="65722" y="300990"/>
                    <a:pt x="278130" y="379095"/>
                    <a:pt x="317183" y="344805"/>
                  </a:cubicBezTo>
                  <a:cubicBezTo>
                    <a:pt x="357187" y="311467"/>
                    <a:pt x="421005" y="0"/>
                    <a:pt x="421005" y="0"/>
                  </a:cubicBezTo>
                  <a:lnTo>
                    <a:pt x="757237" y="124777"/>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94" name="Freeform 94"/>
            <p:cNvSpPr/>
            <p:nvPr/>
          </p:nvSpPr>
          <p:spPr>
            <a:xfrm>
              <a:off x="7108036" y="5648353"/>
              <a:ext cx="1016306" cy="751770"/>
            </a:xfrm>
            <a:custGeom>
              <a:avLst/>
              <a:gdLst/>
              <a:ahLst/>
              <a:cxnLst/>
              <a:rect l="l" t="t" r="r" b="b"/>
              <a:pathLst>
                <a:path w="1016306" h="751770">
                  <a:moveTo>
                    <a:pt x="826532" y="751770"/>
                  </a:moveTo>
                  <a:cubicBezTo>
                    <a:pt x="825579" y="751770"/>
                    <a:pt x="825579" y="751770"/>
                    <a:pt x="824627" y="751770"/>
                  </a:cubicBezTo>
                  <a:lnTo>
                    <a:pt x="679847" y="689858"/>
                  </a:lnTo>
                  <a:cubicBezTo>
                    <a:pt x="678894" y="688905"/>
                    <a:pt x="677942" y="687953"/>
                    <a:pt x="676989" y="687000"/>
                  </a:cubicBezTo>
                  <a:cubicBezTo>
                    <a:pt x="676989" y="685095"/>
                    <a:pt x="676989" y="684143"/>
                    <a:pt x="677942" y="683190"/>
                  </a:cubicBezTo>
                  <a:cubicBezTo>
                    <a:pt x="722709" y="626993"/>
                    <a:pt x="832247" y="468878"/>
                    <a:pt x="806529" y="421253"/>
                  </a:cubicBezTo>
                  <a:cubicBezTo>
                    <a:pt x="777002" y="366960"/>
                    <a:pt x="626507" y="271710"/>
                    <a:pt x="597932" y="254565"/>
                  </a:cubicBezTo>
                  <a:cubicBezTo>
                    <a:pt x="580787" y="291713"/>
                    <a:pt x="476964" y="511740"/>
                    <a:pt x="404574" y="548888"/>
                  </a:cubicBezTo>
                  <a:cubicBezTo>
                    <a:pt x="326469" y="589845"/>
                    <a:pt x="16907" y="447923"/>
                    <a:pt x="3572" y="442208"/>
                  </a:cubicBezTo>
                  <a:cubicBezTo>
                    <a:pt x="2619" y="441255"/>
                    <a:pt x="1667" y="440303"/>
                    <a:pt x="714" y="439350"/>
                  </a:cubicBezTo>
                  <a:cubicBezTo>
                    <a:pt x="-238" y="438398"/>
                    <a:pt x="-238" y="436493"/>
                    <a:pt x="714" y="435540"/>
                  </a:cubicBezTo>
                  <a:lnTo>
                    <a:pt x="66437" y="303143"/>
                  </a:lnTo>
                  <a:cubicBezTo>
                    <a:pt x="67389" y="301238"/>
                    <a:pt x="70247" y="300285"/>
                    <a:pt x="72152" y="301238"/>
                  </a:cubicBezTo>
                  <a:cubicBezTo>
                    <a:pt x="130254" y="322193"/>
                    <a:pt x="288369" y="372675"/>
                    <a:pt x="318849" y="346005"/>
                  </a:cubicBezTo>
                  <a:cubicBezTo>
                    <a:pt x="349329" y="319335"/>
                    <a:pt x="403622" y="90735"/>
                    <a:pt x="420767" y="4058"/>
                  </a:cubicBezTo>
                  <a:cubicBezTo>
                    <a:pt x="421719" y="1200"/>
                    <a:pt x="423624" y="-705"/>
                    <a:pt x="426482" y="248"/>
                  </a:cubicBezTo>
                  <a:cubicBezTo>
                    <a:pt x="426482" y="248"/>
                    <a:pt x="426482" y="248"/>
                    <a:pt x="427434" y="248"/>
                  </a:cubicBezTo>
                  <a:lnTo>
                    <a:pt x="762714" y="124073"/>
                  </a:lnTo>
                  <a:cubicBezTo>
                    <a:pt x="763667" y="124073"/>
                    <a:pt x="763667" y="125025"/>
                    <a:pt x="764619" y="125025"/>
                  </a:cubicBezTo>
                  <a:cubicBezTo>
                    <a:pt x="774144" y="134550"/>
                    <a:pt x="1008459" y="358388"/>
                    <a:pt x="1016079" y="414585"/>
                  </a:cubicBezTo>
                  <a:cubicBezTo>
                    <a:pt x="1023699" y="470783"/>
                    <a:pt x="837009" y="738435"/>
                    <a:pt x="829389" y="749865"/>
                  </a:cubicBezTo>
                  <a:cubicBezTo>
                    <a:pt x="829389" y="750818"/>
                    <a:pt x="827484" y="751770"/>
                    <a:pt x="826532" y="751770"/>
                  </a:cubicBezTo>
                  <a:close/>
                  <a:moveTo>
                    <a:pt x="689372" y="683190"/>
                  </a:moveTo>
                  <a:lnTo>
                    <a:pt x="824627" y="741293"/>
                  </a:lnTo>
                  <a:cubicBezTo>
                    <a:pt x="879872" y="662235"/>
                    <a:pt x="1013222" y="458400"/>
                    <a:pt x="1008459" y="415538"/>
                  </a:cubicBezTo>
                  <a:cubicBezTo>
                    <a:pt x="1003697" y="372675"/>
                    <a:pt x="844629" y="212655"/>
                    <a:pt x="760809" y="131693"/>
                  </a:cubicBezTo>
                  <a:lnTo>
                    <a:pt x="431244" y="10725"/>
                  </a:lnTo>
                  <a:cubicBezTo>
                    <a:pt x="421719" y="53588"/>
                    <a:pt x="365522" y="320288"/>
                    <a:pt x="326469" y="352673"/>
                  </a:cubicBezTo>
                  <a:cubicBezTo>
                    <a:pt x="288369" y="385058"/>
                    <a:pt x="109299" y="324098"/>
                    <a:pt x="74057" y="310763"/>
                  </a:cubicBezTo>
                  <a:lnTo>
                    <a:pt x="12144" y="434588"/>
                  </a:lnTo>
                  <a:cubicBezTo>
                    <a:pt x="51197" y="451733"/>
                    <a:pt x="331232" y="575558"/>
                    <a:pt x="400764" y="539363"/>
                  </a:cubicBezTo>
                  <a:cubicBezTo>
                    <a:pt x="475059" y="500310"/>
                    <a:pt x="590312" y="246945"/>
                    <a:pt x="592217" y="244088"/>
                  </a:cubicBezTo>
                  <a:cubicBezTo>
                    <a:pt x="593169" y="243135"/>
                    <a:pt x="594122" y="242183"/>
                    <a:pt x="595074" y="241230"/>
                  </a:cubicBezTo>
                  <a:cubicBezTo>
                    <a:pt x="596027" y="240278"/>
                    <a:pt x="597932" y="240278"/>
                    <a:pt x="598884" y="241230"/>
                  </a:cubicBezTo>
                  <a:cubicBezTo>
                    <a:pt x="606504" y="245993"/>
                    <a:pt x="781764" y="352673"/>
                    <a:pt x="815102" y="415538"/>
                  </a:cubicBezTo>
                  <a:cubicBezTo>
                    <a:pt x="847487" y="473640"/>
                    <a:pt x="714137" y="650805"/>
                    <a:pt x="689372" y="683190"/>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95" name="Freeform 95"/>
            <p:cNvSpPr/>
            <p:nvPr/>
          </p:nvSpPr>
          <p:spPr>
            <a:xfrm>
              <a:off x="8372315" y="5056899"/>
              <a:ext cx="156145" cy="130691"/>
            </a:xfrm>
            <a:custGeom>
              <a:avLst/>
              <a:gdLst/>
              <a:ahLst/>
              <a:cxnLst/>
              <a:rect l="l" t="t" r="r" b="b"/>
              <a:pathLst>
                <a:path w="156145" h="130691">
                  <a:moveTo>
                    <a:pt x="34693" y="130692"/>
                  </a:moveTo>
                  <a:cubicBezTo>
                    <a:pt x="51838" y="118309"/>
                    <a:pt x="69935" y="108784"/>
                    <a:pt x="89938" y="100212"/>
                  </a:cubicBezTo>
                  <a:cubicBezTo>
                    <a:pt x="111845" y="92592"/>
                    <a:pt x="140420" y="87829"/>
                    <a:pt x="133753" y="78304"/>
                  </a:cubicBezTo>
                  <a:cubicBezTo>
                    <a:pt x="127085" y="68779"/>
                    <a:pt x="74698" y="82114"/>
                    <a:pt x="74698" y="82114"/>
                  </a:cubicBezTo>
                  <a:cubicBezTo>
                    <a:pt x="74698" y="82114"/>
                    <a:pt x="105178" y="34489"/>
                    <a:pt x="123275" y="24964"/>
                  </a:cubicBezTo>
                  <a:cubicBezTo>
                    <a:pt x="140420" y="15439"/>
                    <a:pt x="165185" y="16392"/>
                    <a:pt x="152803" y="7819"/>
                  </a:cubicBezTo>
                  <a:cubicBezTo>
                    <a:pt x="140420" y="-753"/>
                    <a:pt x="103273" y="-2658"/>
                    <a:pt x="90890" y="4009"/>
                  </a:cubicBezTo>
                  <a:cubicBezTo>
                    <a:pt x="78508" y="10677"/>
                    <a:pt x="4213" y="91639"/>
                    <a:pt x="403" y="96402"/>
                  </a:cubicBezTo>
                  <a:cubicBezTo>
                    <a:pt x="-4360" y="101164"/>
                    <a:pt x="34693" y="130692"/>
                    <a:pt x="34693" y="130692"/>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96" name="Freeform 96"/>
            <p:cNvSpPr/>
            <p:nvPr/>
          </p:nvSpPr>
          <p:spPr>
            <a:xfrm>
              <a:off x="8367002" y="5052396"/>
              <a:ext cx="165885" cy="139956"/>
            </a:xfrm>
            <a:custGeom>
              <a:avLst/>
              <a:gdLst/>
              <a:ahLst/>
              <a:cxnLst/>
              <a:rect l="l" t="t" r="r" b="b"/>
              <a:pathLst>
                <a:path w="165885" h="139956">
                  <a:moveTo>
                    <a:pt x="40005" y="139957"/>
                  </a:moveTo>
                  <a:cubicBezTo>
                    <a:pt x="39053" y="139957"/>
                    <a:pt x="38100" y="139957"/>
                    <a:pt x="37148" y="139004"/>
                  </a:cubicBezTo>
                  <a:cubicBezTo>
                    <a:pt x="13335" y="120907"/>
                    <a:pt x="953" y="108524"/>
                    <a:pt x="0" y="102809"/>
                  </a:cubicBezTo>
                  <a:cubicBezTo>
                    <a:pt x="0" y="100904"/>
                    <a:pt x="0" y="98999"/>
                    <a:pt x="953" y="98047"/>
                  </a:cubicBezTo>
                  <a:cubicBezTo>
                    <a:pt x="1905" y="97094"/>
                    <a:pt x="78105" y="12322"/>
                    <a:pt x="93345" y="4702"/>
                  </a:cubicBezTo>
                  <a:cubicBezTo>
                    <a:pt x="108585" y="-2918"/>
                    <a:pt x="146685" y="-1013"/>
                    <a:pt x="160973" y="8512"/>
                  </a:cubicBezTo>
                  <a:cubicBezTo>
                    <a:pt x="162878" y="9464"/>
                    <a:pt x="166688" y="13274"/>
                    <a:pt x="165735" y="18037"/>
                  </a:cubicBezTo>
                  <a:cubicBezTo>
                    <a:pt x="164783" y="22799"/>
                    <a:pt x="159067" y="24704"/>
                    <a:pt x="149542" y="27562"/>
                  </a:cubicBezTo>
                  <a:cubicBezTo>
                    <a:pt x="142875" y="29467"/>
                    <a:pt x="136208" y="31372"/>
                    <a:pt x="130492" y="34229"/>
                  </a:cubicBezTo>
                  <a:cubicBezTo>
                    <a:pt x="120015" y="39944"/>
                    <a:pt x="101917" y="62804"/>
                    <a:pt x="91440" y="78997"/>
                  </a:cubicBezTo>
                  <a:cubicBezTo>
                    <a:pt x="112395" y="74234"/>
                    <a:pt x="138113" y="70424"/>
                    <a:pt x="143828" y="79949"/>
                  </a:cubicBezTo>
                  <a:cubicBezTo>
                    <a:pt x="145733" y="81854"/>
                    <a:pt x="146685" y="85664"/>
                    <a:pt x="145733" y="88522"/>
                  </a:cubicBezTo>
                  <a:cubicBezTo>
                    <a:pt x="142875" y="96142"/>
                    <a:pt x="132398" y="98999"/>
                    <a:pt x="112395" y="104714"/>
                  </a:cubicBezTo>
                  <a:cubicBezTo>
                    <a:pt x="107633" y="105667"/>
                    <a:pt x="102870" y="107572"/>
                    <a:pt x="97155" y="109477"/>
                  </a:cubicBezTo>
                  <a:cubicBezTo>
                    <a:pt x="78105" y="117097"/>
                    <a:pt x="60008" y="126622"/>
                    <a:pt x="43815" y="138052"/>
                  </a:cubicBezTo>
                  <a:cubicBezTo>
                    <a:pt x="41910" y="139004"/>
                    <a:pt x="40958" y="139957"/>
                    <a:pt x="40005" y="139957"/>
                  </a:cubicBezTo>
                  <a:close/>
                  <a:moveTo>
                    <a:pt x="10478" y="102809"/>
                  </a:moveTo>
                  <a:cubicBezTo>
                    <a:pt x="20003" y="112334"/>
                    <a:pt x="29528" y="120907"/>
                    <a:pt x="40005" y="128527"/>
                  </a:cubicBezTo>
                  <a:cubicBezTo>
                    <a:pt x="56198" y="117097"/>
                    <a:pt x="74295" y="107572"/>
                    <a:pt x="93345" y="99952"/>
                  </a:cubicBezTo>
                  <a:cubicBezTo>
                    <a:pt x="98108" y="98047"/>
                    <a:pt x="102870" y="97094"/>
                    <a:pt x="108585" y="95189"/>
                  </a:cubicBezTo>
                  <a:cubicBezTo>
                    <a:pt x="118110" y="92332"/>
                    <a:pt x="133350" y="87569"/>
                    <a:pt x="135255" y="84712"/>
                  </a:cubicBezTo>
                  <a:cubicBezTo>
                    <a:pt x="131445" y="81854"/>
                    <a:pt x="106680" y="84712"/>
                    <a:pt x="80963" y="91379"/>
                  </a:cubicBezTo>
                  <a:cubicBezTo>
                    <a:pt x="78105" y="92332"/>
                    <a:pt x="76200" y="90427"/>
                    <a:pt x="75248" y="87569"/>
                  </a:cubicBezTo>
                  <a:cubicBezTo>
                    <a:pt x="75248" y="86617"/>
                    <a:pt x="75248" y="84712"/>
                    <a:pt x="76200" y="83759"/>
                  </a:cubicBezTo>
                  <a:cubicBezTo>
                    <a:pt x="77153" y="81854"/>
                    <a:pt x="107633" y="35182"/>
                    <a:pt x="125730" y="25657"/>
                  </a:cubicBezTo>
                  <a:cubicBezTo>
                    <a:pt x="132398" y="21847"/>
                    <a:pt x="140017" y="19942"/>
                    <a:pt x="147638" y="18037"/>
                  </a:cubicBezTo>
                  <a:lnTo>
                    <a:pt x="154305" y="16132"/>
                  </a:lnTo>
                  <a:cubicBezTo>
                    <a:pt x="136208" y="8512"/>
                    <a:pt x="116205" y="7559"/>
                    <a:pt x="98108" y="13274"/>
                  </a:cubicBezTo>
                  <a:cubicBezTo>
                    <a:pt x="87630" y="18989"/>
                    <a:pt x="22860" y="89474"/>
                    <a:pt x="10478" y="102809"/>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97" name="Freeform 97"/>
            <p:cNvSpPr/>
            <p:nvPr/>
          </p:nvSpPr>
          <p:spPr>
            <a:xfrm>
              <a:off x="7919327" y="5146633"/>
              <a:ext cx="512445" cy="284797"/>
            </a:xfrm>
            <a:custGeom>
              <a:avLst/>
              <a:gdLst/>
              <a:ahLst/>
              <a:cxnLst/>
              <a:rect l="l" t="t" r="r" b="b"/>
              <a:pathLst>
                <a:path w="512445" h="284797">
                  <a:moveTo>
                    <a:pt x="0" y="72390"/>
                  </a:moveTo>
                  <a:cubicBezTo>
                    <a:pt x="0" y="72390"/>
                    <a:pt x="302895" y="136208"/>
                    <a:pt x="331470" y="128588"/>
                  </a:cubicBezTo>
                  <a:lnTo>
                    <a:pt x="445770" y="0"/>
                  </a:lnTo>
                  <a:lnTo>
                    <a:pt x="512445" y="43815"/>
                  </a:lnTo>
                  <a:cubicBezTo>
                    <a:pt x="512445" y="43815"/>
                    <a:pt x="477203" y="149543"/>
                    <a:pt x="429578" y="210502"/>
                  </a:cubicBezTo>
                  <a:cubicBezTo>
                    <a:pt x="381000" y="271463"/>
                    <a:pt x="64770" y="284798"/>
                    <a:pt x="64770" y="284798"/>
                  </a:cubicBezTo>
                  <a:lnTo>
                    <a:pt x="0" y="72390"/>
                  </a:ln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98" name="Freeform 98"/>
            <p:cNvSpPr/>
            <p:nvPr/>
          </p:nvSpPr>
          <p:spPr>
            <a:xfrm>
              <a:off x="7754979" y="4889039"/>
              <a:ext cx="350272" cy="261508"/>
            </a:xfrm>
            <a:custGeom>
              <a:avLst/>
              <a:gdLst/>
              <a:ahLst/>
              <a:cxnLst/>
              <a:rect l="l" t="t" r="r" b="b"/>
              <a:pathLst>
                <a:path w="350272" h="261508">
                  <a:moveTo>
                    <a:pt x="168159" y="260452"/>
                  </a:moveTo>
                  <a:cubicBezTo>
                    <a:pt x="150061" y="258547"/>
                    <a:pt x="131964" y="252832"/>
                    <a:pt x="115771" y="244259"/>
                  </a:cubicBezTo>
                  <a:cubicBezTo>
                    <a:pt x="88149" y="227114"/>
                    <a:pt x="69099" y="198539"/>
                    <a:pt x="63384" y="167107"/>
                  </a:cubicBezTo>
                  <a:cubicBezTo>
                    <a:pt x="24331" y="162344"/>
                    <a:pt x="-4244" y="126149"/>
                    <a:pt x="519" y="86144"/>
                  </a:cubicBezTo>
                  <a:cubicBezTo>
                    <a:pt x="519" y="86144"/>
                    <a:pt x="519" y="85192"/>
                    <a:pt x="519" y="85192"/>
                  </a:cubicBezTo>
                  <a:cubicBezTo>
                    <a:pt x="23379" y="90907"/>
                    <a:pt x="49096" y="85192"/>
                    <a:pt x="67194" y="69952"/>
                  </a:cubicBezTo>
                  <a:cubicBezTo>
                    <a:pt x="43381" y="71857"/>
                    <a:pt x="23379" y="54712"/>
                    <a:pt x="20521" y="30899"/>
                  </a:cubicBezTo>
                  <a:cubicBezTo>
                    <a:pt x="20521" y="28042"/>
                    <a:pt x="20521" y="26137"/>
                    <a:pt x="21474" y="23279"/>
                  </a:cubicBezTo>
                  <a:cubicBezTo>
                    <a:pt x="25284" y="16612"/>
                    <a:pt x="34809" y="17564"/>
                    <a:pt x="42429" y="19469"/>
                  </a:cubicBezTo>
                  <a:cubicBezTo>
                    <a:pt x="78624" y="27089"/>
                    <a:pt x="116724" y="20422"/>
                    <a:pt x="152919" y="12802"/>
                  </a:cubicBezTo>
                  <a:cubicBezTo>
                    <a:pt x="189114" y="5182"/>
                    <a:pt x="227214" y="-3391"/>
                    <a:pt x="263409" y="1372"/>
                  </a:cubicBezTo>
                  <a:cubicBezTo>
                    <a:pt x="316749" y="8992"/>
                    <a:pt x="357706" y="47092"/>
                    <a:pt x="349134" y="102337"/>
                  </a:cubicBezTo>
                  <a:cubicBezTo>
                    <a:pt x="347229" y="121387"/>
                    <a:pt x="342466" y="140437"/>
                    <a:pt x="334846" y="158534"/>
                  </a:cubicBezTo>
                  <a:cubicBezTo>
                    <a:pt x="331036" y="164249"/>
                    <a:pt x="326274" y="169964"/>
                    <a:pt x="320559" y="173774"/>
                  </a:cubicBezTo>
                  <a:cubicBezTo>
                    <a:pt x="291031" y="198539"/>
                    <a:pt x="270076" y="234734"/>
                    <a:pt x="233881" y="250927"/>
                  </a:cubicBezTo>
                  <a:cubicBezTo>
                    <a:pt x="214831" y="260452"/>
                    <a:pt x="191019" y="263309"/>
                    <a:pt x="168159" y="260452"/>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99" name="Freeform 99"/>
            <p:cNvSpPr/>
            <p:nvPr/>
          </p:nvSpPr>
          <p:spPr>
            <a:xfrm>
              <a:off x="7750940" y="4884605"/>
              <a:ext cx="360534" cy="270744"/>
            </a:xfrm>
            <a:custGeom>
              <a:avLst/>
              <a:gdLst/>
              <a:ahLst/>
              <a:cxnLst/>
              <a:rect l="l" t="t" r="r" b="b"/>
              <a:pathLst>
                <a:path w="360534" h="270744">
                  <a:moveTo>
                    <a:pt x="188390" y="270600"/>
                  </a:moveTo>
                  <a:cubicBezTo>
                    <a:pt x="182675" y="270600"/>
                    <a:pt x="177913" y="270600"/>
                    <a:pt x="172198" y="269648"/>
                  </a:cubicBezTo>
                  <a:lnTo>
                    <a:pt x="172198" y="269648"/>
                  </a:lnTo>
                  <a:cubicBezTo>
                    <a:pt x="153148" y="267743"/>
                    <a:pt x="135050" y="262028"/>
                    <a:pt x="117905" y="252503"/>
                  </a:cubicBezTo>
                  <a:cubicBezTo>
                    <a:pt x="90283" y="235358"/>
                    <a:pt x="70280" y="206783"/>
                    <a:pt x="63613" y="175350"/>
                  </a:cubicBezTo>
                  <a:cubicBezTo>
                    <a:pt x="22655" y="167730"/>
                    <a:pt x="-4967" y="129630"/>
                    <a:pt x="748" y="88673"/>
                  </a:cubicBezTo>
                  <a:cubicBezTo>
                    <a:pt x="748" y="87720"/>
                    <a:pt x="1700" y="85815"/>
                    <a:pt x="2653" y="85815"/>
                  </a:cubicBezTo>
                  <a:cubicBezTo>
                    <a:pt x="3605" y="84863"/>
                    <a:pt x="5510" y="84863"/>
                    <a:pt x="6463" y="84863"/>
                  </a:cubicBezTo>
                  <a:cubicBezTo>
                    <a:pt x="23608" y="89625"/>
                    <a:pt x="41705" y="86768"/>
                    <a:pt x="57898" y="78195"/>
                  </a:cubicBezTo>
                  <a:cubicBezTo>
                    <a:pt x="50278" y="76290"/>
                    <a:pt x="43610" y="72480"/>
                    <a:pt x="37895" y="67718"/>
                  </a:cubicBezTo>
                  <a:cubicBezTo>
                    <a:pt x="28370" y="60098"/>
                    <a:pt x="21703" y="47715"/>
                    <a:pt x="20750" y="35333"/>
                  </a:cubicBezTo>
                  <a:cubicBezTo>
                    <a:pt x="20750" y="32475"/>
                    <a:pt x="20750" y="28665"/>
                    <a:pt x="22655" y="25808"/>
                  </a:cubicBezTo>
                  <a:cubicBezTo>
                    <a:pt x="28370" y="15330"/>
                    <a:pt x="42658" y="18188"/>
                    <a:pt x="48373" y="19140"/>
                  </a:cubicBezTo>
                  <a:cubicBezTo>
                    <a:pt x="83615" y="26760"/>
                    <a:pt x="119810" y="20093"/>
                    <a:pt x="156958" y="12473"/>
                  </a:cubicBezTo>
                  <a:lnTo>
                    <a:pt x="161720" y="11520"/>
                  </a:lnTo>
                  <a:cubicBezTo>
                    <a:pt x="196963" y="3900"/>
                    <a:pt x="233158" y="-3720"/>
                    <a:pt x="269353" y="1995"/>
                  </a:cubicBezTo>
                  <a:cubicBezTo>
                    <a:pt x="298880" y="4853"/>
                    <a:pt x="325550" y="20093"/>
                    <a:pt x="343648" y="42953"/>
                  </a:cubicBezTo>
                  <a:cubicBezTo>
                    <a:pt x="357935" y="62003"/>
                    <a:pt x="363650" y="85815"/>
                    <a:pt x="358888" y="108675"/>
                  </a:cubicBezTo>
                  <a:cubicBezTo>
                    <a:pt x="356983" y="128678"/>
                    <a:pt x="352220" y="147728"/>
                    <a:pt x="344600" y="165825"/>
                  </a:cubicBezTo>
                  <a:cubicBezTo>
                    <a:pt x="340790" y="172493"/>
                    <a:pt x="336028" y="177255"/>
                    <a:pt x="330313" y="182018"/>
                  </a:cubicBezTo>
                  <a:lnTo>
                    <a:pt x="329360" y="182970"/>
                  </a:lnTo>
                  <a:cubicBezTo>
                    <a:pt x="318883" y="191543"/>
                    <a:pt x="309358" y="202020"/>
                    <a:pt x="300785" y="211545"/>
                  </a:cubicBezTo>
                  <a:cubicBezTo>
                    <a:pt x="283640" y="229643"/>
                    <a:pt x="266495" y="248693"/>
                    <a:pt x="242683" y="260123"/>
                  </a:cubicBezTo>
                  <a:cubicBezTo>
                    <a:pt x="225538" y="267743"/>
                    <a:pt x="207440" y="271553"/>
                    <a:pt x="188390" y="270600"/>
                  </a:cubicBezTo>
                  <a:close/>
                  <a:moveTo>
                    <a:pt x="173150" y="260123"/>
                  </a:moveTo>
                  <a:cubicBezTo>
                    <a:pt x="195058" y="262980"/>
                    <a:pt x="217918" y="259170"/>
                    <a:pt x="238873" y="251550"/>
                  </a:cubicBezTo>
                  <a:cubicBezTo>
                    <a:pt x="260780" y="242025"/>
                    <a:pt x="277925" y="223928"/>
                    <a:pt x="294118" y="205830"/>
                  </a:cubicBezTo>
                  <a:cubicBezTo>
                    <a:pt x="303643" y="195353"/>
                    <a:pt x="314120" y="184875"/>
                    <a:pt x="324598" y="175350"/>
                  </a:cubicBezTo>
                  <a:lnTo>
                    <a:pt x="325550" y="174398"/>
                  </a:lnTo>
                  <a:cubicBezTo>
                    <a:pt x="330313" y="170588"/>
                    <a:pt x="334123" y="166778"/>
                    <a:pt x="336980" y="162015"/>
                  </a:cubicBezTo>
                  <a:cubicBezTo>
                    <a:pt x="343648" y="144870"/>
                    <a:pt x="348410" y="125820"/>
                    <a:pt x="350315" y="107723"/>
                  </a:cubicBezTo>
                  <a:cubicBezTo>
                    <a:pt x="354125" y="86768"/>
                    <a:pt x="349363" y="65813"/>
                    <a:pt x="336980" y="48668"/>
                  </a:cubicBezTo>
                  <a:cubicBezTo>
                    <a:pt x="319835" y="27713"/>
                    <a:pt x="295070" y="14378"/>
                    <a:pt x="268400" y="11520"/>
                  </a:cubicBezTo>
                  <a:cubicBezTo>
                    <a:pt x="234110" y="6758"/>
                    <a:pt x="197915" y="14378"/>
                    <a:pt x="163625" y="21045"/>
                  </a:cubicBezTo>
                  <a:lnTo>
                    <a:pt x="158863" y="21998"/>
                  </a:lnTo>
                  <a:cubicBezTo>
                    <a:pt x="119810" y="30570"/>
                    <a:pt x="82663" y="37238"/>
                    <a:pt x="45515" y="28665"/>
                  </a:cubicBezTo>
                  <a:cubicBezTo>
                    <a:pt x="36943" y="26760"/>
                    <a:pt x="31228" y="26760"/>
                    <a:pt x="30275" y="29618"/>
                  </a:cubicBezTo>
                  <a:cubicBezTo>
                    <a:pt x="30275" y="31523"/>
                    <a:pt x="30275" y="32475"/>
                    <a:pt x="30275" y="34380"/>
                  </a:cubicBezTo>
                  <a:cubicBezTo>
                    <a:pt x="32180" y="55335"/>
                    <a:pt x="50278" y="70575"/>
                    <a:pt x="71233" y="68670"/>
                  </a:cubicBezTo>
                  <a:cubicBezTo>
                    <a:pt x="73138" y="68670"/>
                    <a:pt x="75043" y="69623"/>
                    <a:pt x="75995" y="71528"/>
                  </a:cubicBezTo>
                  <a:cubicBezTo>
                    <a:pt x="76948" y="73433"/>
                    <a:pt x="75995" y="75338"/>
                    <a:pt x="75043" y="77243"/>
                  </a:cubicBezTo>
                  <a:cubicBezTo>
                    <a:pt x="56945" y="92483"/>
                    <a:pt x="33133" y="99150"/>
                    <a:pt x="9320" y="94388"/>
                  </a:cubicBezTo>
                  <a:cubicBezTo>
                    <a:pt x="7415" y="110580"/>
                    <a:pt x="12178" y="126773"/>
                    <a:pt x="22655" y="140108"/>
                  </a:cubicBezTo>
                  <a:cubicBezTo>
                    <a:pt x="33133" y="154395"/>
                    <a:pt x="49325" y="163920"/>
                    <a:pt x="67423" y="165825"/>
                  </a:cubicBezTo>
                  <a:cubicBezTo>
                    <a:pt x="69328" y="165825"/>
                    <a:pt x="71233" y="167730"/>
                    <a:pt x="72185" y="169635"/>
                  </a:cubicBezTo>
                  <a:cubicBezTo>
                    <a:pt x="77900" y="200115"/>
                    <a:pt x="95998" y="226785"/>
                    <a:pt x="121715" y="243930"/>
                  </a:cubicBezTo>
                  <a:cubicBezTo>
                    <a:pt x="137908" y="253455"/>
                    <a:pt x="155053" y="259170"/>
                    <a:pt x="173150" y="260123"/>
                  </a:cubicBezTo>
                  <a:lnTo>
                    <a:pt x="173150" y="260123"/>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00" name="Freeform 100"/>
            <p:cNvSpPr/>
            <p:nvPr/>
          </p:nvSpPr>
          <p:spPr>
            <a:xfrm>
              <a:off x="8089825" y="5068528"/>
              <a:ext cx="30819" cy="66407"/>
            </a:xfrm>
            <a:custGeom>
              <a:avLst/>
              <a:gdLst/>
              <a:ahLst/>
              <a:cxnLst/>
              <a:rect l="l" t="t" r="r" b="b"/>
              <a:pathLst>
                <a:path w="30819" h="66407">
                  <a:moveTo>
                    <a:pt x="8572" y="0"/>
                  </a:moveTo>
                  <a:cubicBezTo>
                    <a:pt x="8572" y="0"/>
                    <a:pt x="37147" y="52388"/>
                    <a:pt x="29527" y="61913"/>
                  </a:cubicBezTo>
                  <a:cubicBezTo>
                    <a:pt x="21907" y="71438"/>
                    <a:pt x="0" y="62865"/>
                    <a:pt x="0" y="62865"/>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01" name="Freeform 101"/>
            <p:cNvSpPr/>
            <p:nvPr/>
          </p:nvSpPr>
          <p:spPr>
            <a:xfrm>
              <a:off x="8084705" y="5063392"/>
              <a:ext cx="38643" cy="76756"/>
            </a:xfrm>
            <a:custGeom>
              <a:avLst/>
              <a:gdLst/>
              <a:ahLst/>
              <a:cxnLst/>
              <a:rect l="l" t="t" r="r" b="b"/>
              <a:pathLst>
                <a:path w="38643" h="76756">
                  <a:moveTo>
                    <a:pt x="22265" y="76574"/>
                  </a:moveTo>
                  <a:cubicBezTo>
                    <a:pt x="15597" y="76574"/>
                    <a:pt x="8930" y="74669"/>
                    <a:pt x="3215" y="72764"/>
                  </a:cubicBezTo>
                  <a:cubicBezTo>
                    <a:pt x="357" y="71811"/>
                    <a:pt x="-595" y="68954"/>
                    <a:pt x="357" y="66096"/>
                  </a:cubicBezTo>
                  <a:cubicBezTo>
                    <a:pt x="357" y="66096"/>
                    <a:pt x="357" y="66096"/>
                    <a:pt x="357" y="66096"/>
                  </a:cubicBezTo>
                  <a:cubicBezTo>
                    <a:pt x="1310" y="63239"/>
                    <a:pt x="4167" y="62286"/>
                    <a:pt x="6072" y="63239"/>
                  </a:cubicBezTo>
                  <a:cubicBezTo>
                    <a:pt x="6072" y="63239"/>
                    <a:pt x="6072" y="63239"/>
                    <a:pt x="6072" y="63239"/>
                  </a:cubicBezTo>
                  <a:cubicBezTo>
                    <a:pt x="11787" y="66096"/>
                    <a:pt x="26075" y="68954"/>
                    <a:pt x="29885" y="64191"/>
                  </a:cubicBezTo>
                  <a:cubicBezTo>
                    <a:pt x="33695" y="59429"/>
                    <a:pt x="22265" y="32759"/>
                    <a:pt x="8930" y="7041"/>
                  </a:cubicBezTo>
                  <a:cubicBezTo>
                    <a:pt x="7025" y="5136"/>
                    <a:pt x="7977" y="2279"/>
                    <a:pt x="9882" y="374"/>
                  </a:cubicBezTo>
                  <a:cubicBezTo>
                    <a:pt x="9882" y="374"/>
                    <a:pt x="9882" y="374"/>
                    <a:pt x="9882" y="374"/>
                  </a:cubicBezTo>
                  <a:cubicBezTo>
                    <a:pt x="11787" y="-579"/>
                    <a:pt x="15597" y="374"/>
                    <a:pt x="16550" y="2279"/>
                  </a:cubicBezTo>
                  <a:cubicBezTo>
                    <a:pt x="25122" y="18471"/>
                    <a:pt x="45125" y="58476"/>
                    <a:pt x="36552" y="69906"/>
                  </a:cubicBezTo>
                  <a:cubicBezTo>
                    <a:pt x="34647" y="74669"/>
                    <a:pt x="28932" y="77526"/>
                    <a:pt x="22265" y="76574"/>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02" name="Freeform 102"/>
            <p:cNvSpPr/>
            <p:nvPr/>
          </p:nvSpPr>
          <p:spPr>
            <a:xfrm>
              <a:off x="7919327" y="4979946"/>
              <a:ext cx="190146" cy="299433"/>
            </a:xfrm>
            <a:custGeom>
              <a:avLst/>
              <a:gdLst/>
              <a:ahLst/>
              <a:cxnLst/>
              <a:rect l="l" t="t" r="r" b="b"/>
              <a:pathLst>
                <a:path w="190146" h="299433">
                  <a:moveTo>
                    <a:pt x="178117" y="21907"/>
                  </a:moveTo>
                  <a:cubicBezTo>
                    <a:pt x="197167" y="40957"/>
                    <a:pt x="188595" y="76200"/>
                    <a:pt x="185738" y="100013"/>
                  </a:cubicBezTo>
                  <a:cubicBezTo>
                    <a:pt x="182880" y="133350"/>
                    <a:pt x="179070" y="165735"/>
                    <a:pt x="174308" y="199073"/>
                  </a:cubicBezTo>
                  <a:cubicBezTo>
                    <a:pt x="171450" y="220027"/>
                    <a:pt x="117158" y="215265"/>
                    <a:pt x="108585" y="208598"/>
                  </a:cubicBezTo>
                  <a:lnTo>
                    <a:pt x="107633" y="278130"/>
                  </a:lnTo>
                  <a:cubicBezTo>
                    <a:pt x="107633" y="278130"/>
                    <a:pt x="91440" y="315278"/>
                    <a:pt x="49530" y="291465"/>
                  </a:cubicBezTo>
                  <a:cubicBezTo>
                    <a:pt x="7620" y="267653"/>
                    <a:pt x="0" y="239077"/>
                    <a:pt x="0" y="239077"/>
                  </a:cubicBezTo>
                  <a:lnTo>
                    <a:pt x="11430" y="143827"/>
                  </a:lnTo>
                  <a:cubicBezTo>
                    <a:pt x="11430" y="143827"/>
                    <a:pt x="47625" y="146685"/>
                    <a:pt x="72390" y="106680"/>
                  </a:cubicBezTo>
                  <a:cubicBezTo>
                    <a:pt x="97155" y="65723"/>
                    <a:pt x="101917" y="0"/>
                    <a:pt x="101917" y="0"/>
                  </a:cubicBezTo>
                  <a:cubicBezTo>
                    <a:pt x="101917" y="0"/>
                    <a:pt x="159067" y="3810"/>
                    <a:pt x="178117" y="21907"/>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03" name="Freeform 103"/>
            <p:cNvSpPr/>
            <p:nvPr/>
          </p:nvSpPr>
          <p:spPr>
            <a:xfrm>
              <a:off x="7913612" y="4975183"/>
              <a:ext cx="198638" cy="308610"/>
            </a:xfrm>
            <a:custGeom>
              <a:avLst/>
              <a:gdLst/>
              <a:ahLst/>
              <a:cxnLst/>
              <a:rect l="l" t="t" r="r" b="b"/>
              <a:pathLst>
                <a:path w="198638" h="308610">
                  <a:moveTo>
                    <a:pt x="80963" y="308610"/>
                  </a:moveTo>
                  <a:cubicBezTo>
                    <a:pt x="70485" y="308610"/>
                    <a:pt x="60960" y="305753"/>
                    <a:pt x="52388" y="300038"/>
                  </a:cubicBezTo>
                  <a:cubicBezTo>
                    <a:pt x="9525" y="275273"/>
                    <a:pt x="952" y="245745"/>
                    <a:pt x="0" y="244793"/>
                  </a:cubicBezTo>
                  <a:cubicBezTo>
                    <a:pt x="0" y="243840"/>
                    <a:pt x="0" y="243840"/>
                    <a:pt x="0" y="242888"/>
                  </a:cubicBezTo>
                  <a:lnTo>
                    <a:pt x="11430" y="147638"/>
                  </a:lnTo>
                  <a:cubicBezTo>
                    <a:pt x="11430" y="144780"/>
                    <a:pt x="14288" y="142875"/>
                    <a:pt x="16193" y="143827"/>
                  </a:cubicBezTo>
                  <a:cubicBezTo>
                    <a:pt x="16193" y="143827"/>
                    <a:pt x="16193" y="143827"/>
                    <a:pt x="16193" y="143827"/>
                  </a:cubicBezTo>
                  <a:cubicBezTo>
                    <a:pt x="17145" y="143827"/>
                    <a:pt x="49530" y="146685"/>
                    <a:pt x="72390" y="108585"/>
                  </a:cubicBezTo>
                  <a:cubicBezTo>
                    <a:pt x="96202" y="69532"/>
                    <a:pt x="100965" y="4763"/>
                    <a:pt x="100965" y="4763"/>
                  </a:cubicBezTo>
                  <a:cubicBezTo>
                    <a:pt x="100965" y="1905"/>
                    <a:pt x="103823" y="0"/>
                    <a:pt x="105727" y="0"/>
                  </a:cubicBezTo>
                  <a:cubicBezTo>
                    <a:pt x="108585" y="0"/>
                    <a:pt x="164782" y="4763"/>
                    <a:pt x="184785" y="23813"/>
                  </a:cubicBezTo>
                  <a:lnTo>
                    <a:pt x="184785" y="23813"/>
                  </a:lnTo>
                  <a:cubicBezTo>
                    <a:pt x="202882" y="40957"/>
                    <a:pt x="199073" y="69532"/>
                    <a:pt x="196215" y="93345"/>
                  </a:cubicBezTo>
                  <a:cubicBezTo>
                    <a:pt x="195263" y="98107"/>
                    <a:pt x="195263" y="101918"/>
                    <a:pt x="194310" y="105727"/>
                  </a:cubicBezTo>
                  <a:cubicBezTo>
                    <a:pt x="191452" y="138113"/>
                    <a:pt x="187643" y="171450"/>
                    <a:pt x="182880" y="204788"/>
                  </a:cubicBezTo>
                  <a:cubicBezTo>
                    <a:pt x="181927" y="212408"/>
                    <a:pt x="176213" y="218123"/>
                    <a:pt x="168593" y="220027"/>
                  </a:cubicBezTo>
                  <a:cubicBezTo>
                    <a:pt x="151448" y="224790"/>
                    <a:pt x="133350" y="225743"/>
                    <a:pt x="116205" y="220980"/>
                  </a:cubicBezTo>
                  <a:lnTo>
                    <a:pt x="115252" y="282893"/>
                  </a:lnTo>
                  <a:cubicBezTo>
                    <a:pt x="115252" y="283845"/>
                    <a:pt x="115252" y="283845"/>
                    <a:pt x="115252" y="284798"/>
                  </a:cubicBezTo>
                  <a:cubicBezTo>
                    <a:pt x="110490" y="295275"/>
                    <a:pt x="101918" y="302895"/>
                    <a:pt x="91440" y="306705"/>
                  </a:cubicBezTo>
                  <a:cubicBezTo>
                    <a:pt x="89535" y="308610"/>
                    <a:pt x="85725" y="308610"/>
                    <a:pt x="80963" y="308610"/>
                  </a:cubicBezTo>
                  <a:close/>
                  <a:moveTo>
                    <a:pt x="10477" y="242888"/>
                  </a:moveTo>
                  <a:cubicBezTo>
                    <a:pt x="12383" y="247650"/>
                    <a:pt x="21908" y="271463"/>
                    <a:pt x="58102" y="292418"/>
                  </a:cubicBezTo>
                  <a:cubicBezTo>
                    <a:pt x="67627" y="299085"/>
                    <a:pt x="79057" y="300990"/>
                    <a:pt x="90488" y="298133"/>
                  </a:cubicBezTo>
                  <a:cubicBezTo>
                    <a:pt x="98107" y="295275"/>
                    <a:pt x="104775" y="289560"/>
                    <a:pt x="108585" y="281940"/>
                  </a:cubicBezTo>
                  <a:lnTo>
                    <a:pt x="109538" y="213360"/>
                  </a:lnTo>
                  <a:cubicBezTo>
                    <a:pt x="109538" y="211455"/>
                    <a:pt x="110490" y="209550"/>
                    <a:pt x="112395" y="208598"/>
                  </a:cubicBezTo>
                  <a:cubicBezTo>
                    <a:pt x="114300" y="207645"/>
                    <a:pt x="116205" y="207645"/>
                    <a:pt x="117157" y="209550"/>
                  </a:cubicBezTo>
                  <a:cubicBezTo>
                    <a:pt x="133350" y="215265"/>
                    <a:pt x="151448" y="216218"/>
                    <a:pt x="167640" y="210502"/>
                  </a:cubicBezTo>
                  <a:cubicBezTo>
                    <a:pt x="172402" y="208598"/>
                    <a:pt x="175260" y="205740"/>
                    <a:pt x="175260" y="202883"/>
                  </a:cubicBezTo>
                  <a:cubicBezTo>
                    <a:pt x="180023" y="170498"/>
                    <a:pt x="183832" y="137160"/>
                    <a:pt x="186690" y="104775"/>
                  </a:cubicBezTo>
                  <a:cubicBezTo>
                    <a:pt x="186690" y="100965"/>
                    <a:pt x="187643" y="96202"/>
                    <a:pt x="188595" y="91440"/>
                  </a:cubicBezTo>
                  <a:cubicBezTo>
                    <a:pt x="191452" y="70485"/>
                    <a:pt x="195263" y="44768"/>
                    <a:pt x="180023" y="30480"/>
                  </a:cubicBezTo>
                  <a:lnTo>
                    <a:pt x="180023" y="30480"/>
                  </a:lnTo>
                  <a:cubicBezTo>
                    <a:pt x="165735" y="16193"/>
                    <a:pt x="125730" y="11430"/>
                    <a:pt x="111443" y="9525"/>
                  </a:cubicBezTo>
                  <a:cubicBezTo>
                    <a:pt x="109538" y="25718"/>
                    <a:pt x="102870" y="78105"/>
                    <a:pt x="81915" y="113348"/>
                  </a:cubicBezTo>
                  <a:cubicBezTo>
                    <a:pt x="69532" y="136208"/>
                    <a:pt x="46673" y="151448"/>
                    <a:pt x="20955" y="153352"/>
                  </a:cubicBezTo>
                  <a:lnTo>
                    <a:pt x="10477" y="242888"/>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04" name="Freeform 104"/>
            <p:cNvSpPr/>
            <p:nvPr/>
          </p:nvSpPr>
          <p:spPr>
            <a:xfrm>
              <a:off x="8056488" y="5139965"/>
              <a:ext cx="39052" cy="17505"/>
            </a:xfrm>
            <a:custGeom>
              <a:avLst/>
              <a:gdLst/>
              <a:ahLst/>
              <a:cxnLst/>
              <a:rect l="l" t="t" r="r" b="b"/>
              <a:pathLst>
                <a:path w="39052" h="17505">
                  <a:moveTo>
                    <a:pt x="39052" y="14288"/>
                  </a:moveTo>
                  <a:cubicBezTo>
                    <a:pt x="39052" y="14288"/>
                    <a:pt x="12382" y="27623"/>
                    <a:pt x="0" y="0"/>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05" name="Freeform 105"/>
            <p:cNvSpPr/>
            <p:nvPr/>
          </p:nvSpPr>
          <p:spPr>
            <a:xfrm>
              <a:off x="8052320" y="5134846"/>
              <a:ext cx="48355" cy="27027"/>
            </a:xfrm>
            <a:custGeom>
              <a:avLst/>
              <a:gdLst/>
              <a:ahLst/>
              <a:cxnLst/>
              <a:rect l="l" t="t" r="r" b="b"/>
              <a:pathLst>
                <a:path w="48355" h="27027">
                  <a:moveTo>
                    <a:pt x="27980" y="27027"/>
                  </a:moveTo>
                  <a:cubicBezTo>
                    <a:pt x="24170" y="27027"/>
                    <a:pt x="20360" y="26075"/>
                    <a:pt x="17502" y="25122"/>
                  </a:cubicBezTo>
                  <a:cubicBezTo>
                    <a:pt x="8930" y="21312"/>
                    <a:pt x="3215" y="14645"/>
                    <a:pt x="357" y="7025"/>
                  </a:cubicBezTo>
                  <a:cubicBezTo>
                    <a:pt x="-595" y="4167"/>
                    <a:pt x="357" y="2262"/>
                    <a:pt x="3215" y="357"/>
                  </a:cubicBezTo>
                  <a:cubicBezTo>
                    <a:pt x="3215" y="357"/>
                    <a:pt x="3215" y="357"/>
                    <a:pt x="3215" y="357"/>
                  </a:cubicBezTo>
                  <a:cubicBezTo>
                    <a:pt x="6072" y="-595"/>
                    <a:pt x="7977" y="357"/>
                    <a:pt x="9882" y="3215"/>
                  </a:cubicBezTo>
                  <a:cubicBezTo>
                    <a:pt x="9882" y="3215"/>
                    <a:pt x="9882" y="3215"/>
                    <a:pt x="9882" y="3215"/>
                  </a:cubicBezTo>
                  <a:cubicBezTo>
                    <a:pt x="11787" y="8930"/>
                    <a:pt x="16550" y="13692"/>
                    <a:pt x="22265" y="15597"/>
                  </a:cubicBezTo>
                  <a:cubicBezTo>
                    <a:pt x="28932" y="17502"/>
                    <a:pt x="35600" y="16550"/>
                    <a:pt x="41315" y="13692"/>
                  </a:cubicBezTo>
                  <a:cubicBezTo>
                    <a:pt x="43220" y="12740"/>
                    <a:pt x="47030" y="13692"/>
                    <a:pt x="47982" y="15597"/>
                  </a:cubicBezTo>
                  <a:cubicBezTo>
                    <a:pt x="48935" y="17502"/>
                    <a:pt x="47982" y="21312"/>
                    <a:pt x="46077" y="22265"/>
                  </a:cubicBezTo>
                  <a:cubicBezTo>
                    <a:pt x="39410" y="26075"/>
                    <a:pt x="33695" y="27027"/>
                    <a:pt x="27980" y="27027"/>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06" name="Freeform 106"/>
            <p:cNvSpPr/>
            <p:nvPr/>
          </p:nvSpPr>
          <p:spPr>
            <a:xfrm>
              <a:off x="7977886" y="5036913"/>
              <a:ext cx="55741" cy="91622"/>
            </a:xfrm>
            <a:custGeom>
              <a:avLst/>
              <a:gdLst/>
              <a:ahLst/>
              <a:cxnLst/>
              <a:rect l="l" t="t" r="r" b="b"/>
              <a:pathLst>
                <a:path w="55741" h="91622">
                  <a:moveTo>
                    <a:pt x="55741" y="46855"/>
                  </a:moveTo>
                  <a:cubicBezTo>
                    <a:pt x="55741" y="38283"/>
                    <a:pt x="52884" y="30663"/>
                    <a:pt x="48121" y="23043"/>
                  </a:cubicBezTo>
                  <a:cubicBezTo>
                    <a:pt x="45264" y="17327"/>
                    <a:pt x="41454" y="11613"/>
                    <a:pt x="37644" y="6850"/>
                  </a:cubicBezTo>
                  <a:cubicBezTo>
                    <a:pt x="32881" y="2088"/>
                    <a:pt x="27166" y="-770"/>
                    <a:pt x="20499" y="183"/>
                  </a:cubicBezTo>
                  <a:cubicBezTo>
                    <a:pt x="14784" y="1135"/>
                    <a:pt x="10021" y="4945"/>
                    <a:pt x="6211" y="9708"/>
                  </a:cubicBezTo>
                  <a:cubicBezTo>
                    <a:pt x="3354" y="14470"/>
                    <a:pt x="1449" y="20185"/>
                    <a:pt x="496" y="25900"/>
                  </a:cubicBezTo>
                  <a:cubicBezTo>
                    <a:pt x="-2361" y="50665"/>
                    <a:pt x="7164" y="76383"/>
                    <a:pt x="28119" y="91622"/>
                  </a:cubicBezTo>
                  <a:lnTo>
                    <a:pt x="26214" y="89718"/>
                  </a:ln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07" name="Freeform 107"/>
            <p:cNvSpPr/>
            <p:nvPr/>
          </p:nvSpPr>
          <p:spPr>
            <a:xfrm>
              <a:off x="7973847" y="5032187"/>
              <a:ext cx="64543" cy="101110"/>
            </a:xfrm>
            <a:custGeom>
              <a:avLst/>
              <a:gdLst/>
              <a:ahLst/>
              <a:cxnLst/>
              <a:rect l="l" t="t" r="r" b="b"/>
              <a:pathLst>
                <a:path w="64543" h="101110">
                  <a:moveTo>
                    <a:pt x="32158" y="101111"/>
                  </a:moveTo>
                  <a:cubicBezTo>
                    <a:pt x="31206" y="101111"/>
                    <a:pt x="30253" y="101111"/>
                    <a:pt x="29301" y="100158"/>
                  </a:cubicBezTo>
                  <a:cubicBezTo>
                    <a:pt x="8346" y="83966"/>
                    <a:pt x="-3084" y="57296"/>
                    <a:pt x="726" y="29673"/>
                  </a:cubicBezTo>
                  <a:cubicBezTo>
                    <a:pt x="1678" y="23006"/>
                    <a:pt x="3583" y="17291"/>
                    <a:pt x="7393" y="11576"/>
                  </a:cubicBezTo>
                  <a:cubicBezTo>
                    <a:pt x="11203" y="5861"/>
                    <a:pt x="17871" y="1098"/>
                    <a:pt x="24538" y="146"/>
                  </a:cubicBezTo>
                  <a:cubicBezTo>
                    <a:pt x="32158" y="-807"/>
                    <a:pt x="40731" y="3003"/>
                    <a:pt x="45493" y="8718"/>
                  </a:cubicBezTo>
                  <a:cubicBezTo>
                    <a:pt x="50256" y="13481"/>
                    <a:pt x="54066" y="19196"/>
                    <a:pt x="56923" y="25863"/>
                  </a:cubicBezTo>
                  <a:cubicBezTo>
                    <a:pt x="61686" y="33483"/>
                    <a:pt x="64543" y="43008"/>
                    <a:pt x="64543" y="51581"/>
                  </a:cubicBezTo>
                  <a:cubicBezTo>
                    <a:pt x="64543" y="54438"/>
                    <a:pt x="61686" y="56343"/>
                    <a:pt x="59781" y="56343"/>
                  </a:cubicBezTo>
                  <a:cubicBezTo>
                    <a:pt x="56923" y="56343"/>
                    <a:pt x="55018" y="53486"/>
                    <a:pt x="55018" y="51581"/>
                  </a:cubicBezTo>
                  <a:cubicBezTo>
                    <a:pt x="55018" y="51581"/>
                    <a:pt x="55018" y="51581"/>
                    <a:pt x="55018" y="51581"/>
                  </a:cubicBezTo>
                  <a:cubicBezTo>
                    <a:pt x="55018" y="43961"/>
                    <a:pt x="52161" y="37293"/>
                    <a:pt x="48351" y="30626"/>
                  </a:cubicBezTo>
                  <a:cubicBezTo>
                    <a:pt x="45493" y="24911"/>
                    <a:pt x="42636" y="20148"/>
                    <a:pt x="38826" y="15386"/>
                  </a:cubicBezTo>
                  <a:cubicBezTo>
                    <a:pt x="35016" y="11576"/>
                    <a:pt x="30253" y="9671"/>
                    <a:pt x="25491" y="9671"/>
                  </a:cubicBezTo>
                  <a:cubicBezTo>
                    <a:pt x="20728" y="10623"/>
                    <a:pt x="17871" y="12528"/>
                    <a:pt x="15013" y="16338"/>
                  </a:cubicBezTo>
                  <a:cubicBezTo>
                    <a:pt x="12156" y="20148"/>
                    <a:pt x="10251" y="24911"/>
                    <a:pt x="10251" y="30626"/>
                  </a:cubicBezTo>
                  <a:cubicBezTo>
                    <a:pt x="7393" y="52533"/>
                    <a:pt x="15966" y="74441"/>
                    <a:pt x="32158" y="88728"/>
                  </a:cubicBezTo>
                  <a:cubicBezTo>
                    <a:pt x="33111" y="88728"/>
                    <a:pt x="34063" y="89681"/>
                    <a:pt x="35016" y="90633"/>
                  </a:cubicBezTo>
                  <a:lnTo>
                    <a:pt x="36921" y="92538"/>
                  </a:lnTo>
                  <a:cubicBezTo>
                    <a:pt x="38826" y="94443"/>
                    <a:pt x="38826" y="97301"/>
                    <a:pt x="36921" y="99206"/>
                  </a:cubicBezTo>
                  <a:cubicBezTo>
                    <a:pt x="35016" y="101111"/>
                    <a:pt x="34063" y="101111"/>
                    <a:pt x="32158" y="101111"/>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08" name="Freeform 108"/>
            <p:cNvSpPr/>
            <p:nvPr/>
          </p:nvSpPr>
          <p:spPr>
            <a:xfrm>
              <a:off x="7988819" y="5157110"/>
              <a:ext cx="39093" cy="68580"/>
            </a:xfrm>
            <a:custGeom>
              <a:avLst/>
              <a:gdLst/>
              <a:ahLst/>
              <a:cxnLst/>
              <a:rect l="l" t="t" r="r" b="b"/>
              <a:pathLst>
                <a:path w="39093" h="68580">
                  <a:moveTo>
                    <a:pt x="39094" y="31433"/>
                  </a:moveTo>
                  <a:cubicBezTo>
                    <a:pt x="23854" y="24765"/>
                    <a:pt x="9566" y="14288"/>
                    <a:pt x="41" y="0"/>
                  </a:cubicBezTo>
                  <a:cubicBezTo>
                    <a:pt x="41" y="0"/>
                    <a:pt x="-2816" y="50483"/>
                    <a:pt x="39094" y="68580"/>
                  </a:cubicBezTo>
                  <a:lnTo>
                    <a:pt x="39094" y="31433"/>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09" name="Freeform 109"/>
            <p:cNvSpPr/>
            <p:nvPr/>
          </p:nvSpPr>
          <p:spPr>
            <a:xfrm>
              <a:off x="7984085" y="5152095"/>
              <a:ext cx="49542" cy="78358"/>
            </a:xfrm>
            <a:custGeom>
              <a:avLst/>
              <a:gdLst/>
              <a:ahLst/>
              <a:cxnLst/>
              <a:rect l="l" t="t" r="r" b="b"/>
              <a:pathLst>
                <a:path w="49542" h="78358">
                  <a:moveTo>
                    <a:pt x="43827" y="78358"/>
                  </a:moveTo>
                  <a:cubicBezTo>
                    <a:pt x="42875" y="78358"/>
                    <a:pt x="42875" y="78358"/>
                    <a:pt x="41922" y="78358"/>
                  </a:cubicBezTo>
                  <a:cubicBezTo>
                    <a:pt x="-1893" y="59308"/>
                    <a:pt x="12" y="6921"/>
                    <a:pt x="12" y="5016"/>
                  </a:cubicBezTo>
                  <a:cubicBezTo>
                    <a:pt x="12" y="3111"/>
                    <a:pt x="1917" y="1206"/>
                    <a:pt x="3822" y="253"/>
                  </a:cubicBezTo>
                  <a:cubicBezTo>
                    <a:pt x="5727" y="-699"/>
                    <a:pt x="8585" y="1206"/>
                    <a:pt x="9537" y="3111"/>
                  </a:cubicBezTo>
                  <a:cubicBezTo>
                    <a:pt x="19062" y="16446"/>
                    <a:pt x="31445" y="25971"/>
                    <a:pt x="45732" y="31686"/>
                  </a:cubicBezTo>
                  <a:cubicBezTo>
                    <a:pt x="47637" y="32638"/>
                    <a:pt x="48590" y="34543"/>
                    <a:pt x="48590" y="36448"/>
                  </a:cubicBezTo>
                  <a:lnTo>
                    <a:pt x="49542" y="73596"/>
                  </a:lnTo>
                  <a:cubicBezTo>
                    <a:pt x="49542" y="75501"/>
                    <a:pt x="48590" y="76453"/>
                    <a:pt x="47637" y="77406"/>
                  </a:cubicBezTo>
                  <a:cubicBezTo>
                    <a:pt x="45732" y="78358"/>
                    <a:pt x="44780" y="78358"/>
                    <a:pt x="43827" y="78358"/>
                  </a:cubicBezTo>
                  <a:close/>
                  <a:moveTo>
                    <a:pt x="10490" y="20256"/>
                  </a:moveTo>
                  <a:cubicBezTo>
                    <a:pt x="13347" y="38353"/>
                    <a:pt x="22872" y="55498"/>
                    <a:pt x="39065" y="65023"/>
                  </a:cubicBezTo>
                  <a:lnTo>
                    <a:pt x="39065" y="39306"/>
                  </a:lnTo>
                  <a:cubicBezTo>
                    <a:pt x="28587" y="34543"/>
                    <a:pt x="19062" y="27876"/>
                    <a:pt x="10490" y="20256"/>
                  </a:cubicBezTo>
                  <a:lnTo>
                    <a:pt x="10490" y="20256"/>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10" name="Freeform 110"/>
            <p:cNvSpPr/>
            <p:nvPr/>
          </p:nvSpPr>
          <p:spPr>
            <a:xfrm rot="17071858">
              <a:off x="8070328" y="5039059"/>
              <a:ext cx="22859" cy="9524"/>
            </a:xfrm>
            <a:custGeom>
              <a:avLst/>
              <a:gdLst/>
              <a:ahLst/>
              <a:cxnLst/>
              <a:rect l="l" t="t" r="r" b="b"/>
              <a:pathLst>
                <a:path w="22859" h="9524">
                  <a:moveTo>
                    <a:pt x="22860" y="4762"/>
                  </a:moveTo>
                  <a:cubicBezTo>
                    <a:pt x="22860" y="7393"/>
                    <a:pt x="17742" y="9525"/>
                    <a:pt x="11430" y="9525"/>
                  </a:cubicBezTo>
                  <a:cubicBezTo>
                    <a:pt x="5117" y="9525"/>
                    <a:pt x="0" y="7393"/>
                    <a:pt x="0" y="4762"/>
                  </a:cubicBezTo>
                  <a:cubicBezTo>
                    <a:pt x="0" y="2132"/>
                    <a:pt x="5117" y="0"/>
                    <a:pt x="11430" y="0"/>
                  </a:cubicBezTo>
                  <a:cubicBezTo>
                    <a:pt x="17742" y="0"/>
                    <a:pt x="22860" y="2132"/>
                    <a:pt x="22860" y="4762"/>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11" name="Freeform 111"/>
            <p:cNvSpPr/>
            <p:nvPr/>
          </p:nvSpPr>
          <p:spPr>
            <a:xfrm>
              <a:off x="7535470" y="5215937"/>
              <a:ext cx="498164" cy="557489"/>
            </a:xfrm>
            <a:custGeom>
              <a:avLst/>
              <a:gdLst/>
              <a:ahLst/>
              <a:cxnLst/>
              <a:rect l="l" t="t" r="r" b="b"/>
              <a:pathLst>
                <a:path w="498164" h="557489">
                  <a:moveTo>
                    <a:pt x="406718" y="10706"/>
                  </a:moveTo>
                  <a:cubicBezTo>
                    <a:pt x="406718" y="10706"/>
                    <a:pt x="499110" y="88811"/>
                    <a:pt x="498157" y="169773"/>
                  </a:cubicBezTo>
                  <a:cubicBezTo>
                    <a:pt x="497205" y="250736"/>
                    <a:pt x="350520" y="553631"/>
                    <a:pt x="346710" y="557441"/>
                  </a:cubicBezTo>
                  <a:cubicBezTo>
                    <a:pt x="342900" y="560298"/>
                    <a:pt x="0" y="437426"/>
                    <a:pt x="0" y="437426"/>
                  </a:cubicBezTo>
                  <a:cubicBezTo>
                    <a:pt x="0" y="437426"/>
                    <a:pt x="52388" y="306933"/>
                    <a:pt x="115252" y="222161"/>
                  </a:cubicBezTo>
                  <a:cubicBezTo>
                    <a:pt x="181927" y="133578"/>
                    <a:pt x="321945" y="-45492"/>
                    <a:pt x="406718" y="10706"/>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112" name="Freeform 112"/>
            <p:cNvSpPr/>
            <p:nvPr/>
          </p:nvSpPr>
          <p:spPr>
            <a:xfrm>
              <a:off x="8267601" y="4747063"/>
              <a:ext cx="714220" cy="843578"/>
            </a:xfrm>
            <a:custGeom>
              <a:avLst/>
              <a:gdLst/>
              <a:ahLst/>
              <a:cxnLst/>
              <a:rect l="l" t="t" r="r" b="b"/>
              <a:pathLst>
                <a:path w="714220" h="843578">
                  <a:moveTo>
                    <a:pt x="185127" y="809145"/>
                  </a:moveTo>
                  <a:cubicBezTo>
                    <a:pt x="142264" y="803430"/>
                    <a:pt x="115594" y="780570"/>
                    <a:pt x="112737" y="737708"/>
                  </a:cubicBezTo>
                  <a:cubicBezTo>
                    <a:pt x="107022" y="661508"/>
                    <a:pt x="75589" y="595785"/>
                    <a:pt x="43204" y="529110"/>
                  </a:cubicBezTo>
                  <a:cubicBezTo>
                    <a:pt x="-78716" y="279555"/>
                    <a:pt x="65112" y="-23340"/>
                    <a:pt x="377532" y="1425"/>
                  </a:cubicBezTo>
                  <a:cubicBezTo>
                    <a:pt x="588987" y="18570"/>
                    <a:pt x="729957" y="170018"/>
                    <a:pt x="712812" y="375758"/>
                  </a:cubicBezTo>
                  <a:cubicBezTo>
                    <a:pt x="704239" y="475770"/>
                    <a:pt x="657567" y="568163"/>
                    <a:pt x="581367" y="632933"/>
                  </a:cubicBezTo>
                  <a:cubicBezTo>
                    <a:pt x="528979" y="678653"/>
                    <a:pt x="483259" y="727230"/>
                    <a:pt x="455637" y="792000"/>
                  </a:cubicBezTo>
                  <a:cubicBezTo>
                    <a:pt x="437539" y="833910"/>
                    <a:pt x="404202" y="851055"/>
                    <a:pt x="357529" y="840578"/>
                  </a:cubicBezTo>
                  <a:cubicBezTo>
                    <a:pt x="329907" y="833910"/>
                    <a:pt x="301332" y="830100"/>
                    <a:pt x="272757" y="825338"/>
                  </a:cubicBezTo>
                  <a:cubicBezTo>
                    <a:pt x="244182" y="819623"/>
                    <a:pt x="214654" y="812955"/>
                    <a:pt x="185127" y="809145"/>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13" name="Freeform 113"/>
            <p:cNvSpPr/>
            <p:nvPr/>
          </p:nvSpPr>
          <p:spPr>
            <a:xfrm>
              <a:off x="8262529" y="4742136"/>
              <a:ext cx="724217" cy="853124"/>
            </a:xfrm>
            <a:custGeom>
              <a:avLst/>
              <a:gdLst/>
              <a:ahLst/>
              <a:cxnLst/>
              <a:rect l="l" t="t" r="r" b="b"/>
              <a:pathLst>
                <a:path w="724217" h="853124">
                  <a:moveTo>
                    <a:pt x="388319" y="853124"/>
                  </a:moveTo>
                  <a:cubicBezTo>
                    <a:pt x="379746" y="853124"/>
                    <a:pt x="370221" y="852172"/>
                    <a:pt x="361649" y="850267"/>
                  </a:cubicBezTo>
                  <a:cubicBezTo>
                    <a:pt x="342599" y="845504"/>
                    <a:pt x="322596" y="842647"/>
                    <a:pt x="303546" y="839789"/>
                  </a:cubicBezTo>
                  <a:cubicBezTo>
                    <a:pt x="294974" y="837884"/>
                    <a:pt x="286401" y="836932"/>
                    <a:pt x="277829" y="835027"/>
                  </a:cubicBezTo>
                  <a:lnTo>
                    <a:pt x="250206" y="830264"/>
                  </a:lnTo>
                  <a:cubicBezTo>
                    <a:pt x="230204" y="826454"/>
                    <a:pt x="210201" y="822644"/>
                    <a:pt x="189246" y="819787"/>
                  </a:cubicBezTo>
                  <a:lnTo>
                    <a:pt x="189246" y="819787"/>
                  </a:lnTo>
                  <a:cubicBezTo>
                    <a:pt x="142574" y="813119"/>
                    <a:pt x="115904" y="786449"/>
                    <a:pt x="113046" y="743587"/>
                  </a:cubicBezTo>
                  <a:cubicBezTo>
                    <a:pt x="107331" y="666434"/>
                    <a:pt x="74946" y="600712"/>
                    <a:pt x="43514" y="536894"/>
                  </a:cubicBezTo>
                  <a:cubicBezTo>
                    <a:pt x="-20304" y="405449"/>
                    <a:pt x="-13636" y="254954"/>
                    <a:pt x="61611" y="144464"/>
                  </a:cubicBezTo>
                  <a:cubicBezTo>
                    <a:pt x="131144" y="40642"/>
                    <a:pt x="245444" y="-9841"/>
                    <a:pt x="382604" y="1589"/>
                  </a:cubicBezTo>
                  <a:cubicBezTo>
                    <a:pt x="491189" y="10162"/>
                    <a:pt x="584534" y="54929"/>
                    <a:pt x="646446" y="127319"/>
                  </a:cubicBezTo>
                  <a:cubicBezTo>
                    <a:pt x="704549" y="195899"/>
                    <a:pt x="731219" y="283529"/>
                    <a:pt x="722646" y="381637"/>
                  </a:cubicBezTo>
                  <a:cubicBezTo>
                    <a:pt x="714074" y="482602"/>
                    <a:pt x="666449" y="575947"/>
                    <a:pt x="589296" y="641669"/>
                  </a:cubicBezTo>
                  <a:cubicBezTo>
                    <a:pt x="544529" y="681674"/>
                    <a:pt x="494046" y="731204"/>
                    <a:pt x="464519" y="798832"/>
                  </a:cubicBezTo>
                  <a:cubicBezTo>
                    <a:pt x="449279" y="834074"/>
                    <a:pt x="423561" y="853124"/>
                    <a:pt x="388319" y="853124"/>
                  </a:cubicBezTo>
                  <a:close/>
                  <a:moveTo>
                    <a:pt x="190199" y="809309"/>
                  </a:moveTo>
                  <a:cubicBezTo>
                    <a:pt x="210201" y="812167"/>
                    <a:pt x="231156" y="815977"/>
                    <a:pt x="251159" y="819787"/>
                  </a:cubicBezTo>
                  <a:lnTo>
                    <a:pt x="278781" y="824549"/>
                  </a:lnTo>
                  <a:cubicBezTo>
                    <a:pt x="287354" y="826454"/>
                    <a:pt x="295926" y="827407"/>
                    <a:pt x="304499" y="829312"/>
                  </a:cubicBezTo>
                  <a:cubicBezTo>
                    <a:pt x="323549" y="832169"/>
                    <a:pt x="343551" y="835979"/>
                    <a:pt x="363554" y="839789"/>
                  </a:cubicBezTo>
                  <a:cubicBezTo>
                    <a:pt x="407369" y="849314"/>
                    <a:pt x="438801" y="835027"/>
                    <a:pt x="455946" y="795022"/>
                  </a:cubicBezTo>
                  <a:cubicBezTo>
                    <a:pt x="486426" y="725489"/>
                    <a:pt x="537861" y="675007"/>
                    <a:pt x="583581" y="634049"/>
                  </a:cubicBezTo>
                  <a:cubicBezTo>
                    <a:pt x="658829" y="570232"/>
                    <a:pt x="705501" y="478792"/>
                    <a:pt x="713121" y="379732"/>
                  </a:cubicBezTo>
                  <a:cubicBezTo>
                    <a:pt x="720741" y="284482"/>
                    <a:pt x="695976" y="198757"/>
                    <a:pt x="638826" y="133034"/>
                  </a:cubicBezTo>
                  <a:cubicBezTo>
                    <a:pt x="578819" y="62549"/>
                    <a:pt x="487379" y="19687"/>
                    <a:pt x="381651" y="11114"/>
                  </a:cubicBezTo>
                  <a:cubicBezTo>
                    <a:pt x="248301" y="637"/>
                    <a:pt x="136859" y="50167"/>
                    <a:pt x="69231" y="148274"/>
                  </a:cubicBezTo>
                  <a:cubicBezTo>
                    <a:pt x="-4111" y="255907"/>
                    <a:pt x="-10779" y="402592"/>
                    <a:pt x="52086" y="531179"/>
                  </a:cubicBezTo>
                  <a:cubicBezTo>
                    <a:pt x="83519" y="595949"/>
                    <a:pt x="116856" y="663577"/>
                    <a:pt x="122571" y="741682"/>
                  </a:cubicBezTo>
                  <a:cubicBezTo>
                    <a:pt x="124476" y="780734"/>
                    <a:pt x="148289" y="803594"/>
                    <a:pt x="190199" y="809309"/>
                  </a:cubicBezTo>
                  <a:lnTo>
                    <a:pt x="190199" y="809309"/>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14" name="Freeform 114"/>
            <p:cNvSpPr/>
            <p:nvPr/>
          </p:nvSpPr>
          <p:spPr>
            <a:xfrm>
              <a:off x="8381626" y="5550829"/>
              <a:ext cx="305081" cy="126995"/>
            </a:xfrm>
            <a:custGeom>
              <a:avLst/>
              <a:gdLst/>
              <a:ahLst/>
              <a:cxnLst/>
              <a:rect l="l" t="t" r="r" b="b"/>
              <a:pathLst>
                <a:path w="305081" h="126995">
                  <a:moveTo>
                    <a:pt x="258744" y="126347"/>
                  </a:moveTo>
                  <a:lnTo>
                    <a:pt x="31097" y="86342"/>
                  </a:lnTo>
                  <a:cubicBezTo>
                    <a:pt x="11094" y="82532"/>
                    <a:pt x="-3193" y="63482"/>
                    <a:pt x="617" y="42527"/>
                  </a:cubicBezTo>
                  <a:lnTo>
                    <a:pt x="2522" y="31097"/>
                  </a:lnTo>
                  <a:cubicBezTo>
                    <a:pt x="6332" y="11094"/>
                    <a:pt x="25382" y="-3193"/>
                    <a:pt x="46337" y="617"/>
                  </a:cubicBezTo>
                  <a:lnTo>
                    <a:pt x="273984" y="40622"/>
                  </a:lnTo>
                  <a:cubicBezTo>
                    <a:pt x="293987" y="44432"/>
                    <a:pt x="308274" y="63482"/>
                    <a:pt x="304464" y="84437"/>
                  </a:cubicBezTo>
                  <a:lnTo>
                    <a:pt x="302559" y="95867"/>
                  </a:lnTo>
                  <a:cubicBezTo>
                    <a:pt x="297797" y="116822"/>
                    <a:pt x="278747" y="130157"/>
                    <a:pt x="258744" y="126347"/>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15" name="Freeform 115"/>
            <p:cNvSpPr/>
            <p:nvPr/>
          </p:nvSpPr>
          <p:spPr>
            <a:xfrm>
              <a:off x="8377732" y="5547052"/>
              <a:ext cx="313703" cy="135838"/>
            </a:xfrm>
            <a:custGeom>
              <a:avLst/>
              <a:gdLst/>
              <a:ahLst/>
              <a:cxnLst/>
              <a:rect l="l" t="t" r="r" b="b"/>
              <a:pathLst>
                <a:path w="313703" h="135838">
                  <a:moveTo>
                    <a:pt x="269305" y="135839"/>
                  </a:moveTo>
                  <a:cubicBezTo>
                    <a:pt x="266448" y="135839"/>
                    <a:pt x="264543" y="135839"/>
                    <a:pt x="261685" y="134886"/>
                  </a:cubicBezTo>
                  <a:lnTo>
                    <a:pt x="34990" y="94881"/>
                  </a:lnTo>
                  <a:cubicBezTo>
                    <a:pt x="23560" y="92976"/>
                    <a:pt x="14035" y="86308"/>
                    <a:pt x="7368" y="77736"/>
                  </a:cubicBezTo>
                  <a:cubicBezTo>
                    <a:pt x="700" y="68211"/>
                    <a:pt x="-1205" y="56781"/>
                    <a:pt x="700" y="46304"/>
                  </a:cubicBezTo>
                  <a:lnTo>
                    <a:pt x="2605" y="34873"/>
                  </a:lnTo>
                  <a:cubicBezTo>
                    <a:pt x="6415" y="12014"/>
                    <a:pt x="28323" y="-3227"/>
                    <a:pt x="51183" y="583"/>
                  </a:cubicBezTo>
                  <a:lnTo>
                    <a:pt x="278830" y="40589"/>
                  </a:lnTo>
                  <a:cubicBezTo>
                    <a:pt x="301690" y="44398"/>
                    <a:pt x="316930" y="66306"/>
                    <a:pt x="313120" y="89166"/>
                  </a:cubicBezTo>
                  <a:lnTo>
                    <a:pt x="311215" y="100596"/>
                  </a:lnTo>
                  <a:cubicBezTo>
                    <a:pt x="307405" y="120598"/>
                    <a:pt x="289308" y="135839"/>
                    <a:pt x="269305" y="135839"/>
                  </a:cubicBezTo>
                  <a:close/>
                  <a:moveTo>
                    <a:pt x="43563" y="9156"/>
                  </a:moveTo>
                  <a:cubicBezTo>
                    <a:pt x="27370" y="9156"/>
                    <a:pt x="14035" y="20586"/>
                    <a:pt x="11178" y="35826"/>
                  </a:cubicBezTo>
                  <a:lnTo>
                    <a:pt x="9273" y="47256"/>
                  </a:lnTo>
                  <a:cubicBezTo>
                    <a:pt x="6415" y="65354"/>
                    <a:pt x="17845" y="81546"/>
                    <a:pt x="34990" y="85356"/>
                  </a:cubicBezTo>
                  <a:cubicBezTo>
                    <a:pt x="34990" y="85356"/>
                    <a:pt x="34990" y="85356"/>
                    <a:pt x="34990" y="85356"/>
                  </a:cubicBezTo>
                  <a:lnTo>
                    <a:pt x="34990" y="85356"/>
                  </a:lnTo>
                  <a:lnTo>
                    <a:pt x="261685" y="126314"/>
                  </a:lnTo>
                  <a:cubicBezTo>
                    <a:pt x="279783" y="129171"/>
                    <a:pt x="295975" y="117741"/>
                    <a:pt x="299785" y="99643"/>
                  </a:cubicBezTo>
                  <a:cubicBezTo>
                    <a:pt x="299785" y="99643"/>
                    <a:pt x="299785" y="99643"/>
                    <a:pt x="299785" y="99643"/>
                  </a:cubicBezTo>
                  <a:lnTo>
                    <a:pt x="301690" y="88214"/>
                  </a:lnTo>
                  <a:cubicBezTo>
                    <a:pt x="304548" y="70116"/>
                    <a:pt x="293118" y="53923"/>
                    <a:pt x="275020" y="50114"/>
                  </a:cubicBezTo>
                  <a:lnTo>
                    <a:pt x="47373" y="10108"/>
                  </a:lnTo>
                  <a:cubicBezTo>
                    <a:pt x="47373" y="9156"/>
                    <a:pt x="45468" y="9156"/>
                    <a:pt x="43563" y="9156"/>
                  </a:cubicBezTo>
                  <a:lnTo>
                    <a:pt x="43563" y="9156"/>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16" name="Freeform 116"/>
            <p:cNvSpPr/>
            <p:nvPr/>
          </p:nvSpPr>
          <p:spPr>
            <a:xfrm>
              <a:off x="8366386" y="5636554"/>
              <a:ext cx="305081" cy="126995"/>
            </a:xfrm>
            <a:custGeom>
              <a:avLst/>
              <a:gdLst/>
              <a:ahLst/>
              <a:cxnLst/>
              <a:rect l="l" t="t" r="r" b="b"/>
              <a:pathLst>
                <a:path w="305081" h="126995">
                  <a:moveTo>
                    <a:pt x="258744" y="126347"/>
                  </a:moveTo>
                  <a:lnTo>
                    <a:pt x="31097" y="86342"/>
                  </a:lnTo>
                  <a:cubicBezTo>
                    <a:pt x="11094" y="82532"/>
                    <a:pt x="-3193" y="63482"/>
                    <a:pt x="617" y="42527"/>
                  </a:cubicBezTo>
                  <a:lnTo>
                    <a:pt x="2522" y="31097"/>
                  </a:lnTo>
                  <a:cubicBezTo>
                    <a:pt x="6332" y="11094"/>
                    <a:pt x="25382" y="-3193"/>
                    <a:pt x="46337" y="617"/>
                  </a:cubicBezTo>
                  <a:lnTo>
                    <a:pt x="273984" y="40622"/>
                  </a:lnTo>
                  <a:cubicBezTo>
                    <a:pt x="293987" y="44432"/>
                    <a:pt x="308274" y="63482"/>
                    <a:pt x="304464" y="84437"/>
                  </a:cubicBezTo>
                  <a:lnTo>
                    <a:pt x="302559" y="95867"/>
                  </a:lnTo>
                  <a:cubicBezTo>
                    <a:pt x="298749" y="116822"/>
                    <a:pt x="278747" y="130157"/>
                    <a:pt x="258744" y="126347"/>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17" name="Freeform 117"/>
            <p:cNvSpPr/>
            <p:nvPr/>
          </p:nvSpPr>
          <p:spPr>
            <a:xfrm>
              <a:off x="8361540" y="5632777"/>
              <a:ext cx="313703" cy="135838"/>
            </a:xfrm>
            <a:custGeom>
              <a:avLst/>
              <a:gdLst/>
              <a:ahLst/>
              <a:cxnLst/>
              <a:rect l="l" t="t" r="r" b="b"/>
              <a:pathLst>
                <a:path w="313703" h="135838">
                  <a:moveTo>
                    <a:pt x="270258" y="135839"/>
                  </a:moveTo>
                  <a:cubicBezTo>
                    <a:pt x="267400" y="135839"/>
                    <a:pt x="265495" y="135839"/>
                    <a:pt x="262638" y="134886"/>
                  </a:cubicBezTo>
                  <a:lnTo>
                    <a:pt x="34990" y="94881"/>
                  </a:lnTo>
                  <a:cubicBezTo>
                    <a:pt x="23560" y="92976"/>
                    <a:pt x="14035" y="86308"/>
                    <a:pt x="7368" y="77736"/>
                  </a:cubicBezTo>
                  <a:cubicBezTo>
                    <a:pt x="700" y="68211"/>
                    <a:pt x="-1205" y="56781"/>
                    <a:pt x="700" y="46304"/>
                  </a:cubicBezTo>
                  <a:lnTo>
                    <a:pt x="2605" y="34873"/>
                  </a:lnTo>
                  <a:cubicBezTo>
                    <a:pt x="6415" y="12014"/>
                    <a:pt x="28323" y="-3227"/>
                    <a:pt x="51183" y="583"/>
                  </a:cubicBezTo>
                  <a:cubicBezTo>
                    <a:pt x="51183" y="583"/>
                    <a:pt x="51183" y="583"/>
                    <a:pt x="51183" y="583"/>
                  </a:cubicBezTo>
                  <a:lnTo>
                    <a:pt x="278830" y="40589"/>
                  </a:lnTo>
                  <a:cubicBezTo>
                    <a:pt x="301690" y="44398"/>
                    <a:pt x="316930" y="66306"/>
                    <a:pt x="313120" y="89166"/>
                  </a:cubicBezTo>
                  <a:lnTo>
                    <a:pt x="311215" y="100596"/>
                  </a:lnTo>
                  <a:cubicBezTo>
                    <a:pt x="307405" y="121551"/>
                    <a:pt x="290260" y="135839"/>
                    <a:pt x="270258" y="135839"/>
                  </a:cubicBezTo>
                  <a:close/>
                  <a:moveTo>
                    <a:pt x="44515" y="9156"/>
                  </a:moveTo>
                  <a:cubicBezTo>
                    <a:pt x="28323" y="9156"/>
                    <a:pt x="14988" y="20586"/>
                    <a:pt x="12130" y="35826"/>
                  </a:cubicBezTo>
                  <a:lnTo>
                    <a:pt x="10225" y="47256"/>
                  </a:lnTo>
                  <a:cubicBezTo>
                    <a:pt x="7368" y="65354"/>
                    <a:pt x="18798" y="81546"/>
                    <a:pt x="36895" y="85356"/>
                  </a:cubicBezTo>
                  <a:lnTo>
                    <a:pt x="36895" y="85356"/>
                  </a:lnTo>
                  <a:lnTo>
                    <a:pt x="264543" y="125361"/>
                  </a:lnTo>
                  <a:cubicBezTo>
                    <a:pt x="282640" y="128218"/>
                    <a:pt x="298833" y="116789"/>
                    <a:pt x="302643" y="98691"/>
                  </a:cubicBezTo>
                  <a:lnTo>
                    <a:pt x="304548" y="87261"/>
                  </a:lnTo>
                  <a:cubicBezTo>
                    <a:pt x="307405" y="69164"/>
                    <a:pt x="295975" y="52971"/>
                    <a:pt x="277878" y="49161"/>
                  </a:cubicBezTo>
                  <a:cubicBezTo>
                    <a:pt x="277878" y="49161"/>
                    <a:pt x="277878" y="49161"/>
                    <a:pt x="277878" y="49161"/>
                  </a:cubicBezTo>
                  <a:lnTo>
                    <a:pt x="50230" y="9156"/>
                  </a:lnTo>
                  <a:cubicBezTo>
                    <a:pt x="48325" y="9156"/>
                    <a:pt x="46420" y="9156"/>
                    <a:pt x="44515" y="9156"/>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18" name="Freeform 118"/>
            <p:cNvSpPr/>
            <p:nvPr/>
          </p:nvSpPr>
          <p:spPr>
            <a:xfrm>
              <a:off x="8394160" y="5722896"/>
              <a:ext cx="233827" cy="82601"/>
            </a:xfrm>
            <a:custGeom>
              <a:avLst/>
              <a:gdLst/>
              <a:ahLst/>
              <a:cxnLst/>
              <a:rect l="l" t="t" r="r" b="b"/>
              <a:pathLst>
                <a:path w="233827" h="82601">
                  <a:moveTo>
                    <a:pt x="465" y="0"/>
                  </a:moveTo>
                  <a:cubicBezTo>
                    <a:pt x="-5250" y="32385"/>
                    <a:pt x="42375" y="67627"/>
                    <a:pt x="107145" y="79058"/>
                  </a:cubicBezTo>
                  <a:cubicBezTo>
                    <a:pt x="171915" y="90488"/>
                    <a:pt x="228112" y="73342"/>
                    <a:pt x="233827" y="40958"/>
                  </a:cubicBezTo>
                  <a:lnTo>
                    <a:pt x="465" y="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19" name="Freeform 119"/>
            <p:cNvSpPr/>
            <p:nvPr/>
          </p:nvSpPr>
          <p:spPr>
            <a:xfrm>
              <a:off x="8388415" y="5716933"/>
              <a:ext cx="243382" cy="92640"/>
            </a:xfrm>
            <a:custGeom>
              <a:avLst/>
              <a:gdLst/>
              <a:ahLst/>
              <a:cxnLst/>
              <a:rect l="l" t="t" r="r" b="b"/>
              <a:pathLst>
                <a:path w="243382" h="92640">
                  <a:moveTo>
                    <a:pt x="151942" y="92640"/>
                  </a:moveTo>
                  <a:cubicBezTo>
                    <a:pt x="138607" y="92640"/>
                    <a:pt x="124320" y="91688"/>
                    <a:pt x="110985" y="88830"/>
                  </a:cubicBezTo>
                  <a:cubicBezTo>
                    <a:pt x="81457" y="84068"/>
                    <a:pt x="53835" y="73590"/>
                    <a:pt x="29070" y="56445"/>
                  </a:cubicBezTo>
                  <a:cubicBezTo>
                    <a:pt x="7162" y="40253"/>
                    <a:pt x="-2363" y="22155"/>
                    <a:pt x="495" y="4058"/>
                  </a:cubicBezTo>
                  <a:cubicBezTo>
                    <a:pt x="1447" y="1200"/>
                    <a:pt x="3352" y="-705"/>
                    <a:pt x="6210" y="248"/>
                  </a:cubicBezTo>
                  <a:lnTo>
                    <a:pt x="239572" y="41205"/>
                  </a:lnTo>
                  <a:cubicBezTo>
                    <a:pt x="240525" y="41205"/>
                    <a:pt x="241477" y="42158"/>
                    <a:pt x="242430" y="43110"/>
                  </a:cubicBezTo>
                  <a:cubicBezTo>
                    <a:pt x="243382" y="44063"/>
                    <a:pt x="243382" y="45015"/>
                    <a:pt x="243382" y="46920"/>
                  </a:cubicBezTo>
                  <a:cubicBezTo>
                    <a:pt x="239572" y="75495"/>
                    <a:pt x="201472" y="92640"/>
                    <a:pt x="151942" y="92640"/>
                  </a:cubicBezTo>
                  <a:close/>
                  <a:moveTo>
                    <a:pt x="10020" y="11678"/>
                  </a:moveTo>
                  <a:cubicBezTo>
                    <a:pt x="10020" y="24060"/>
                    <a:pt x="18592" y="37395"/>
                    <a:pt x="35737" y="49778"/>
                  </a:cubicBezTo>
                  <a:cubicBezTo>
                    <a:pt x="58597" y="65970"/>
                    <a:pt x="85267" y="76448"/>
                    <a:pt x="112890" y="80258"/>
                  </a:cubicBezTo>
                  <a:cubicBezTo>
                    <a:pt x="170040" y="90735"/>
                    <a:pt x="223380" y="77400"/>
                    <a:pt x="232905" y="51683"/>
                  </a:cubicBezTo>
                  <a:lnTo>
                    <a:pt x="10020" y="11678"/>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20" name="Freeform 120"/>
            <p:cNvSpPr/>
            <p:nvPr/>
          </p:nvSpPr>
          <p:spPr>
            <a:xfrm>
              <a:off x="8413521" y="5066407"/>
              <a:ext cx="419147" cy="471703"/>
            </a:xfrm>
            <a:custGeom>
              <a:avLst/>
              <a:gdLst/>
              <a:ahLst/>
              <a:cxnLst/>
              <a:rect l="l" t="t" r="r" b="b"/>
              <a:pathLst>
                <a:path w="419147" h="471703">
                  <a:moveTo>
                    <a:pt x="187797" y="471703"/>
                  </a:moveTo>
                  <a:cubicBezTo>
                    <a:pt x="196369" y="379311"/>
                    <a:pt x="203989" y="285013"/>
                    <a:pt x="243042" y="199288"/>
                  </a:cubicBezTo>
                  <a:cubicBezTo>
                    <a:pt x="260187" y="162141"/>
                    <a:pt x="285904" y="114516"/>
                    <a:pt x="318289" y="88798"/>
                  </a:cubicBezTo>
                  <a:cubicBezTo>
                    <a:pt x="346864" y="65938"/>
                    <a:pt x="398299" y="77368"/>
                    <a:pt x="413539" y="110706"/>
                  </a:cubicBezTo>
                  <a:cubicBezTo>
                    <a:pt x="423064" y="133566"/>
                    <a:pt x="420207" y="160236"/>
                    <a:pt x="406872" y="180238"/>
                  </a:cubicBezTo>
                  <a:cubicBezTo>
                    <a:pt x="392584" y="200241"/>
                    <a:pt x="373534" y="216433"/>
                    <a:pt x="350674" y="225958"/>
                  </a:cubicBezTo>
                  <a:cubicBezTo>
                    <a:pt x="255424" y="271678"/>
                    <a:pt x="142077" y="257391"/>
                    <a:pt x="61114" y="189763"/>
                  </a:cubicBezTo>
                  <a:cubicBezTo>
                    <a:pt x="35397" y="167856"/>
                    <a:pt x="15394" y="140233"/>
                    <a:pt x="4917" y="107848"/>
                  </a:cubicBezTo>
                  <a:cubicBezTo>
                    <a:pt x="-5561" y="75463"/>
                    <a:pt x="1107" y="40221"/>
                    <a:pt x="21109" y="12598"/>
                  </a:cubicBezTo>
                  <a:cubicBezTo>
                    <a:pt x="44922" y="-15977"/>
                    <a:pt x="74449" y="9741"/>
                    <a:pt x="88737" y="33553"/>
                  </a:cubicBezTo>
                  <a:cubicBezTo>
                    <a:pt x="120169" y="84036"/>
                    <a:pt x="114454" y="156426"/>
                    <a:pt x="111597" y="212623"/>
                  </a:cubicBezTo>
                  <a:cubicBezTo>
                    <a:pt x="105882" y="292633"/>
                    <a:pt x="89689" y="371691"/>
                    <a:pt x="63019" y="447891"/>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21" name="Freeform 121"/>
            <p:cNvSpPr/>
            <p:nvPr/>
          </p:nvSpPr>
          <p:spPr>
            <a:xfrm>
              <a:off x="8409741" y="5060805"/>
              <a:ext cx="424505" cy="482068"/>
            </a:xfrm>
            <a:custGeom>
              <a:avLst/>
              <a:gdLst/>
              <a:ahLst/>
              <a:cxnLst/>
              <a:rect l="l" t="t" r="r" b="b"/>
              <a:pathLst>
                <a:path w="424505" h="482068">
                  <a:moveTo>
                    <a:pt x="191577" y="482068"/>
                  </a:moveTo>
                  <a:lnTo>
                    <a:pt x="191577" y="482068"/>
                  </a:lnTo>
                  <a:cubicBezTo>
                    <a:pt x="188719" y="482068"/>
                    <a:pt x="186815" y="479211"/>
                    <a:pt x="186815" y="477306"/>
                  </a:cubicBezTo>
                  <a:lnTo>
                    <a:pt x="187767" y="468733"/>
                  </a:lnTo>
                  <a:cubicBezTo>
                    <a:pt x="194435" y="400153"/>
                    <a:pt x="200149" y="329668"/>
                    <a:pt x="220152" y="262993"/>
                  </a:cubicBezTo>
                  <a:cubicBezTo>
                    <a:pt x="185862" y="261088"/>
                    <a:pt x="151572" y="251563"/>
                    <a:pt x="120139" y="237276"/>
                  </a:cubicBezTo>
                  <a:cubicBezTo>
                    <a:pt x="113472" y="311571"/>
                    <a:pt x="97279" y="384913"/>
                    <a:pt x="72514" y="455398"/>
                  </a:cubicBezTo>
                  <a:cubicBezTo>
                    <a:pt x="71562" y="458256"/>
                    <a:pt x="68704" y="459208"/>
                    <a:pt x="66799" y="458256"/>
                  </a:cubicBezTo>
                  <a:cubicBezTo>
                    <a:pt x="63942" y="457303"/>
                    <a:pt x="62989" y="454446"/>
                    <a:pt x="63942" y="452541"/>
                  </a:cubicBezTo>
                  <a:cubicBezTo>
                    <a:pt x="88707" y="381103"/>
                    <a:pt x="104899" y="307761"/>
                    <a:pt x="110614" y="232513"/>
                  </a:cubicBezTo>
                  <a:cubicBezTo>
                    <a:pt x="93469" y="222988"/>
                    <a:pt x="77277" y="212511"/>
                    <a:pt x="62037" y="199176"/>
                  </a:cubicBezTo>
                  <a:cubicBezTo>
                    <a:pt x="35367" y="177268"/>
                    <a:pt x="15364" y="147741"/>
                    <a:pt x="4887" y="114403"/>
                  </a:cubicBezTo>
                  <a:cubicBezTo>
                    <a:pt x="-5590" y="80113"/>
                    <a:pt x="1077" y="42966"/>
                    <a:pt x="22032" y="14391"/>
                  </a:cubicBezTo>
                  <a:cubicBezTo>
                    <a:pt x="28699" y="4866"/>
                    <a:pt x="39177" y="-849"/>
                    <a:pt x="50607" y="103"/>
                  </a:cubicBezTo>
                  <a:cubicBezTo>
                    <a:pt x="74419" y="2008"/>
                    <a:pt x="92517" y="27726"/>
                    <a:pt x="97279" y="36298"/>
                  </a:cubicBezTo>
                  <a:cubicBezTo>
                    <a:pt x="128712" y="85828"/>
                    <a:pt x="123949" y="155361"/>
                    <a:pt x="121092" y="211558"/>
                  </a:cubicBezTo>
                  <a:lnTo>
                    <a:pt x="121092" y="219178"/>
                  </a:lnTo>
                  <a:cubicBezTo>
                    <a:pt x="121092" y="222036"/>
                    <a:pt x="121092" y="224893"/>
                    <a:pt x="121092" y="227751"/>
                  </a:cubicBezTo>
                  <a:cubicBezTo>
                    <a:pt x="153477" y="243943"/>
                    <a:pt x="187767" y="252516"/>
                    <a:pt x="223010" y="254421"/>
                  </a:cubicBezTo>
                  <a:cubicBezTo>
                    <a:pt x="228724" y="237276"/>
                    <a:pt x="234440" y="221083"/>
                    <a:pt x="242060" y="203938"/>
                  </a:cubicBezTo>
                  <a:cubicBezTo>
                    <a:pt x="266824" y="149646"/>
                    <a:pt x="292542" y="112498"/>
                    <a:pt x="318260" y="91543"/>
                  </a:cubicBezTo>
                  <a:cubicBezTo>
                    <a:pt x="334452" y="80113"/>
                    <a:pt x="355407" y="75351"/>
                    <a:pt x="374457" y="81066"/>
                  </a:cubicBezTo>
                  <a:cubicBezTo>
                    <a:pt x="393507" y="85828"/>
                    <a:pt x="409699" y="98211"/>
                    <a:pt x="418272" y="115356"/>
                  </a:cubicBezTo>
                  <a:cubicBezTo>
                    <a:pt x="428749" y="140121"/>
                    <a:pt x="425892" y="167743"/>
                    <a:pt x="410652" y="189651"/>
                  </a:cubicBezTo>
                  <a:cubicBezTo>
                    <a:pt x="396365" y="210606"/>
                    <a:pt x="376362" y="226798"/>
                    <a:pt x="352549" y="237276"/>
                  </a:cubicBezTo>
                  <a:cubicBezTo>
                    <a:pt x="313497" y="257278"/>
                    <a:pt x="269682" y="265851"/>
                    <a:pt x="225867" y="264898"/>
                  </a:cubicBezTo>
                  <a:cubicBezTo>
                    <a:pt x="205865" y="331573"/>
                    <a:pt x="199197" y="402058"/>
                    <a:pt x="192529" y="470638"/>
                  </a:cubicBezTo>
                  <a:lnTo>
                    <a:pt x="191577" y="479211"/>
                  </a:lnTo>
                  <a:cubicBezTo>
                    <a:pt x="195387" y="480163"/>
                    <a:pt x="193482" y="482068"/>
                    <a:pt x="191577" y="482068"/>
                  </a:cubicBezTo>
                  <a:close/>
                  <a:moveTo>
                    <a:pt x="232535" y="253468"/>
                  </a:moveTo>
                  <a:cubicBezTo>
                    <a:pt x="273492" y="254421"/>
                    <a:pt x="314449" y="245848"/>
                    <a:pt x="351597" y="226798"/>
                  </a:cubicBezTo>
                  <a:cubicBezTo>
                    <a:pt x="373504" y="217273"/>
                    <a:pt x="391602" y="202033"/>
                    <a:pt x="405890" y="182983"/>
                  </a:cubicBezTo>
                  <a:cubicBezTo>
                    <a:pt x="419224" y="163933"/>
                    <a:pt x="421129" y="139168"/>
                    <a:pt x="412557" y="118213"/>
                  </a:cubicBezTo>
                  <a:cubicBezTo>
                    <a:pt x="394460" y="88686"/>
                    <a:pt x="356360" y="79161"/>
                    <a:pt x="326832" y="96306"/>
                  </a:cubicBezTo>
                  <a:cubicBezTo>
                    <a:pt x="325879" y="97258"/>
                    <a:pt x="324927" y="97258"/>
                    <a:pt x="323974" y="98211"/>
                  </a:cubicBezTo>
                  <a:cubicBezTo>
                    <a:pt x="299210" y="117261"/>
                    <a:pt x="274444" y="154408"/>
                    <a:pt x="250632" y="206796"/>
                  </a:cubicBezTo>
                  <a:cubicBezTo>
                    <a:pt x="243965" y="222036"/>
                    <a:pt x="238249" y="237276"/>
                    <a:pt x="232535" y="253468"/>
                  </a:cubicBezTo>
                  <a:close/>
                  <a:moveTo>
                    <a:pt x="48702" y="9628"/>
                  </a:moveTo>
                  <a:cubicBezTo>
                    <a:pt x="41082" y="9628"/>
                    <a:pt x="33462" y="14391"/>
                    <a:pt x="29652" y="20106"/>
                  </a:cubicBezTo>
                  <a:cubicBezTo>
                    <a:pt x="10602" y="45823"/>
                    <a:pt x="3935" y="80113"/>
                    <a:pt x="14412" y="111546"/>
                  </a:cubicBezTo>
                  <a:cubicBezTo>
                    <a:pt x="24889" y="142978"/>
                    <a:pt x="42987" y="170601"/>
                    <a:pt x="68704" y="191556"/>
                  </a:cubicBezTo>
                  <a:cubicBezTo>
                    <a:pt x="82039" y="202986"/>
                    <a:pt x="96327" y="213463"/>
                    <a:pt x="111567" y="222036"/>
                  </a:cubicBezTo>
                  <a:cubicBezTo>
                    <a:pt x="111567" y="221083"/>
                    <a:pt x="111567" y="219178"/>
                    <a:pt x="111567" y="218226"/>
                  </a:cubicBezTo>
                  <a:lnTo>
                    <a:pt x="112519" y="210606"/>
                  </a:lnTo>
                  <a:cubicBezTo>
                    <a:pt x="115377" y="156313"/>
                    <a:pt x="120139" y="88686"/>
                    <a:pt x="90612" y="41061"/>
                  </a:cubicBezTo>
                  <a:cubicBezTo>
                    <a:pt x="81087" y="26773"/>
                    <a:pt x="65847" y="10581"/>
                    <a:pt x="51560" y="9628"/>
                  </a:cubicBezTo>
                  <a:lnTo>
                    <a:pt x="48702" y="9628"/>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22" name="Freeform 122"/>
            <p:cNvSpPr/>
            <p:nvPr/>
          </p:nvSpPr>
          <p:spPr>
            <a:xfrm>
              <a:off x="8385100" y="5329495"/>
              <a:ext cx="181245" cy="140035"/>
            </a:xfrm>
            <a:custGeom>
              <a:avLst/>
              <a:gdLst/>
              <a:ahLst/>
              <a:cxnLst/>
              <a:rect l="l" t="t" r="r" b="b"/>
              <a:pathLst>
                <a:path w="181245" h="140035">
                  <a:moveTo>
                    <a:pt x="0" y="92410"/>
                  </a:moveTo>
                  <a:lnTo>
                    <a:pt x="51435" y="49548"/>
                  </a:lnTo>
                  <a:cubicBezTo>
                    <a:pt x="67627" y="36213"/>
                    <a:pt x="83820" y="-935"/>
                    <a:pt x="98107" y="18"/>
                  </a:cubicBezTo>
                  <a:cubicBezTo>
                    <a:pt x="112395" y="18"/>
                    <a:pt x="86677" y="43833"/>
                    <a:pt x="86677" y="43833"/>
                  </a:cubicBezTo>
                  <a:cubicBezTo>
                    <a:pt x="86677" y="43833"/>
                    <a:pt x="140970" y="1923"/>
                    <a:pt x="158115" y="970"/>
                  </a:cubicBezTo>
                  <a:cubicBezTo>
                    <a:pt x="175260" y="18"/>
                    <a:pt x="184785" y="28593"/>
                    <a:pt x="180022" y="37165"/>
                  </a:cubicBezTo>
                  <a:cubicBezTo>
                    <a:pt x="176213" y="45738"/>
                    <a:pt x="129540" y="67646"/>
                    <a:pt x="112395" y="84790"/>
                  </a:cubicBezTo>
                  <a:cubicBezTo>
                    <a:pt x="88582" y="104793"/>
                    <a:pt x="64770" y="122890"/>
                    <a:pt x="39052" y="140035"/>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23" name="Freeform 123"/>
            <p:cNvSpPr/>
            <p:nvPr/>
          </p:nvSpPr>
          <p:spPr>
            <a:xfrm>
              <a:off x="8381290" y="5323798"/>
              <a:ext cx="188928" cy="150495"/>
            </a:xfrm>
            <a:custGeom>
              <a:avLst/>
              <a:gdLst/>
              <a:ahLst/>
              <a:cxnLst/>
              <a:rect l="l" t="t" r="r" b="b"/>
              <a:pathLst>
                <a:path w="188928" h="150495">
                  <a:moveTo>
                    <a:pt x="42863" y="150495"/>
                  </a:moveTo>
                  <a:cubicBezTo>
                    <a:pt x="40958" y="150495"/>
                    <a:pt x="40005" y="149543"/>
                    <a:pt x="39053" y="148590"/>
                  </a:cubicBezTo>
                  <a:cubicBezTo>
                    <a:pt x="37148" y="146685"/>
                    <a:pt x="38100" y="143827"/>
                    <a:pt x="40005" y="141923"/>
                  </a:cubicBezTo>
                  <a:cubicBezTo>
                    <a:pt x="64770" y="124777"/>
                    <a:pt x="89535" y="106680"/>
                    <a:pt x="112395" y="86677"/>
                  </a:cubicBezTo>
                  <a:cubicBezTo>
                    <a:pt x="124778" y="76200"/>
                    <a:pt x="138113" y="66675"/>
                    <a:pt x="152400" y="58102"/>
                  </a:cubicBezTo>
                  <a:cubicBezTo>
                    <a:pt x="161925" y="53340"/>
                    <a:pt x="170498" y="46673"/>
                    <a:pt x="179070" y="40005"/>
                  </a:cubicBezTo>
                  <a:cubicBezTo>
                    <a:pt x="180023" y="32385"/>
                    <a:pt x="178117" y="24765"/>
                    <a:pt x="173355" y="18098"/>
                  </a:cubicBezTo>
                  <a:cubicBezTo>
                    <a:pt x="171450" y="13335"/>
                    <a:pt x="166688" y="10478"/>
                    <a:pt x="160973" y="10478"/>
                  </a:cubicBezTo>
                  <a:cubicBezTo>
                    <a:pt x="149542" y="11430"/>
                    <a:pt x="112395" y="37148"/>
                    <a:pt x="92392" y="52388"/>
                  </a:cubicBezTo>
                  <a:cubicBezTo>
                    <a:pt x="90488" y="54293"/>
                    <a:pt x="87630" y="54293"/>
                    <a:pt x="86678" y="52388"/>
                  </a:cubicBezTo>
                  <a:cubicBezTo>
                    <a:pt x="84773" y="50483"/>
                    <a:pt x="84773" y="48577"/>
                    <a:pt x="85725" y="46673"/>
                  </a:cubicBezTo>
                  <a:cubicBezTo>
                    <a:pt x="95250" y="30480"/>
                    <a:pt x="102870" y="13335"/>
                    <a:pt x="100965" y="9525"/>
                  </a:cubicBezTo>
                  <a:cubicBezTo>
                    <a:pt x="95250" y="9525"/>
                    <a:pt x="85725" y="23813"/>
                    <a:pt x="78105" y="34290"/>
                  </a:cubicBezTo>
                  <a:cubicBezTo>
                    <a:pt x="72390" y="42863"/>
                    <a:pt x="65723" y="51435"/>
                    <a:pt x="58103" y="59055"/>
                  </a:cubicBezTo>
                  <a:lnTo>
                    <a:pt x="6667" y="101918"/>
                  </a:lnTo>
                  <a:lnTo>
                    <a:pt x="0" y="94298"/>
                  </a:lnTo>
                  <a:lnTo>
                    <a:pt x="51435" y="51435"/>
                  </a:lnTo>
                  <a:cubicBezTo>
                    <a:pt x="58103" y="44768"/>
                    <a:pt x="64770" y="37148"/>
                    <a:pt x="69533" y="28575"/>
                  </a:cubicBezTo>
                  <a:cubicBezTo>
                    <a:pt x="80010" y="14288"/>
                    <a:pt x="89535" y="0"/>
                    <a:pt x="100965" y="0"/>
                  </a:cubicBezTo>
                  <a:lnTo>
                    <a:pt x="100965" y="0"/>
                  </a:lnTo>
                  <a:cubicBezTo>
                    <a:pt x="103823" y="0"/>
                    <a:pt x="107633" y="1905"/>
                    <a:pt x="108585" y="4763"/>
                  </a:cubicBezTo>
                  <a:cubicBezTo>
                    <a:pt x="111442" y="10478"/>
                    <a:pt x="108585" y="21908"/>
                    <a:pt x="103823" y="32385"/>
                  </a:cubicBezTo>
                  <a:cubicBezTo>
                    <a:pt x="121920" y="20003"/>
                    <a:pt x="148590" y="1905"/>
                    <a:pt x="160973" y="953"/>
                  </a:cubicBezTo>
                  <a:cubicBezTo>
                    <a:pt x="169545" y="953"/>
                    <a:pt x="177165" y="5715"/>
                    <a:pt x="181928" y="12383"/>
                  </a:cubicBezTo>
                  <a:cubicBezTo>
                    <a:pt x="188595" y="20955"/>
                    <a:pt x="190500" y="33338"/>
                    <a:pt x="187642" y="43815"/>
                  </a:cubicBezTo>
                  <a:cubicBezTo>
                    <a:pt x="184785" y="49530"/>
                    <a:pt x="175260" y="55245"/>
                    <a:pt x="157163" y="66675"/>
                  </a:cubicBezTo>
                  <a:cubicBezTo>
                    <a:pt x="143828" y="74295"/>
                    <a:pt x="130492" y="82868"/>
                    <a:pt x="118110" y="93345"/>
                  </a:cubicBezTo>
                  <a:cubicBezTo>
                    <a:pt x="94298" y="113348"/>
                    <a:pt x="69533" y="132398"/>
                    <a:pt x="43815" y="149543"/>
                  </a:cubicBezTo>
                  <a:cubicBezTo>
                    <a:pt x="44767" y="150495"/>
                    <a:pt x="43815" y="150495"/>
                    <a:pt x="42863" y="15049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24" name="Freeform 124"/>
            <p:cNvSpPr/>
            <p:nvPr/>
          </p:nvSpPr>
          <p:spPr>
            <a:xfrm>
              <a:off x="7848829" y="5275683"/>
              <a:ext cx="610565" cy="389018"/>
            </a:xfrm>
            <a:custGeom>
              <a:avLst/>
              <a:gdLst/>
              <a:ahLst/>
              <a:cxnLst/>
              <a:rect l="l" t="t" r="r" b="b"/>
              <a:pathLst>
                <a:path w="610565" h="389018">
                  <a:moveTo>
                    <a:pt x="133363" y="18588"/>
                  </a:moveTo>
                  <a:cubicBezTo>
                    <a:pt x="136221" y="22398"/>
                    <a:pt x="272428" y="239568"/>
                    <a:pt x="272428" y="239568"/>
                  </a:cubicBezTo>
                  <a:lnTo>
                    <a:pt x="543891" y="109075"/>
                  </a:lnTo>
                  <a:lnTo>
                    <a:pt x="610566" y="185275"/>
                  </a:lnTo>
                  <a:cubicBezTo>
                    <a:pt x="610566" y="185275"/>
                    <a:pt x="381966" y="357678"/>
                    <a:pt x="292431" y="387205"/>
                  </a:cubicBezTo>
                  <a:cubicBezTo>
                    <a:pt x="203848" y="415780"/>
                    <a:pt x="-1892" y="97645"/>
                    <a:pt x="13" y="62403"/>
                  </a:cubicBezTo>
                  <a:cubicBezTo>
                    <a:pt x="2871" y="28113"/>
                    <a:pt x="93358" y="-29990"/>
                    <a:pt x="133363" y="18588"/>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125" name="Freeform 125"/>
            <p:cNvSpPr/>
            <p:nvPr/>
          </p:nvSpPr>
          <p:spPr>
            <a:xfrm>
              <a:off x="7993053" y="5315552"/>
              <a:ext cx="280025" cy="205413"/>
            </a:xfrm>
            <a:custGeom>
              <a:avLst/>
              <a:gdLst/>
              <a:ahLst/>
              <a:cxnLst/>
              <a:rect l="l" t="t" r="r" b="b"/>
              <a:pathLst>
                <a:path w="280025" h="205413">
                  <a:moveTo>
                    <a:pt x="128205" y="205413"/>
                  </a:moveTo>
                  <a:cubicBezTo>
                    <a:pt x="126300" y="205413"/>
                    <a:pt x="125347" y="204461"/>
                    <a:pt x="124395" y="203508"/>
                  </a:cubicBezTo>
                  <a:lnTo>
                    <a:pt x="570" y="7293"/>
                  </a:lnTo>
                  <a:cubicBezTo>
                    <a:pt x="-383" y="5388"/>
                    <a:pt x="-383" y="1578"/>
                    <a:pt x="2475" y="626"/>
                  </a:cubicBezTo>
                  <a:cubicBezTo>
                    <a:pt x="4380" y="-327"/>
                    <a:pt x="7237" y="-327"/>
                    <a:pt x="9142" y="1578"/>
                  </a:cubicBezTo>
                  <a:cubicBezTo>
                    <a:pt x="11047" y="3483"/>
                    <a:pt x="112965" y="167313"/>
                    <a:pt x="130110" y="194936"/>
                  </a:cubicBezTo>
                  <a:lnTo>
                    <a:pt x="272985" y="119688"/>
                  </a:lnTo>
                  <a:cubicBezTo>
                    <a:pt x="274890" y="118736"/>
                    <a:pt x="278700" y="119688"/>
                    <a:pt x="279652" y="121593"/>
                  </a:cubicBezTo>
                  <a:cubicBezTo>
                    <a:pt x="280605" y="123498"/>
                    <a:pt x="279652" y="127308"/>
                    <a:pt x="277747" y="128261"/>
                  </a:cubicBezTo>
                  <a:lnTo>
                    <a:pt x="277747" y="128261"/>
                  </a:lnTo>
                  <a:lnTo>
                    <a:pt x="130110" y="205413"/>
                  </a:lnTo>
                  <a:cubicBezTo>
                    <a:pt x="129157" y="205413"/>
                    <a:pt x="129157" y="205413"/>
                    <a:pt x="128205" y="205413"/>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26" name="Freeform 126"/>
            <p:cNvSpPr/>
            <p:nvPr/>
          </p:nvSpPr>
          <p:spPr>
            <a:xfrm>
              <a:off x="7949722" y="5512307"/>
              <a:ext cx="390696" cy="152485"/>
            </a:xfrm>
            <a:custGeom>
              <a:avLst/>
              <a:gdLst/>
              <a:ahLst/>
              <a:cxnLst/>
              <a:rect l="l" t="t" r="r" b="b"/>
              <a:pathLst>
                <a:path w="390696" h="152485">
                  <a:moveTo>
                    <a:pt x="184871" y="152486"/>
                  </a:moveTo>
                  <a:cubicBezTo>
                    <a:pt x="127721" y="152486"/>
                    <a:pt x="65808" y="103908"/>
                    <a:pt x="1038" y="7706"/>
                  </a:cubicBezTo>
                  <a:cubicBezTo>
                    <a:pt x="-867" y="5801"/>
                    <a:pt x="86" y="2943"/>
                    <a:pt x="1991" y="1038"/>
                  </a:cubicBezTo>
                  <a:cubicBezTo>
                    <a:pt x="3896" y="-867"/>
                    <a:pt x="6753" y="86"/>
                    <a:pt x="8658" y="1991"/>
                  </a:cubicBezTo>
                  <a:cubicBezTo>
                    <a:pt x="79143" y="105813"/>
                    <a:pt x="144866" y="152486"/>
                    <a:pt x="203921" y="140103"/>
                  </a:cubicBezTo>
                  <a:cubicBezTo>
                    <a:pt x="262976" y="127721"/>
                    <a:pt x="382038" y="34376"/>
                    <a:pt x="382991" y="33423"/>
                  </a:cubicBezTo>
                  <a:cubicBezTo>
                    <a:pt x="384896" y="31518"/>
                    <a:pt x="387753" y="32471"/>
                    <a:pt x="389658" y="34376"/>
                  </a:cubicBezTo>
                  <a:cubicBezTo>
                    <a:pt x="391563" y="36281"/>
                    <a:pt x="390611" y="39138"/>
                    <a:pt x="388706" y="41043"/>
                  </a:cubicBezTo>
                  <a:cubicBezTo>
                    <a:pt x="383943" y="44853"/>
                    <a:pt x="267738" y="136293"/>
                    <a:pt x="205826" y="149628"/>
                  </a:cubicBezTo>
                  <a:cubicBezTo>
                    <a:pt x="199158" y="152486"/>
                    <a:pt x="192491" y="152486"/>
                    <a:pt x="184871" y="152486"/>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27" name="Freeform 127"/>
            <p:cNvSpPr/>
            <p:nvPr/>
          </p:nvSpPr>
          <p:spPr>
            <a:xfrm>
              <a:off x="7689775" y="5247598"/>
              <a:ext cx="361950" cy="189584"/>
            </a:xfrm>
            <a:custGeom>
              <a:avLst/>
              <a:gdLst/>
              <a:ahLst/>
              <a:cxnLst/>
              <a:rect l="l" t="t" r="r" b="b"/>
              <a:pathLst>
                <a:path w="361950" h="189584">
                  <a:moveTo>
                    <a:pt x="340995" y="0"/>
                  </a:moveTo>
                  <a:lnTo>
                    <a:pt x="334328" y="19050"/>
                  </a:lnTo>
                  <a:lnTo>
                    <a:pt x="350520" y="40005"/>
                  </a:lnTo>
                  <a:cubicBezTo>
                    <a:pt x="350520" y="40005"/>
                    <a:pt x="319088" y="201930"/>
                    <a:pt x="77152" y="72390"/>
                  </a:cubicBezTo>
                  <a:lnTo>
                    <a:pt x="0" y="100013"/>
                  </a:lnTo>
                  <a:lnTo>
                    <a:pt x="45720" y="162877"/>
                  </a:lnTo>
                  <a:cubicBezTo>
                    <a:pt x="45720" y="162877"/>
                    <a:pt x="335280" y="274320"/>
                    <a:pt x="358140" y="41910"/>
                  </a:cubicBezTo>
                  <a:lnTo>
                    <a:pt x="361950" y="16193"/>
                  </a:lnTo>
                  <a:lnTo>
                    <a:pt x="340995" y="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28" name="Freeform 128"/>
            <p:cNvSpPr/>
            <p:nvPr/>
          </p:nvSpPr>
          <p:spPr>
            <a:xfrm>
              <a:off x="7685965" y="5243788"/>
              <a:ext cx="371475" cy="199144"/>
            </a:xfrm>
            <a:custGeom>
              <a:avLst/>
              <a:gdLst/>
              <a:ahLst/>
              <a:cxnLst/>
              <a:rect l="l" t="t" r="r" b="b"/>
              <a:pathLst>
                <a:path w="371475" h="199144">
                  <a:moveTo>
                    <a:pt x="192405" y="199072"/>
                  </a:moveTo>
                  <a:cubicBezTo>
                    <a:pt x="142875" y="198120"/>
                    <a:pt x="94298" y="188595"/>
                    <a:pt x="48578" y="171450"/>
                  </a:cubicBezTo>
                  <a:cubicBezTo>
                    <a:pt x="47625" y="171450"/>
                    <a:pt x="46673" y="170497"/>
                    <a:pt x="46673" y="169545"/>
                  </a:cubicBezTo>
                  <a:lnTo>
                    <a:pt x="953" y="106680"/>
                  </a:lnTo>
                  <a:cubicBezTo>
                    <a:pt x="0" y="105727"/>
                    <a:pt x="0" y="103822"/>
                    <a:pt x="0" y="102870"/>
                  </a:cubicBezTo>
                  <a:cubicBezTo>
                    <a:pt x="953" y="100965"/>
                    <a:pt x="1905" y="100013"/>
                    <a:pt x="2858" y="100013"/>
                  </a:cubicBezTo>
                  <a:lnTo>
                    <a:pt x="80010" y="72390"/>
                  </a:lnTo>
                  <a:cubicBezTo>
                    <a:pt x="80963" y="71438"/>
                    <a:pt x="82868" y="71438"/>
                    <a:pt x="83820" y="72390"/>
                  </a:cubicBezTo>
                  <a:cubicBezTo>
                    <a:pt x="174308" y="120968"/>
                    <a:pt x="245745" y="133350"/>
                    <a:pt x="294323" y="111443"/>
                  </a:cubicBezTo>
                  <a:cubicBezTo>
                    <a:pt x="320992" y="98107"/>
                    <a:pt x="340995" y="74295"/>
                    <a:pt x="348615" y="45720"/>
                  </a:cubicBezTo>
                  <a:lnTo>
                    <a:pt x="334328" y="26670"/>
                  </a:lnTo>
                  <a:cubicBezTo>
                    <a:pt x="333375" y="25718"/>
                    <a:pt x="333375" y="23813"/>
                    <a:pt x="333375" y="21907"/>
                  </a:cubicBezTo>
                  <a:lnTo>
                    <a:pt x="340042" y="2857"/>
                  </a:lnTo>
                  <a:cubicBezTo>
                    <a:pt x="340995" y="952"/>
                    <a:pt x="341948" y="0"/>
                    <a:pt x="342900" y="0"/>
                  </a:cubicBezTo>
                  <a:cubicBezTo>
                    <a:pt x="344805" y="0"/>
                    <a:pt x="345758" y="0"/>
                    <a:pt x="347663" y="952"/>
                  </a:cubicBezTo>
                  <a:lnTo>
                    <a:pt x="369570" y="17145"/>
                  </a:lnTo>
                  <a:cubicBezTo>
                    <a:pt x="370523" y="18097"/>
                    <a:pt x="371475" y="20002"/>
                    <a:pt x="371475" y="21907"/>
                  </a:cubicBezTo>
                  <a:lnTo>
                    <a:pt x="367665" y="47625"/>
                  </a:lnTo>
                  <a:cubicBezTo>
                    <a:pt x="361950" y="106680"/>
                    <a:pt x="339090" y="149543"/>
                    <a:pt x="298133" y="174308"/>
                  </a:cubicBezTo>
                  <a:cubicBezTo>
                    <a:pt x="265748" y="191453"/>
                    <a:pt x="229553" y="200025"/>
                    <a:pt x="192405" y="199072"/>
                  </a:cubicBezTo>
                  <a:close/>
                  <a:moveTo>
                    <a:pt x="53340" y="162878"/>
                  </a:moveTo>
                  <a:cubicBezTo>
                    <a:pt x="68580" y="168593"/>
                    <a:pt x="207645" y="217170"/>
                    <a:pt x="293370" y="164783"/>
                  </a:cubicBezTo>
                  <a:cubicBezTo>
                    <a:pt x="329565" y="142875"/>
                    <a:pt x="351473" y="104775"/>
                    <a:pt x="357188" y="51435"/>
                  </a:cubicBezTo>
                  <a:cubicBezTo>
                    <a:pt x="347663" y="80963"/>
                    <a:pt x="326708" y="105727"/>
                    <a:pt x="299085" y="119062"/>
                  </a:cubicBezTo>
                  <a:cubicBezTo>
                    <a:pt x="247650" y="143828"/>
                    <a:pt x="174308" y="131445"/>
                    <a:pt x="81915" y="81915"/>
                  </a:cubicBezTo>
                  <a:lnTo>
                    <a:pt x="12383" y="106680"/>
                  </a:lnTo>
                  <a:lnTo>
                    <a:pt x="53340" y="162878"/>
                  </a:lnTo>
                  <a:close/>
                  <a:moveTo>
                    <a:pt x="342900" y="21907"/>
                  </a:moveTo>
                  <a:lnTo>
                    <a:pt x="357188" y="40957"/>
                  </a:lnTo>
                  <a:lnTo>
                    <a:pt x="357188" y="41910"/>
                  </a:lnTo>
                  <a:lnTo>
                    <a:pt x="360045" y="22860"/>
                  </a:lnTo>
                  <a:lnTo>
                    <a:pt x="345758" y="12382"/>
                  </a:lnTo>
                  <a:lnTo>
                    <a:pt x="342900" y="21907"/>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29" name="Freeform 129"/>
            <p:cNvSpPr/>
            <p:nvPr/>
          </p:nvSpPr>
          <p:spPr>
            <a:xfrm>
              <a:off x="6893992" y="5923704"/>
              <a:ext cx="185230" cy="161247"/>
            </a:xfrm>
            <a:custGeom>
              <a:avLst/>
              <a:gdLst/>
              <a:ahLst/>
              <a:cxnLst/>
              <a:rect l="l" t="t" r="r" b="b"/>
              <a:pathLst>
                <a:path w="185230" h="161247">
                  <a:moveTo>
                    <a:pt x="185230" y="31602"/>
                  </a:moveTo>
                  <a:cubicBezTo>
                    <a:pt x="185230" y="31602"/>
                    <a:pt x="96648" y="-2688"/>
                    <a:pt x="90933" y="169"/>
                  </a:cubicBezTo>
                  <a:cubicBezTo>
                    <a:pt x="86170" y="3027"/>
                    <a:pt x="-16700" y="158284"/>
                    <a:pt x="2350" y="161142"/>
                  </a:cubicBezTo>
                  <a:cubicBezTo>
                    <a:pt x="21400" y="163999"/>
                    <a:pt x="143320" y="107802"/>
                    <a:pt x="143320" y="107802"/>
                  </a:cubicBezTo>
                  <a:lnTo>
                    <a:pt x="185230" y="31602"/>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30" name="Freeform 130"/>
            <p:cNvSpPr/>
            <p:nvPr/>
          </p:nvSpPr>
          <p:spPr>
            <a:xfrm>
              <a:off x="6889432" y="5919462"/>
              <a:ext cx="194314" cy="170146"/>
            </a:xfrm>
            <a:custGeom>
              <a:avLst/>
              <a:gdLst/>
              <a:ahLst/>
              <a:cxnLst/>
              <a:rect l="l" t="t" r="r" b="b"/>
              <a:pathLst>
                <a:path w="194314" h="170146">
                  <a:moveTo>
                    <a:pt x="8815" y="170146"/>
                  </a:moveTo>
                  <a:lnTo>
                    <a:pt x="6910" y="170146"/>
                  </a:lnTo>
                  <a:cubicBezTo>
                    <a:pt x="4053" y="170146"/>
                    <a:pt x="1195" y="167289"/>
                    <a:pt x="243" y="164431"/>
                  </a:cubicBezTo>
                  <a:cubicBezTo>
                    <a:pt x="-5472" y="139666"/>
                    <a:pt x="91683" y="1554"/>
                    <a:pt x="92635" y="601"/>
                  </a:cubicBezTo>
                  <a:cubicBezTo>
                    <a:pt x="93588" y="-351"/>
                    <a:pt x="100255" y="-4161"/>
                    <a:pt x="190743" y="31081"/>
                  </a:cubicBezTo>
                  <a:cubicBezTo>
                    <a:pt x="191695" y="32034"/>
                    <a:pt x="192648" y="32986"/>
                    <a:pt x="193600" y="33939"/>
                  </a:cubicBezTo>
                  <a:cubicBezTo>
                    <a:pt x="194553" y="34891"/>
                    <a:pt x="194553" y="36796"/>
                    <a:pt x="193600" y="37749"/>
                  </a:cubicBezTo>
                  <a:lnTo>
                    <a:pt x="151690" y="113949"/>
                  </a:lnTo>
                  <a:cubicBezTo>
                    <a:pt x="150738" y="114901"/>
                    <a:pt x="150738" y="115854"/>
                    <a:pt x="149785" y="115854"/>
                  </a:cubicBezTo>
                  <a:cubicBezTo>
                    <a:pt x="138355" y="122521"/>
                    <a:pt x="32628" y="170146"/>
                    <a:pt x="8815" y="170146"/>
                  </a:cubicBezTo>
                  <a:close/>
                  <a:moveTo>
                    <a:pt x="98350" y="9174"/>
                  </a:moveTo>
                  <a:cubicBezTo>
                    <a:pt x="93588" y="14889"/>
                    <a:pt x="71680" y="47274"/>
                    <a:pt x="49773" y="82516"/>
                  </a:cubicBezTo>
                  <a:cubicBezTo>
                    <a:pt x="14530" y="139666"/>
                    <a:pt x="9768" y="156811"/>
                    <a:pt x="9768" y="160621"/>
                  </a:cubicBezTo>
                  <a:cubicBezTo>
                    <a:pt x="26913" y="159669"/>
                    <a:pt x="100255" y="129189"/>
                    <a:pt x="145023" y="108234"/>
                  </a:cubicBezTo>
                  <a:lnTo>
                    <a:pt x="183123" y="37749"/>
                  </a:lnTo>
                  <a:cubicBezTo>
                    <a:pt x="155500" y="27271"/>
                    <a:pt x="126925" y="17746"/>
                    <a:pt x="98350" y="9174"/>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31" name="Freeform 131"/>
            <p:cNvSpPr/>
            <p:nvPr/>
          </p:nvSpPr>
          <p:spPr>
            <a:xfrm>
              <a:off x="7311633" y="4861836"/>
              <a:ext cx="329564" cy="288481"/>
            </a:xfrm>
            <a:custGeom>
              <a:avLst/>
              <a:gdLst/>
              <a:ahLst/>
              <a:cxnLst/>
              <a:rect l="l" t="t" r="r" b="b"/>
              <a:pathLst>
                <a:path w="329564" h="288481">
                  <a:moveTo>
                    <a:pt x="329565" y="122873"/>
                  </a:moveTo>
                  <a:cubicBezTo>
                    <a:pt x="329565" y="122873"/>
                    <a:pt x="160020" y="100013"/>
                    <a:pt x="115252" y="0"/>
                  </a:cubicBezTo>
                  <a:lnTo>
                    <a:pt x="0" y="151448"/>
                  </a:lnTo>
                  <a:cubicBezTo>
                    <a:pt x="0" y="151448"/>
                    <a:pt x="83820" y="306705"/>
                    <a:pt x="232410" y="286703"/>
                  </a:cubicBezTo>
                  <a:lnTo>
                    <a:pt x="329565" y="122873"/>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32" name="Freeform 132"/>
            <p:cNvSpPr/>
            <p:nvPr/>
          </p:nvSpPr>
          <p:spPr>
            <a:xfrm>
              <a:off x="7306156" y="4858025"/>
              <a:ext cx="339566" cy="297180"/>
            </a:xfrm>
            <a:custGeom>
              <a:avLst/>
              <a:gdLst/>
              <a:ahLst/>
              <a:cxnLst/>
              <a:rect l="l" t="t" r="r" b="b"/>
              <a:pathLst>
                <a:path w="339566" h="297180">
                  <a:moveTo>
                    <a:pt x="211217" y="297180"/>
                  </a:moveTo>
                  <a:cubicBezTo>
                    <a:pt x="77867" y="297180"/>
                    <a:pt x="1667" y="159068"/>
                    <a:pt x="714" y="157163"/>
                  </a:cubicBezTo>
                  <a:cubicBezTo>
                    <a:pt x="-238" y="155258"/>
                    <a:pt x="-238" y="153353"/>
                    <a:pt x="714" y="152400"/>
                  </a:cubicBezTo>
                  <a:lnTo>
                    <a:pt x="115967" y="1905"/>
                  </a:lnTo>
                  <a:cubicBezTo>
                    <a:pt x="116919" y="953"/>
                    <a:pt x="118824" y="0"/>
                    <a:pt x="120729" y="0"/>
                  </a:cubicBezTo>
                  <a:cubicBezTo>
                    <a:pt x="122634" y="0"/>
                    <a:pt x="123587" y="953"/>
                    <a:pt x="124539" y="2858"/>
                  </a:cubicBezTo>
                  <a:cubicBezTo>
                    <a:pt x="168354" y="98108"/>
                    <a:pt x="334089" y="121920"/>
                    <a:pt x="335042" y="122873"/>
                  </a:cubicBezTo>
                  <a:cubicBezTo>
                    <a:pt x="336947" y="122873"/>
                    <a:pt x="337899" y="123825"/>
                    <a:pt x="338852" y="125730"/>
                  </a:cubicBezTo>
                  <a:cubicBezTo>
                    <a:pt x="339804" y="127635"/>
                    <a:pt x="339804" y="128588"/>
                    <a:pt x="338852" y="130493"/>
                  </a:cubicBezTo>
                  <a:lnTo>
                    <a:pt x="241697" y="293370"/>
                  </a:lnTo>
                  <a:cubicBezTo>
                    <a:pt x="240744" y="294323"/>
                    <a:pt x="239792" y="295275"/>
                    <a:pt x="237887" y="295275"/>
                  </a:cubicBezTo>
                  <a:cubicBezTo>
                    <a:pt x="229314" y="296228"/>
                    <a:pt x="220742" y="297180"/>
                    <a:pt x="211217" y="297180"/>
                  </a:cubicBezTo>
                  <a:close/>
                  <a:moveTo>
                    <a:pt x="11192" y="155258"/>
                  </a:moveTo>
                  <a:cubicBezTo>
                    <a:pt x="22622" y="175260"/>
                    <a:pt x="103584" y="301943"/>
                    <a:pt x="234077" y="285750"/>
                  </a:cubicBezTo>
                  <a:lnTo>
                    <a:pt x="327422" y="130493"/>
                  </a:lnTo>
                  <a:cubicBezTo>
                    <a:pt x="295037" y="124777"/>
                    <a:pt x="164544" y="98108"/>
                    <a:pt x="119777" y="13335"/>
                  </a:cubicBezTo>
                  <a:lnTo>
                    <a:pt x="11192" y="155258"/>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33" name="Freeform 133"/>
            <p:cNvSpPr/>
            <p:nvPr/>
          </p:nvSpPr>
          <p:spPr>
            <a:xfrm>
              <a:off x="6722988" y="5529325"/>
              <a:ext cx="315277" cy="260245"/>
            </a:xfrm>
            <a:custGeom>
              <a:avLst/>
              <a:gdLst/>
              <a:ahLst/>
              <a:cxnLst/>
              <a:rect l="l" t="t" r="r" b="b"/>
              <a:pathLst>
                <a:path w="315277" h="260245">
                  <a:moveTo>
                    <a:pt x="314325" y="35455"/>
                  </a:moveTo>
                  <a:cubicBezTo>
                    <a:pt x="314325" y="35455"/>
                    <a:pt x="153353" y="-53127"/>
                    <a:pt x="0" y="49743"/>
                  </a:cubicBezTo>
                  <a:lnTo>
                    <a:pt x="62865" y="260245"/>
                  </a:lnTo>
                  <a:cubicBezTo>
                    <a:pt x="62865" y="260245"/>
                    <a:pt x="204788" y="153565"/>
                    <a:pt x="315278" y="182140"/>
                  </a:cubicBezTo>
                  <a:lnTo>
                    <a:pt x="315278" y="35455"/>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34" name="Freeform 134"/>
            <p:cNvSpPr/>
            <p:nvPr/>
          </p:nvSpPr>
          <p:spPr>
            <a:xfrm>
              <a:off x="6716899" y="5525271"/>
              <a:ext cx="325176" cy="270014"/>
            </a:xfrm>
            <a:custGeom>
              <a:avLst/>
              <a:gdLst/>
              <a:ahLst/>
              <a:cxnLst/>
              <a:rect l="l" t="t" r="r" b="b"/>
              <a:pathLst>
                <a:path w="325176" h="270014">
                  <a:moveTo>
                    <a:pt x="68001" y="270015"/>
                  </a:moveTo>
                  <a:cubicBezTo>
                    <a:pt x="67049" y="270015"/>
                    <a:pt x="67049" y="270015"/>
                    <a:pt x="66096" y="270015"/>
                  </a:cubicBezTo>
                  <a:cubicBezTo>
                    <a:pt x="64191" y="269062"/>
                    <a:pt x="63239" y="268110"/>
                    <a:pt x="63239" y="267157"/>
                  </a:cubicBezTo>
                  <a:lnTo>
                    <a:pt x="374" y="55702"/>
                  </a:lnTo>
                  <a:cubicBezTo>
                    <a:pt x="-579" y="53797"/>
                    <a:pt x="374" y="51892"/>
                    <a:pt x="2279" y="49987"/>
                  </a:cubicBezTo>
                  <a:cubicBezTo>
                    <a:pt x="156584" y="-52883"/>
                    <a:pt x="320414" y="34747"/>
                    <a:pt x="322319" y="35700"/>
                  </a:cubicBezTo>
                  <a:cubicBezTo>
                    <a:pt x="324224" y="36652"/>
                    <a:pt x="325176" y="38557"/>
                    <a:pt x="325176" y="39510"/>
                  </a:cubicBezTo>
                  <a:lnTo>
                    <a:pt x="325176" y="186195"/>
                  </a:lnTo>
                  <a:cubicBezTo>
                    <a:pt x="325176" y="188100"/>
                    <a:pt x="324224" y="189052"/>
                    <a:pt x="323271" y="190005"/>
                  </a:cubicBezTo>
                  <a:cubicBezTo>
                    <a:pt x="322319" y="190957"/>
                    <a:pt x="320414" y="190957"/>
                    <a:pt x="319461" y="190957"/>
                  </a:cubicBezTo>
                  <a:cubicBezTo>
                    <a:pt x="212781" y="163335"/>
                    <a:pt x="72764" y="267157"/>
                    <a:pt x="71811" y="268110"/>
                  </a:cubicBezTo>
                  <a:cubicBezTo>
                    <a:pt x="69906" y="269062"/>
                    <a:pt x="68954" y="270015"/>
                    <a:pt x="68001" y="270015"/>
                  </a:cubicBezTo>
                  <a:close/>
                  <a:moveTo>
                    <a:pt x="10851" y="55702"/>
                  </a:moveTo>
                  <a:lnTo>
                    <a:pt x="70859" y="256680"/>
                  </a:lnTo>
                  <a:cubicBezTo>
                    <a:pt x="98481" y="237630"/>
                    <a:pt x="216591" y="159525"/>
                    <a:pt x="315651" y="180480"/>
                  </a:cubicBezTo>
                  <a:lnTo>
                    <a:pt x="315651" y="43320"/>
                  </a:lnTo>
                  <a:cubicBezTo>
                    <a:pt x="294696" y="32842"/>
                    <a:pt x="149916" y="-33833"/>
                    <a:pt x="10851" y="55702"/>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35" name="Freeform 135"/>
            <p:cNvSpPr/>
            <p:nvPr/>
          </p:nvSpPr>
          <p:spPr>
            <a:xfrm>
              <a:off x="6997413" y="5079698"/>
              <a:ext cx="142769" cy="193617"/>
            </a:xfrm>
            <a:custGeom>
              <a:avLst/>
              <a:gdLst/>
              <a:ahLst/>
              <a:cxnLst/>
              <a:rect l="l" t="t" r="r" b="b"/>
              <a:pathLst>
                <a:path w="142769" h="193617">
                  <a:moveTo>
                    <a:pt x="12277" y="21215"/>
                  </a:moveTo>
                  <a:cubicBezTo>
                    <a:pt x="12277" y="21215"/>
                    <a:pt x="11324" y="4070"/>
                    <a:pt x="60854" y="260"/>
                  </a:cubicBezTo>
                  <a:cubicBezTo>
                    <a:pt x="90382" y="-1645"/>
                    <a:pt x="119909" y="6927"/>
                    <a:pt x="142769" y="25977"/>
                  </a:cubicBezTo>
                  <a:lnTo>
                    <a:pt x="12277" y="193617"/>
                  </a:lnTo>
                  <a:cubicBezTo>
                    <a:pt x="12277" y="193617"/>
                    <a:pt x="-15346" y="58362"/>
                    <a:pt x="12277" y="21215"/>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36" name="Freeform 136"/>
            <p:cNvSpPr/>
            <p:nvPr/>
          </p:nvSpPr>
          <p:spPr>
            <a:xfrm>
              <a:off x="6992436" y="5074956"/>
              <a:ext cx="151229" cy="203121"/>
            </a:xfrm>
            <a:custGeom>
              <a:avLst/>
              <a:gdLst/>
              <a:ahLst/>
              <a:cxnLst/>
              <a:rect l="l" t="t" r="r" b="b"/>
              <a:pathLst>
                <a:path w="151229" h="203121">
                  <a:moveTo>
                    <a:pt x="17254" y="203122"/>
                  </a:moveTo>
                  <a:lnTo>
                    <a:pt x="16301" y="203122"/>
                  </a:lnTo>
                  <a:cubicBezTo>
                    <a:pt x="14396" y="203122"/>
                    <a:pt x="13444" y="201217"/>
                    <a:pt x="12491" y="199312"/>
                  </a:cubicBezTo>
                  <a:cubicBezTo>
                    <a:pt x="11539" y="193597"/>
                    <a:pt x="-15131" y="64057"/>
                    <a:pt x="12491" y="24052"/>
                  </a:cubicBezTo>
                  <a:cubicBezTo>
                    <a:pt x="13444" y="18337"/>
                    <a:pt x="20111" y="3097"/>
                    <a:pt x="64879" y="239"/>
                  </a:cubicBezTo>
                  <a:cubicBezTo>
                    <a:pt x="95359" y="-1666"/>
                    <a:pt x="125839" y="7859"/>
                    <a:pt x="149651" y="26909"/>
                  </a:cubicBezTo>
                  <a:cubicBezTo>
                    <a:pt x="151556" y="28814"/>
                    <a:pt x="151556" y="31672"/>
                    <a:pt x="150604" y="33577"/>
                  </a:cubicBezTo>
                  <a:lnTo>
                    <a:pt x="21064" y="201217"/>
                  </a:lnTo>
                  <a:cubicBezTo>
                    <a:pt x="20111" y="202169"/>
                    <a:pt x="19159" y="203122"/>
                    <a:pt x="17254" y="203122"/>
                  </a:cubicBezTo>
                  <a:close/>
                  <a:moveTo>
                    <a:pt x="74404" y="9764"/>
                  </a:moveTo>
                  <a:cubicBezTo>
                    <a:pt x="71546" y="9764"/>
                    <a:pt x="68689" y="9764"/>
                    <a:pt x="66784" y="9764"/>
                  </a:cubicBezTo>
                  <a:cubicBezTo>
                    <a:pt x="31541" y="12622"/>
                    <a:pt x="23921" y="22147"/>
                    <a:pt x="22969" y="25957"/>
                  </a:cubicBezTo>
                  <a:cubicBezTo>
                    <a:pt x="22969" y="26909"/>
                    <a:pt x="22969" y="27862"/>
                    <a:pt x="22016" y="28814"/>
                  </a:cubicBezTo>
                  <a:cubicBezTo>
                    <a:pt x="109" y="57389"/>
                    <a:pt x="15349" y="154544"/>
                    <a:pt x="21064" y="186929"/>
                  </a:cubicBezTo>
                  <a:lnTo>
                    <a:pt x="141079" y="31672"/>
                  </a:lnTo>
                  <a:cubicBezTo>
                    <a:pt x="121076" y="17384"/>
                    <a:pt x="98216" y="9764"/>
                    <a:pt x="74404" y="9764"/>
                  </a:cubicBezTo>
                  <a:lnTo>
                    <a:pt x="74404" y="9764"/>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37" name="Freeform 137"/>
            <p:cNvSpPr/>
            <p:nvPr/>
          </p:nvSpPr>
          <p:spPr>
            <a:xfrm>
              <a:off x="6930632" y="5100913"/>
              <a:ext cx="172410" cy="251459"/>
            </a:xfrm>
            <a:custGeom>
              <a:avLst/>
              <a:gdLst/>
              <a:ahLst/>
              <a:cxnLst/>
              <a:rect l="l" t="t" r="r" b="b"/>
              <a:pathLst>
                <a:path w="172410" h="251459">
                  <a:moveTo>
                    <a:pt x="79058" y="0"/>
                  </a:moveTo>
                  <a:lnTo>
                    <a:pt x="0" y="161925"/>
                  </a:lnTo>
                  <a:cubicBezTo>
                    <a:pt x="22860" y="200025"/>
                    <a:pt x="56197" y="231458"/>
                    <a:pt x="95250" y="251460"/>
                  </a:cubicBezTo>
                  <a:lnTo>
                    <a:pt x="172403" y="106680"/>
                  </a:lnTo>
                  <a:cubicBezTo>
                    <a:pt x="173355" y="105727"/>
                    <a:pt x="90488" y="70485"/>
                    <a:pt x="79058" y="0"/>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38" name="Freeform 138"/>
            <p:cNvSpPr/>
            <p:nvPr/>
          </p:nvSpPr>
          <p:spPr>
            <a:xfrm>
              <a:off x="6926108" y="5095198"/>
              <a:ext cx="183356" cy="261937"/>
            </a:xfrm>
            <a:custGeom>
              <a:avLst/>
              <a:gdLst/>
              <a:ahLst/>
              <a:cxnLst/>
              <a:rect l="l" t="t" r="r" b="b"/>
              <a:pathLst>
                <a:path w="183356" h="261937">
                  <a:moveTo>
                    <a:pt x="100727" y="261938"/>
                  </a:moveTo>
                  <a:cubicBezTo>
                    <a:pt x="99774" y="261938"/>
                    <a:pt x="98822" y="261938"/>
                    <a:pt x="98822" y="260985"/>
                  </a:cubicBezTo>
                  <a:cubicBezTo>
                    <a:pt x="57864" y="240030"/>
                    <a:pt x="23574" y="208598"/>
                    <a:pt x="714" y="169545"/>
                  </a:cubicBezTo>
                  <a:cubicBezTo>
                    <a:pt x="-238" y="168593"/>
                    <a:pt x="-238" y="166688"/>
                    <a:pt x="714" y="164783"/>
                  </a:cubicBezTo>
                  <a:lnTo>
                    <a:pt x="79772" y="2858"/>
                  </a:lnTo>
                  <a:cubicBezTo>
                    <a:pt x="80724" y="953"/>
                    <a:pt x="82629" y="0"/>
                    <a:pt x="84534" y="0"/>
                  </a:cubicBezTo>
                  <a:cubicBezTo>
                    <a:pt x="86439" y="0"/>
                    <a:pt x="88344" y="1905"/>
                    <a:pt x="88344" y="3810"/>
                  </a:cubicBezTo>
                  <a:cubicBezTo>
                    <a:pt x="98822" y="70485"/>
                    <a:pt x="178832" y="106680"/>
                    <a:pt x="179784" y="106680"/>
                  </a:cubicBezTo>
                  <a:cubicBezTo>
                    <a:pt x="180737" y="107633"/>
                    <a:pt x="181689" y="108585"/>
                    <a:pt x="182642" y="109538"/>
                  </a:cubicBezTo>
                  <a:cubicBezTo>
                    <a:pt x="183594" y="110490"/>
                    <a:pt x="183594" y="112395"/>
                    <a:pt x="182642" y="113348"/>
                  </a:cubicBezTo>
                  <a:lnTo>
                    <a:pt x="105489" y="259080"/>
                  </a:lnTo>
                  <a:cubicBezTo>
                    <a:pt x="104537" y="260985"/>
                    <a:pt x="102632" y="261938"/>
                    <a:pt x="100727" y="261938"/>
                  </a:cubicBezTo>
                  <a:close/>
                  <a:moveTo>
                    <a:pt x="10239" y="166688"/>
                  </a:moveTo>
                  <a:cubicBezTo>
                    <a:pt x="32147" y="201930"/>
                    <a:pt x="62627" y="230505"/>
                    <a:pt x="97869" y="250508"/>
                  </a:cubicBezTo>
                  <a:lnTo>
                    <a:pt x="170259" y="114300"/>
                  </a:lnTo>
                  <a:cubicBezTo>
                    <a:pt x="153114" y="105728"/>
                    <a:pt x="96917" y="74295"/>
                    <a:pt x="81677" y="20003"/>
                  </a:cubicBezTo>
                  <a:lnTo>
                    <a:pt x="10239" y="166688"/>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39" name="Freeform 139"/>
            <p:cNvSpPr/>
            <p:nvPr/>
          </p:nvSpPr>
          <p:spPr>
            <a:xfrm>
              <a:off x="8246035" y="5863866"/>
              <a:ext cx="229552" cy="200508"/>
            </a:xfrm>
            <a:custGeom>
              <a:avLst/>
              <a:gdLst/>
              <a:ahLst/>
              <a:cxnLst/>
              <a:rect l="l" t="t" r="r" b="b"/>
              <a:pathLst>
                <a:path w="229552" h="200508">
                  <a:moveTo>
                    <a:pt x="160020" y="0"/>
                  </a:moveTo>
                  <a:cubicBezTo>
                    <a:pt x="160020" y="0"/>
                    <a:pt x="148590" y="28575"/>
                    <a:pt x="105728" y="53340"/>
                  </a:cubicBezTo>
                  <a:cubicBezTo>
                    <a:pt x="62865" y="77152"/>
                    <a:pt x="0" y="53340"/>
                    <a:pt x="0" y="53340"/>
                  </a:cubicBezTo>
                  <a:lnTo>
                    <a:pt x="16192" y="191452"/>
                  </a:lnTo>
                  <a:cubicBezTo>
                    <a:pt x="16192" y="191452"/>
                    <a:pt x="71438" y="217170"/>
                    <a:pt x="148590" y="181927"/>
                  </a:cubicBezTo>
                  <a:cubicBezTo>
                    <a:pt x="225742" y="146685"/>
                    <a:pt x="229553" y="110490"/>
                    <a:pt x="229553" y="110490"/>
                  </a:cubicBezTo>
                  <a:lnTo>
                    <a:pt x="160020" y="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40" name="Freeform 140"/>
            <p:cNvSpPr/>
            <p:nvPr/>
          </p:nvSpPr>
          <p:spPr>
            <a:xfrm>
              <a:off x="8241273" y="5858150"/>
              <a:ext cx="240029" cy="210502"/>
            </a:xfrm>
            <a:custGeom>
              <a:avLst/>
              <a:gdLst/>
              <a:ahLst/>
              <a:cxnLst/>
              <a:rect l="l" t="t" r="r" b="b"/>
              <a:pathLst>
                <a:path w="240029" h="210502">
                  <a:moveTo>
                    <a:pt x="72390" y="210503"/>
                  </a:moveTo>
                  <a:cubicBezTo>
                    <a:pt x="54292" y="210503"/>
                    <a:pt x="36195" y="207645"/>
                    <a:pt x="19050" y="200978"/>
                  </a:cubicBezTo>
                  <a:cubicBezTo>
                    <a:pt x="17145" y="200025"/>
                    <a:pt x="16192" y="199073"/>
                    <a:pt x="16192" y="197167"/>
                  </a:cubicBezTo>
                  <a:lnTo>
                    <a:pt x="0" y="59055"/>
                  </a:lnTo>
                  <a:cubicBezTo>
                    <a:pt x="0" y="57150"/>
                    <a:pt x="953" y="56198"/>
                    <a:pt x="1905" y="54293"/>
                  </a:cubicBezTo>
                  <a:cubicBezTo>
                    <a:pt x="2858" y="53340"/>
                    <a:pt x="4763" y="53340"/>
                    <a:pt x="6667" y="53340"/>
                  </a:cubicBezTo>
                  <a:cubicBezTo>
                    <a:pt x="7620" y="53340"/>
                    <a:pt x="68580" y="76200"/>
                    <a:pt x="108585" y="53340"/>
                  </a:cubicBezTo>
                  <a:cubicBezTo>
                    <a:pt x="148590" y="30480"/>
                    <a:pt x="160972" y="2858"/>
                    <a:pt x="160972" y="2858"/>
                  </a:cubicBezTo>
                  <a:cubicBezTo>
                    <a:pt x="161925" y="953"/>
                    <a:pt x="162878" y="0"/>
                    <a:pt x="164783" y="0"/>
                  </a:cubicBezTo>
                  <a:cubicBezTo>
                    <a:pt x="166688" y="0"/>
                    <a:pt x="168592" y="953"/>
                    <a:pt x="169545" y="1905"/>
                  </a:cubicBezTo>
                  <a:lnTo>
                    <a:pt x="239078" y="112395"/>
                  </a:lnTo>
                  <a:cubicBezTo>
                    <a:pt x="240030" y="113348"/>
                    <a:pt x="240030" y="114300"/>
                    <a:pt x="240030" y="115253"/>
                  </a:cubicBezTo>
                  <a:cubicBezTo>
                    <a:pt x="240030" y="117158"/>
                    <a:pt x="235267" y="155258"/>
                    <a:pt x="156210" y="190500"/>
                  </a:cubicBezTo>
                  <a:cubicBezTo>
                    <a:pt x="129540" y="202883"/>
                    <a:pt x="100965" y="209550"/>
                    <a:pt x="72390" y="210503"/>
                  </a:cubicBezTo>
                  <a:close/>
                  <a:moveTo>
                    <a:pt x="25717" y="193358"/>
                  </a:moveTo>
                  <a:cubicBezTo>
                    <a:pt x="37147" y="197167"/>
                    <a:pt x="86678" y="212408"/>
                    <a:pt x="151447" y="182880"/>
                  </a:cubicBezTo>
                  <a:cubicBezTo>
                    <a:pt x="216217" y="153353"/>
                    <a:pt x="227647" y="123825"/>
                    <a:pt x="228600" y="117158"/>
                  </a:cubicBezTo>
                  <a:lnTo>
                    <a:pt x="164783" y="15240"/>
                  </a:lnTo>
                  <a:cubicBezTo>
                    <a:pt x="151447" y="35243"/>
                    <a:pt x="133350" y="51435"/>
                    <a:pt x="112395" y="62865"/>
                  </a:cubicBezTo>
                  <a:cubicBezTo>
                    <a:pt x="76200" y="82868"/>
                    <a:pt x="28575" y="71438"/>
                    <a:pt x="10478" y="65723"/>
                  </a:cubicBezTo>
                  <a:lnTo>
                    <a:pt x="25717" y="193358"/>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41" name="Freeform 141"/>
            <p:cNvSpPr/>
            <p:nvPr/>
          </p:nvSpPr>
          <p:spPr>
            <a:xfrm>
              <a:off x="8881352" y="5476198"/>
              <a:ext cx="204787" cy="108585"/>
            </a:xfrm>
            <a:custGeom>
              <a:avLst/>
              <a:gdLst/>
              <a:ahLst/>
              <a:cxnLst/>
              <a:rect l="l" t="t" r="r" b="b"/>
              <a:pathLst>
                <a:path w="204787" h="108585">
                  <a:moveTo>
                    <a:pt x="70485" y="0"/>
                  </a:moveTo>
                  <a:cubicBezTo>
                    <a:pt x="35242" y="26670"/>
                    <a:pt x="10478" y="63818"/>
                    <a:pt x="0" y="106680"/>
                  </a:cubicBezTo>
                  <a:lnTo>
                    <a:pt x="204788" y="108585"/>
                  </a:lnTo>
                  <a:cubicBezTo>
                    <a:pt x="204788" y="107633"/>
                    <a:pt x="100013" y="0"/>
                    <a:pt x="70485" y="0"/>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42" name="Freeform 142"/>
            <p:cNvSpPr/>
            <p:nvPr/>
          </p:nvSpPr>
          <p:spPr>
            <a:xfrm>
              <a:off x="8876590" y="5471435"/>
              <a:ext cx="214788" cy="117157"/>
            </a:xfrm>
            <a:custGeom>
              <a:avLst/>
              <a:gdLst/>
              <a:ahLst/>
              <a:cxnLst/>
              <a:rect l="l" t="t" r="r" b="b"/>
              <a:pathLst>
                <a:path w="214788" h="117157">
                  <a:moveTo>
                    <a:pt x="209550" y="117158"/>
                  </a:moveTo>
                  <a:lnTo>
                    <a:pt x="209550" y="117158"/>
                  </a:lnTo>
                  <a:lnTo>
                    <a:pt x="4763" y="115252"/>
                  </a:lnTo>
                  <a:cubicBezTo>
                    <a:pt x="2858" y="115252"/>
                    <a:pt x="1905" y="114300"/>
                    <a:pt x="953" y="113348"/>
                  </a:cubicBezTo>
                  <a:cubicBezTo>
                    <a:pt x="0" y="112395"/>
                    <a:pt x="0" y="110490"/>
                    <a:pt x="0" y="109538"/>
                  </a:cubicBezTo>
                  <a:cubicBezTo>
                    <a:pt x="10478" y="65723"/>
                    <a:pt x="36195" y="27623"/>
                    <a:pt x="72390" y="952"/>
                  </a:cubicBezTo>
                  <a:cubicBezTo>
                    <a:pt x="73342" y="0"/>
                    <a:pt x="74295" y="0"/>
                    <a:pt x="75248" y="0"/>
                  </a:cubicBezTo>
                  <a:cubicBezTo>
                    <a:pt x="105728" y="952"/>
                    <a:pt x="201930" y="98108"/>
                    <a:pt x="213360" y="109538"/>
                  </a:cubicBezTo>
                  <a:cubicBezTo>
                    <a:pt x="215265" y="111443"/>
                    <a:pt x="215265" y="114300"/>
                    <a:pt x="213360" y="116205"/>
                  </a:cubicBezTo>
                  <a:cubicBezTo>
                    <a:pt x="212408" y="117158"/>
                    <a:pt x="211455" y="117158"/>
                    <a:pt x="209550" y="117158"/>
                  </a:cubicBezTo>
                  <a:lnTo>
                    <a:pt x="209550" y="117158"/>
                  </a:lnTo>
                  <a:close/>
                  <a:moveTo>
                    <a:pt x="11430" y="105727"/>
                  </a:moveTo>
                  <a:lnTo>
                    <a:pt x="198120" y="107633"/>
                  </a:lnTo>
                  <a:cubicBezTo>
                    <a:pt x="157163" y="66675"/>
                    <a:pt x="97155" y="12383"/>
                    <a:pt x="77153" y="9525"/>
                  </a:cubicBezTo>
                  <a:cubicBezTo>
                    <a:pt x="45720" y="33338"/>
                    <a:pt x="21908" y="67627"/>
                    <a:pt x="11430" y="105727"/>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43" name="Freeform 143"/>
            <p:cNvSpPr/>
            <p:nvPr/>
          </p:nvSpPr>
          <p:spPr>
            <a:xfrm>
              <a:off x="8951838" y="5445718"/>
              <a:ext cx="259279" cy="228600"/>
            </a:xfrm>
            <a:custGeom>
              <a:avLst/>
              <a:gdLst/>
              <a:ahLst/>
              <a:cxnLst/>
              <a:rect l="l" t="t" r="r" b="b"/>
              <a:pathLst>
                <a:path w="259279" h="228600">
                  <a:moveTo>
                    <a:pt x="250507" y="164782"/>
                  </a:moveTo>
                  <a:cubicBezTo>
                    <a:pt x="250507" y="164782"/>
                    <a:pt x="298132" y="74295"/>
                    <a:pt x="171450" y="0"/>
                  </a:cubicBezTo>
                  <a:lnTo>
                    <a:pt x="0" y="29527"/>
                  </a:lnTo>
                  <a:cubicBezTo>
                    <a:pt x="0" y="29527"/>
                    <a:pt x="160020" y="76200"/>
                    <a:pt x="63817" y="228600"/>
                  </a:cubicBezTo>
                  <a:lnTo>
                    <a:pt x="250507" y="164782"/>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44" name="Freeform 144"/>
            <p:cNvSpPr/>
            <p:nvPr/>
          </p:nvSpPr>
          <p:spPr>
            <a:xfrm>
              <a:off x="8946123" y="5440956"/>
              <a:ext cx="269676" cy="239077"/>
            </a:xfrm>
            <a:custGeom>
              <a:avLst/>
              <a:gdLst/>
              <a:ahLst/>
              <a:cxnLst/>
              <a:rect l="l" t="t" r="r" b="b"/>
              <a:pathLst>
                <a:path w="269676" h="239077">
                  <a:moveTo>
                    <a:pt x="69533" y="239077"/>
                  </a:moveTo>
                  <a:cubicBezTo>
                    <a:pt x="67628" y="239077"/>
                    <a:pt x="66675" y="238125"/>
                    <a:pt x="65722" y="237173"/>
                  </a:cubicBezTo>
                  <a:cubicBezTo>
                    <a:pt x="64770" y="235267"/>
                    <a:pt x="64770" y="233363"/>
                    <a:pt x="65722" y="231457"/>
                  </a:cubicBezTo>
                  <a:cubicBezTo>
                    <a:pt x="94297" y="185738"/>
                    <a:pt x="102870" y="145732"/>
                    <a:pt x="90488" y="111442"/>
                  </a:cubicBezTo>
                  <a:cubicBezTo>
                    <a:pt x="70485" y="59055"/>
                    <a:pt x="5715" y="39052"/>
                    <a:pt x="4763" y="39052"/>
                  </a:cubicBezTo>
                  <a:cubicBezTo>
                    <a:pt x="1905" y="39052"/>
                    <a:pt x="0" y="36195"/>
                    <a:pt x="0" y="34290"/>
                  </a:cubicBezTo>
                  <a:cubicBezTo>
                    <a:pt x="0" y="32385"/>
                    <a:pt x="2858" y="29527"/>
                    <a:pt x="4763" y="29527"/>
                  </a:cubicBezTo>
                  <a:lnTo>
                    <a:pt x="176213" y="0"/>
                  </a:lnTo>
                  <a:cubicBezTo>
                    <a:pt x="177165" y="0"/>
                    <a:pt x="178117" y="0"/>
                    <a:pt x="179070" y="952"/>
                  </a:cubicBezTo>
                  <a:cubicBezTo>
                    <a:pt x="246697" y="40005"/>
                    <a:pt x="264795" y="83820"/>
                    <a:pt x="268605" y="114300"/>
                  </a:cubicBezTo>
                  <a:cubicBezTo>
                    <a:pt x="271463" y="134302"/>
                    <a:pt x="268605" y="153352"/>
                    <a:pt x="260032" y="171450"/>
                  </a:cubicBezTo>
                  <a:cubicBezTo>
                    <a:pt x="259080" y="172402"/>
                    <a:pt x="258128" y="173355"/>
                    <a:pt x="257175" y="173355"/>
                  </a:cubicBezTo>
                  <a:lnTo>
                    <a:pt x="70485" y="238125"/>
                  </a:lnTo>
                  <a:cubicBezTo>
                    <a:pt x="71438" y="239077"/>
                    <a:pt x="70485" y="239077"/>
                    <a:pt x="69533" y="239077"/>
                  </a:cubicBezTo>
                  <a:close/>
                  <a:moveTo>
                    <a:pt x="23813" y="36195"/>
                  </a:moveTo>
                  <a:cubicBezTo>
                    <a:pt x="45720" y="45720"/>
                    <a:pt x="83820" y="67627"/>
                    <a:pt x="99060" y="108585"/>
                  </a:cubicBezTo>
                  <a:cubicBezTo>
                    <a:pt x="111442" y="142875"/>
                    <a:pt x="105728" y="181927"/>
                    <a:pt x="80963" y="225742"/>
                  </a:cubicBezTo>
                  <a:lnTo>
                    <a:pt x="252413" y="165735"/>
                  </a:lnTo>
                  <a:cubicBezTo>
                    <a:pt x="258128" y="153352"/>
                    <a:pt x="287655" y="76200"/>
                    <a:pt x="176213" y="10477"/>
                  </a:cubicBezTo>
                  <a:lnTo>
                    <a:pt x="23813" y="36195"/>
                  </a:lnTo>
                  <a:close/>
                  <a:moveTo>
                    <a:pt x="256222" y="168592"/>
                  </a:moveTo>
                  <a:lnTo>
                    <a:pt x="256222" y="168592"/>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45" name="Freeform 145"/>
            <p:cNvSpPr/>
            <p:nvPr/>
          </p:nvSpPr>
          <p:spPr>
            <a:xfrm>
              <a:off x="7270675" y="5423810"/>
              <a:ext cx="192405" cy="139105"/>
            </a:xfrm>
            <a:custGeom>
              <a:avLst/>
              <a:gdLst/>
              <a:ahLst/>
              <a:cxnLst/>
              <a:rect l="l" t="t" r="r" b="b"/>
              <a:pathLst>
                <a:path w="192405" h="139105">
                  <a:moveTo>
                    <a:pt x="192405" y="51435"/>
                  </a:moveTo>
                  <a:cubicBezTo>
                    <a:pt x="164783" y="32385"/>
                    <a:pt x="131445" y="22860"/>
                    <a:pt x="97155" y="24765"/>
                  </a:cubicBezTo>
                  <a:cubicBezTo>
                    <a:pt x="42863" y="29527"/>
                    <a:pt x="25718" y="0"/>
                    <a:pt x="25718" y="0"/>
                  </a:cubicBezTo>
                  <a:lnTo>
                    <a:pt x="0" y="101918"/>
                  </a:lnTo>
                  <a:cubicBezTo>
                    <a:pt x="0" y="101918"/>
                    <a:pt x="28575" y="138113"/>
                    <a:pt x="55245" y="139065"/>
                  </a:cubicBezTo>
                  <a:cubicBezTo>
                    <a:pt x="80963" y="140018"/>
                    <a:pt x="101918" y="123825"/>
                    <a:pt x="142875" y="139065"/>
                  </a:cubicBezTo>
                  <a:lnTo>
                    <a:pt x="192405" y="51435"/>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46" name="Freeform 146"/>
            <p:cNvSpPr/>
            <p:nvPr/>
          </p:nvSpPr>
          <p:spPr>
            <a:xfrm>
              <a:off x="7266865" y="5420000"/>
              <a:ext cx="202015" cy="148590"/>
            </a:xfrm>
            <a:custGeom>
              <a:avLst/>
              <a:gdLst/>
              <a:ahLst/>
              <a:cxnLst/>
              <a:rect l="l" t="t" r="r" b="b"/>
              <a:pathLst>
                <a:path w="202015" h="148590">
                  <a:moveTo>
                    <a:pt x="60960" y="148590"/>
                  </a:moveTo>
                  <a:lnTo>
                    <a:pt x="59055" y="148590"/>
                  </a:lnTo>
                  <a:cubicBezTo>
                    <a:pt x="31432" y="147638"/>
                    <a:pt x="1905" y="111443"/>
                    <a:pt x="952" y="109538"/>
                  </a:cubicBezTo>
                  <a:cubicBezTo>
                    <a:pt x="0" y="108585"/>
                    <a:pt x="0" y="106680"/>
                    <a:pt x="0" y="105728"/>
                  </a:cubicBezTo>
                  <a:lnTo>
                    <a:pt x="25718" y="3810"/>
                  </a:lnTo>
                  <a:cubicBezTo>
                    <a:pt x="25718" y="1905"/>
                    <a:pt x="27622" y="0"/>
                    <a:pt x="29527" y="0"/>
                  </a:cubicBezTo>
                  <a:cubicBezTo>
                    <a:pt x="31432" y="0"/>
                    <a:pt x="33338" y="953"/>
                    <a:pt x="34290" y="1905"/>
                  </a:cubicBezTo>
                  <a:cubicBezTo>
                    <a:pt x="35243" y="2858"/>
                    <a:pt x="51435" y="28575"/>
                    <a:pt x="100965" y="23813"/>
                  </a:cubicBezTo>
                  <a:cubicBezTo>
                    <a:pt x="136208" y="20955"/>
                    <a:pt x="170497" y="31433"/>
                    <a:pt x="200025" y="51435"/>
                  </a:cubicBezTo>
                  <a:cubicBezTo>
                    <a:pt x="201930" y="53340"/>
                    <a:pt x="202883" y="55245"/>
                    <a:pt x="200978" y="58103"/>
                  </a:cubicBezTo>
                  <a:lnTo>
                    <a:pt x="151447" y="145733"/>
                  </a:lnTo>
                  <a:cubicBezTo>
                    <a:pt x="150495" y="147638"/>
                    <a:pt x="147637" y="148590"/>
                    <a:pt x="145733" y="147638"/>
                  </a:cubicBezTo>
                  <a:cubicBezTo>
                    <a:pt x="126682" y="140018"/>
                    <a:pt x="104775" y="139065"/>
                    <a:pt x="85725" y="144780"/>
                  </a:cubicBezTo>
                  <a:cubicBezTo>
                    <a:pt x="77153" y="146685"/>
                    <a:pt x="68580" y="147638"/>
                    <a:pt x="60960" y="148590"/>
                  </a:cubicBezTo>
                  <a:close/>
                  <a:moveTo>
                    <a:pt x="9525" y="105728"/>
                  </a:moveTo>
                  <a:cubicBezTo>
                    <a:pt x="15240" y="112395"/>
                    <a:pt x="39052" y="138113"/>
                    <a:pt x="59055" y="139065"/>
                  </a:cubicBezTo>
                  <a:cubicBezTo>
                    <a:pt x="66675" y="139065"/>
                    <a:pt x="75247" y="138113"/>
                    <a:pt x="82868" y="136208"/>
                  </a:cubicBezTo>
                  <a:cubicBezTo>
                    <a:pt x="102870" y="130493"/>
                    <a:pt x="124778" y="131445"/>
                    <a:pt x="144780" y="138113"/>
                  </a:cubicBezTo>
                  <a:lnTo>
                    <a:pt x="190500" y="57150"/>
                  </a:lnTo>
                  <a:cubicBezTo>
                    <a:pt x="163830" y="40005"/>
                    <a:pt x="133350" y="32385"/>
                    <a:pt x="101918" y="34290"/>
                  </a:cubicBezTo>
                  <a:cubicBezTo>
                    <a:pt x="62865" y="37148"/>
                    <a:pt x="41910" y="24765"/>
                    <a:pt x="32385" y="15240"/>
                  </a:cubicBezTo>
                  <a:lnTo>
                    <a:pt x="9525" y="105728"/>
                  </a:lnTo>
                  <a:close/>
                </a:path>
              </a:pathLst>
            </a:custGeom>
            <a:solidFill>
              <a:srgbClr val="D1D3D4"/>
            </a:solidFill>
            <a:ln cap="flat">
              <a:prstDash val="solid"/>
            </a:ln>
          </p:spPr>
          <p:txBody>
            <a:bodyPr vert="horz" lIns="91440" tIns="45720" rIns="91440" bIns="45720" anchor="ctr">
              <a:spAutoFit/>
            </a:bodyPr>
            <a:lstStyle/>
            <a:p>
              <a:pPr marL="0" algn="l"/>
              <a:endParaRPr/>
            </a:p>
          </p:txBody>
        </p:sp>
      </p:grpSp>
      <p:grpSp>
        <p:nvGrpSpPr>
          <p:cNvPr id="147" name="Group 147"/>
          <p:cNvGrpSpPr/>
          <p:nvPr/>
        </p:nvGrpSpPr>
        <p:grpSpPr>
          <a:xfrm>
            <a:off x="1596248" y="2025575"/>
            <a:ext cx="1835210" cy="1333718"/>
            <a:chOff x="4321950" y="5030105"/>
            <a:chExt cx="2872993" cy="2345054"/>
          </a:xfrm>
        </p:grpSpPr>
        <p:sp>
          <p:nvSpPr>
            <p:cNvPr id="148" name="Freeform 148"/>
            <p:cNvSpPr/>
            <p:nvPr/>
          </p:nvSpPr>
          <p:spPr>
            <a:xfrm>
              <a:off x="4341958" y="7069407"/>
              <a:ext cx="2852985" cy="10725"/>
            </a:xfrm>
            <a:custGeom>
              <a:avLst/>
              <a:gdLst/>
              <a:ahLst/>
              <a:cxnLst/>
              <a:rect l="l" t="t" r="r" b="b"/>
              <a:pathLst>
                <a:path w="2852985" h="10725">
                  <a:moveTo>
                    <a:pt x="2848223" y="10477"/>
                  </a:moveTo>
                  <a:lnTo>
                    <a:pt x="6915" y="10477"/>
                  </a:lnTo>
                  <a:cubicBezTo>
                    <a:pt x="4058" y="11430"/>
                    <a:pt x="1200" y="9525"/>
                    <a:pt x="248" y="6667"/>
                  </a:cubicBezTo>
                  <a:cubicBezTo>
                    <a:pt x="-705" y="3810"/>
                    <a:pt x="1200" y="952"/>
                    <a:pt x="4058" y="0"/>
                  </a:cubicBezTo>
                  <a:cubicBezTo>
                    <a:pt x="5010" y="0"/>
                    <a:pt x="5963" y="0"/>
                    <a:pt x="6915" y="0"/>
                  </a:cubicBezTo>
                  <a:lnTo>
                    <a:pt x="2849176" y="0"/>
                  </a:lnTo>
                  <a:cubicBezTo>
                    <a:pt x="2852033" y="952"/>
                    <a:pt x="2852985" y="3810"/>
                    <a:pt x="2852985" y="6667"/>
                  </a:cubicBezTo>
                  <a:cubicBezTo>
                    <a:pt x="2852033" y="8572"/>
                    <a:pt x="2851080" y="9525"/>
                    <a:pt x="2848223" y="10477"/>
                  </a:cubicBezTo>
                  <a:lnTo>
                    <a:pt x="2848223" y="10477"/>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49" name="Freeform 149"/>
            <p:cNvSpPr/>
            <p:nvPr/>
          </p:nvSpPr>
          <p:spPr>
            <a:xfrm>
              <a:off x="4514609" y="5104400"/>
              <a:ext cx="2510790" cy="1466850"/>
            </a:xfrm>
            <a:custGeom>
              <a:avLst/>
              <a:gdLst/>
              <a:ahLst/>
              <a:cxnLst/>
              <a:rect l="l" t="t" r="r" b="b"/>
              <a:pathLst>
                <a:path w="2510790" h="1466850">
                  <a:moveTo>
                    <a:pt x="0" y="0"/>
                  </a:moveTo>
                  <a:lnTo>
                    <a:pt x="2510790" y="0"/>
                  </a:lnTo>
                  <a:lnTo>
                    <a:pt x="2510790" y="1466850"/>
                  </a:lnTo>
                  <a:lnTo>
                    <a:pt x="0" y="146685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50" name="Freeform 150"/>
            <p:cNvSpPr/>
            <p:nvPr/>
          </p:nvSpPr>
          <p:spPr>
            <a:xfrm>
              <a:off x="4509846" y="5099637"/>
              <a:ext cx="2520314" cy="1476375"/>
            </a:xfrm>
            <a:custGeom>
              <a:avLst/>
              <a:gdLst/>
              <a:ahLst/>
              <a:cxnLst/>
              <a:rect l="l" t="t" r="r" b="b"/>
              <a:pathLst>
                <a:path w="2520314" h="1476375">
                  <a:moveTo>
                    <a:pt x="2515553" y="1476375"/>
                  </a:moveTo>
                  <a:lnTo>
                    <a:pt x="4763" y="1476375"/>
                  </a:lnTo>
                  <a:cubicBezTo>
                    <a:pt x="1905" y="1476375"/>
                    <a:pt x="0" y="1474470"/>
                    <a:pt x="0" y="1471613"/>
                  </a:cubicBezTo>
                  <a:lnTo>
                    <a:pt x="0" y="1471613"/>
                  </a:lnTo>
                  <a:lnTo>
                    <a:pt x="0" y="4763"/>
                  </a:lnTo>
                  <a:cubicBezTo>
                    <a:pt x="0" y="1905"/>
                    <a:pt x="1905" y="0"/>
                    <a:pt x="4763" y="0"/>
                  </a:cubicBezTo>
                  <a:lnTo>
                    <a:pt x="2515553" y="0"/>
                  </a:lnTo>
                  <a:cubicBezTo>
                    <a:pt x="2518410" y="0"/>
                    <a:pt x="2520315" y="1905"/>
                    <a:pt x="2520315" y="4763"/>
                  </a:cubicBezTo>
                  <a:cubicBezTo>
                    <a:pt x="2520315" y="4763"/>
                    <a:pt x="2520315" y="4763"/>
                    <a:pt x="2520315" y="4763"/>
                  </a:cubicBezTo>
                  <a:lnTo>
                    <a:pt x="2520315" y="1471613"/>
                  </a:lnTo>
                  <a:cubicBezTo>
                    <a:pt x="2520315" y="1474470"/>
                    <a:pt x="2518410" y="1476375"/>
                    <a:pt x="2515553" y="1476375"/>
                  </a:cubicBezTo>
                  <a:close/>
                  <a:moveTo>
                    <a:pt x="9525" y="1466850"/>
                  </a:moveTo>
                  <a:lnTo>
                    <a:pt x="2509838" y="1466850"/>
                  </a:lnTo>
                  <a:lnTo>
                    <a:pt x="2509838" y="10477"/>
                  </a:lnTo>
                  <a:lnTo>
                    <a:pt x="9525" y="10477"/>
                  </a:lnTo>
                  <a:lnTo>
                    <a:pt x="9525" y="1466850"/>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51" name="Freeform 151"/>
            <p:cNvSpPr/>
            <p:nvPr/>
          </p:nvSpPr>
          <p:spPr>
            <a:xfrm>
              <a:off x="4514609" y="5034867"/>
              <a:ext cx="2510790" cy="69532"/>
            </a:xfrm>
            <a:custGeom>
              <a:avLst/>
              <a:gdLst/>
              <a:ahLst/>
              <a:cxnLst/>
              <a:rect l="l" t="t" r="r" b="b"/>
              <a:pathLst>
                <a:path w="2510790" h="69532">
                  <a:moveTo>
                    <a:pt x="0" y="0"/>
                  </a:moveTo>
                  <a:lnTo>
                    <a:pt x="2510790" y="0"/>
                  </a:lnTo>
                  <a:lnTo>
                    <a:pt x="2510790" y="69533"/>
                  </a:lnTo>
                  <a:lnTo>
                    <a:pt x="0" y="69533"/>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52" name="Freeform 152"/>
            <p:cNvSpPr/>
            <p:nvPr/>
          </p:nvSpPr>
          <p:spPr>
            <a:xfrm>
              <a:off x="4509846" y="5030105"/>
              <a:ext cx="2520314" cy="80009"/>
            </a:xfrm>
            <a:custGeom>
              <a:avLst/>
              <a:gdLst/>
              <a:ahLst/>
              <a:cxnLst/>
              <a:rect l="l" t="t" r="r" b="b"/>
              <a:pathLst>
                <a:path w="2520314" h="80009">
                  <a:moveTo>
                    <a:pt x="2515553" y="80010"/>
                  </a:moveTo>
                  <a:lnTo>
                    <a:pt x="4763" y="80010"/>
                  </a:lnTo>
                  <a:cubicBezTo>
                    <a:pt x="1905" y="80010"/>
                    <a:pt x="0" y="78105"/>
                    <a:pt x="0" y="75248"/>
                  </a:cubicBezTo>
                  <a:lnTo>
                    <a:pt x="0" y="4763"/>
                  </a:lnTo>
                  <a:cubicBezTo>
                    <a:pt x="0" y="1905"/>
                    <a:pt x="1905" y="0"/>
                    <a:pt x="4763" y="0"/>
                  </a:cubicBezTo>
                  <a:lnTo>
                    <a:pt x="2515553" y="0"/>
                  </a:lnTo>
                  <a:cubicBezTo>
                    <a:pt x="2518410" y="0"/>
                    <a:pt x="2520315" y="1905"/>
                    <a:pt x="2520315" y="4763"/>
                  </a:cubicBezTo>
                  <a:cubicBezTo>
                    <a:pt x="2520315" y="4763"/>
                    <a:pt x="2520315" y="4763"/>
                    <a:pt x="2520315" y="4763"/>
                  </a:cubicBezTo>
                  <a:lnTo>
                    <a:pt x="2520315" y="74295"/>
                  </a:lnTo>
                  <a:cubicBezTo>
                    <a:pt x="2520315" y="77153"/>
                    <a:pt x="2518410" y="80010"/>
                    <a:pt x="2515553" y="80010"/>
                  </a:cubicBezTo>
                  <a:close/>
                  <a:moveTo>
                    <a:pt x="9525" y="69533"/>
                  </a:moveTo>
                  <a:lnTo>
                    <a:pt x="2509838" y="69533"/>
                  </a:lnTo>
                  <a:lnTo>
                    <a:pt x="2509838" y="9525"/>
                  </a:lnTo>
                  <a:lnTo>
                    <a:pt x="9525" y="9525"/>
                  </a:lnTo>
                  <a:lnTo>
                    <a:pt x="9525" y="69533"/>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53" name="Freeform 153"/>
            <p:cNvSpPr/>
            <p:nvPr/>
          </p:nvSpPr>
          <p:spPr>
            <a:xfrm>
              <a:off x="5714759" y="6026420"/>
              <a:ext cx="136207" cy="438150"/>
            </a:xfrm>
            <a:custGeom>
              <a:avLst/>
              <a:gdLst/>
              <a:ahLst/>
              <a:cxnLst/>
              <a:rect l="l" t="t" r="r" b="b"/>
              <a:pathLst>
                <a:path w="136207" h="438150">
                  <a:moveTo>
                    <a:pt x="0" y="0"/>
                  </a:moveTo>
                  <a:lnTo>
                    <a:pt x="136208" y="0"/>
                  </a:lnTo>
                  <a:lnTo>
                    <a:pt x="136208" y="438150"/>
                  </a:lnTo>
                  <a:lnTo>
                    <a:pt x="0" y="43815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54" name="Freeform 154"/>
            <p:cNvSpPr/>
            <p:nvPr/>
          </p:nvSpPr>
          <p:spPr>
            <a:xfrm>
              <a:off x="5710949" y="6021657"/>
              <a:ext cx="145732" cy="447675"/>
            </a:xfrm>
            <a:custGeom>
              <a:avLst/>
              <a:gdLst/>
              <a:ahLst/>
              <a:cxnLst/>
              <a:rect l="l" t="t" r="r" b="b"/>
              <a:pathLst>
                <a:path w="145732" h="447675">
                  <a:moveTo>
                    <a:pt x="140970" y="447675"/>
                  </a:moveTo>
                  <a:lnTo>
                    <a:pt x="4763" y="447675"/>
                  </a:lnTo>
                  <a:cubicBezTo>
                    <a:pt x="1905" y="447675"/>
                    <a:pt x="0" y="445770"/>
                    <a:pt x="0" y="442913"/>
                  </a:cubicBezTo>
                  <a:cubicBezTo>
                    <a:pt x="0" y="442913"/>
                    <a:pt x="0" y="442913"/>
                    <a:pt x="0" y="442913"/>
                  </a:cubicBezTo>
                  <a:lnTo>
                    <a:pt x="0" y="4763"/>
                  </a:lnTo>
                  <a:cubicBezTo>
                    <a:pt x="0" y="1905"/>
                    <a:pt x="1905" y="0"/>
                    <a:pt x="4763" y="0"/>
                  </a:cubicBezTo>
                  <a:cubicBezTo>
                    <a:pt x="4763" y="0"/>
                    <a:pt x="4763" y="0"/>
                    <a:pt x="4763" y="0"/>
                  </a:cubicBezTo>
                  <a:lnTo>
                    <a:pt x="140970" y="0"/>
                  </a:lnTo>
                  <a:cubicBezTo>
                    <a:pt x="143827" y="0"/>
                    <a:pt x="145733" y="1905"/>
                    <a:pt x="145733" y="4763"/>
                  </a:cubicBezTo>
                  <a:cubicBezTo>
                    <a:pt x="145733" y="4763"/>
                    <a:pt x="145733" y="4763"/>
                    <a:pt x="145733" y="4763"/>
                  </a:cubicBezTo>
                  <a:lnTo>
                    <a:pt x="145733" y="442913"/>
                  </a:lnTo>
                  <a:cubicBezTo>
                    <a:pt x="145733" y="445770"/>
                    <a:pt x="143827" y="447675"/>
                    <a:pt x="140970" y="447675"/>
                  </a:cubicBezTo>
                  <a:cubicBezTo>
                    <a:pt x="140970" y="447675"/>
                    <a:pt x="140970" y="447675"/>
                    <a:pt x="140970" y="447675"/>
                  </a:cubicBezTo>
                  <a:close/>
                  <a:moveTo>
                    <a:pt x="9525" y="438150"/>
                  </a:moveTo>
                  <a:lnTo>
                    <a:pt x="135255" y="438150"/>
                  </a:lnTo>
                  <a:lnTo>
                    <a:pt x="135255" y="9525"/>
                  </a:lnTo>
                  <a:lnTo>
                    <a:pt x="8572" y="9525"/>
                  </a:lnTo>
                  <a:lnTo>
                    <a:pt x="9525" y="438150"/>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55" name="Freeform 155"/>
            <p:cNvSpPr/>
            <p:nvPr/>
          </p:nvSpPr>
          <p:spPr>
            <a:xfrm>
              <a:off x="5193741" y="6254067"/>
              <a:ext cx="1210627" cy="319087"/>
            </a:xfrm>
            <a:custGeom>
              <a:avLst/>
              <a:gdLst/>
              <a:ahLst/>
              <a:cxnLst/>
              <a:rect l="l" t="t" r="r" b="b"/>
              <a:pathLst>
                <a:path w="1210627" h="319087">
                  <a:moveTo>
                    <a:pt x="0" y="317183"/>
                  </a:moveTo>
                  <a:cubicBezTo>
                    <a:pt x="0" y="317183"/>
                    <a:pt x="29527" y="150495"/>
                    <a:pt x="141923" y="105728"/>
                  </a:cubicBezTo>
                  <a:cubicBezTo>
                    <a:pt x="254317" y="60960"/>
                    <a:pt x="315278" y="154305"/>
                    <a:pt x="315278" y="154305"/>
                  </a:cubicBezTo>
                  <a:cubicBezTo>
                    <a:pt x="315278" y="154305"/>
                    <a:pt x="343853" y="0"/>
                    <a:pt x="522922" y="0"/>
                  </a:cubicBezTo>
                  <a:cubicBezTo>
                    <a:pt x="701993" y="0"/>
                    <a:pt x="742950" y="121920"/>
                    <a:pt x="742950" y="121920"/>
                  </a:cubicBezTo>
                  <a:cubicBezTo>
                    <a:pt x="742950" y="121920"/>
                    <a:pt x="779145" y="48578"/>
                    <a:pt x="860108" y="53340"/>
                  </a:cubicBezTo>
                  <a:cubicBezTo>
                    <a:pt x="941070" y="58103"/>
                    <a:pt x="952500" y="160020"/>
                    <a:pt x="952500" y="160020"/>
                  </a:cubicBezTo>
                  <a:cubicBezTo>
                    <a:pt x="1000125" y="139065"/>
                    <a:pt x="1054418" y="139065"/>
                    <a:pt x="1101090" y="160020"/>
                  </a:cubicBezTo>
                  <a:cubicBezTo>
                    <a:pt x="1178243" y="196215"/>
                    <a:pt x="1210628" y="319088"/>
                    <a:pt x="1210628" y="319088"/>
                  </a:cubicBezTo>
                  <a:lnTo>
                    <a:pt x="0" y="317183"/>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56" name="Freeform 156"/>
            <p:cNvSpPr/>
            <p:nvPr/>
          </p:nvSpPr>
          <p:spPr>
            <a:xfrm>
              <a:off x="5188979" y="6248352"/>
              <a:ext cx="1220152" cy="327660"/>
            </a:xfrm>
            <a:custGeom>
              <a:avLst/>
              <a:gdLst/>
              <a:ahLst/>
              <a:cxnLst/>
              <a:rect l="l" t="t" r="r" b="b"/>
              <a:pathLst>
                <a:path w="1220152" h="327660">
                  <a:moveTo>
                    <a:pt x="1216343" y="327660"/>
                  </a:moveTo>
                  <a:lnTo>
                    <a:pt x="4763" y="327660"/>
                  </a:lnTo>
                  <a:cubicBezTo>
                    <a:pt x="2858" y="327660"/>
                    <a:pt x="1905" y="326707"/>
                    <a:pt x="952" y="325755"/>
                  </a:cubicBezTo>
                  <a:cubicBezTo>
                    <a:pt x="0" y="324803"/>
                    <a:pt x="0" y="322898"/>
                    <a:pt x="0" y="321945"/>
                  </a:cubicBezTo>
                  <a:cubicBezTo>
                    <a:pt x="952" y="315278"/>
                    <a:pt x="31433" y="152400"/>
                    <a:pt x="144780" y="106680"/>
                  </a:cubicBezTo>
                  <a:cubicBezTo>
                    <a:pt x="204788" y="79057"/>
                    <a:pt x="276225" y="96202"/>
                    <a:pt x="318135" y="148590"/>
                  </a:cubicBezTo>
                  <a:cubicBezTo>
                    <a:pt x="328613" y="113348"/>
                    <a:pt x="374333" y="0"/>
                    <a:pt x="527685" y="0"/>
                  </a:cubicBezTo>
                  <a:cubicBezTo>
                    <a:pt x="678180" y="0"/>
                    <a:pt x="733425" y="86677"/>
                    <a:pt x="747713" y="116205"/>
                  </a:cubicBezTo>
                  <a:cubicBezTo>
                    <a:pt x="761047" y="96202"/>
                    <a:pt x="799147" y="49530"/>
                    <a:pt x="864870" y="53340"/>
                  </a:cubicBezTo>
                  <a:cubicBezTo>
                    <a:pt x="936308" y="58102"/>
                    <a:pt x="956310" y="134302"/>
                    <a:pt x="961072" y="157162"/>
                  </a:cubicBezTo>
                  <a:cubicBezTo>
                    <a:pt x="1008697" y="138112"/>
                    <a:pt x="1062038" y="139065"/>
                    <a:pt x="1107758" y="160020"/>
                  </a:cubicBezTo>
                  <a:cubicBezTo>
                    <a:pt x="1186815" y="196215"/>
                    <a:pt x="1219200" y="317182"/>
                    <a:pt x="1220153" y="322898"/>
                  </a:cubicBezTo>
                  <a:cubicBezTo>
                    <a:pt x="1220153" y="324803"/>
                    <a:pt x="1220153" y="325755"/>
                    <a:pt x="1219200" y="326707"/>
                  </a:cubicBezTo>
                  <a:cubicBezTo>
                    <a:pt x="1220153" y="327660"/>
                    <a:pt x="1218248" y="327660"/>
                    <a:pt x="1216343" y="327660"/>
                  </a:cubicBezTo>
                  <a:close/>
                  <a:moveTo>
                    <a:pt x="11430" y="318135"/>
                  </a:moveTo>
                  <a:lnTo>
                    <a:pt x="1209675" y="318135"/>
                  </a:lnTo>
                  <a:cubicBezTo>
                    <a:pt x="1202055" y="293370"/>
                    <a:pt x="1168718" y="198120"/>
                    <a:pt x="1103948" y="168593"/>
                  </a:cubicBezTo>
                  <a:cubicBezTo>
                    <a:pt x="1057275" y="148590"/>
                    <a:pt x="1004888" y="148590"/>
                    <a:pt x="959168" y="168593"/>
                  </a:cubicBezTo>
                  <a:cubicBezTo>
                    <a:pt x="958215" y="169545"/>
                    <a:pt x="956310" y="169545"/>
                    <a:pt x="954405" y="168593"/>
                  </a:cubicBezTo>
                  <a:cubicBezTo>
                    <a:pt x="953453" y="167640"/>
                    <a:pt x="951547" y="166687"/>
                    <a:pt x="951547" y="164782"/>
                  </a:cubicBezTo>
                  <a:cubicBezTo>
                    <a:pt x="951547" y="163830"/>
                    <a:pt x="939165" y="67627"/>
                    <a:pt x="862965" y="62865"/>
                  </a:cubicBezTo>
                  <a:cubicBezTo>
                    <a:pt x="787718" y="58102"/>
                    <a:pt x="750570" y="127635"/>
                    <a:pt x="750570" y="128587"/>
                  </a:cubicBezTo>
                  <a:cubicBezTo>
                    <a:pt x="749618" y="130493"/>
                    <a:pt x="747713" y="131445"/>
                    <a:pt x="745808" y="131445"/>
                  </a:cubicBezTo>
                  <a:cubicBezTo>
                    <a:pt x="743903" y="131445"/>
                    <a:pt x="741997" y="130493"/>
                    <a:pt x="741045" y="128587"/>
                  </a:cubicBezTo>
                  <a:cubicBezTo>
                    <a:pt x="740093" y="127635"/>
                    <a:pt x="698183" y="10477"/>
                    <a:pt x="525780" y="10477"/>
                  </a:cubicBezTo>
                  <a:cubicBezTo>
                    <a:pt x="453390" y="10477"/>
                    <a:pt x="398145" y="35243"/>
                    <a:pt x="359092" y="85725"/>
                  </a:cubicBezTo>
                  <a:cubicBezTo>
                    <a:pt x="341948" y="107632"/>
                    <a:pt x="329565" y="133350"/>
                    <a:pt x="322898" y="160973"/>
                  </a:cubicBezTo>
                  <a:cubicBezTo>
                    <a:pt x="322898" y="162877"/>
                    <a:pt x="320992" y="164782"/>
                    <a:pt x="319088" y="164782"/>
                  </a:cubicBezTo>
                  <a:cubicBezTo>
                    <a:pt x="317183" y="164782"/>
                    <a:pt x="315278" y="164782"/>
                    <a:pt x="314325" y="162877"/>
                  </a:cubicBezTo>
                  <a:cubicBezTo>
                    <a:pt x="277178" y="108585"/>
                    <a:pt x="206692" y="89535"/>
                    <a:pt x="146685" y="116205"/>
                  </a:cubicBezTo>
                  <a:cubicBezTo>
                    <a:pt x="52388" y="155257"/>
                    <a:pt x="18098" y="287655"/>
                    <a:pt x="11430" y="318135"/>
                  </a:cubicBezTo>
                  <a:lnTo>
                    <a:pt x="11430" y="318135"/>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57" name="Freeform 157"/>
            <p:cNvSpPr/>
            <p:nvPr/>
          </p:nvSpPr>
          <p:spPr>
            <a:xfrm>
              <a:off x="5689994" y="6024515"/>
              <a:ext cx="183832" cy="71437"/>
            </a:xfrm>
            <a:custGeom>
              <a:avLst/>
              <a:gdLst/>
              <a:ahLst/>
              <a:cxnLst/>
              <a:rect l="l" t="t" r="r" b="b"/>
              <a:pathLst>
                <a:path w="183832" h="71437">
                  <a:moveTo>
                    <a:pt x="165735" y="71438"/>
                  </a:moveTo>
                  <a:lnTo>
                    <a:pt x="17145" y="71438"/>
                  </a:lnTo>
                  <a:lnTo>
                    <a:pt x="0" y="0"/>
                  </a:lnTo>
                  <a:lnTo>
                    <a:pt x="183832" y="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58" name="Freeform 158"/>
            <p:cNvSpPr/>
            <p:nvPr/>
          </p:nvSpPr>
          <p:spPr>
            <a:xfrm>
              <a:off x="5685231" y="6018800"/>
              <a:ext cx="193357" cy="81914"/>
            </a:xfrm>
            <a:custGeom>
              <a:avLst/>
              <a:gdLst/>
              <a:ahLst/>
              <a:cxnLst/>
              <a:rect l="l" t="t" r="r" b="b"/>
              <a:pathLst>
                <a:path w="193357" h="81914">
                  <a:moveTo>
                    <a:pt x="170497" y="81915"/>
                  </a:moveTo>
                  <a:lnTo>
                    <a:pt x="22860" y="81915"/>
                  </a:lnTo>
                  <a:cubicBezTo>
                    <a:pt x="20955" y="81915"/>
                    <a:pt x="18097" y="80010"/>
                    <a:pt x="18097" y="78105"/>
                  </a:cubicBezTo>
                  <a:lnTo>
                    <a:pt x="0" y="6667"/>
                  </a:lnTo>
                  <a:cubicBezTo>
                    <a:pt x="0" y="4763"/>
                    <a:pt x="0" y="3810"/>
                    <a:pt x="952" y="1905"/>
                  </a:cubicBezTo>
                  <a:cubicBezTo>
                    <a:pt x="1905" y="952"/>
                    <a:pt x="3810" y="0"/>
                    <a:pt x="4763" y="0"/>
                  </a:cubicBezTo>
                  <a:lnTo>
                    <a:pt x="188595" y="0"/>
                  </a:lnTo>
                  <a:cubicBezTo>
                    <a:pt x="190500" y="0"/>
                    <a:pt x="191452" y="952"/>
                    <a:pt x="192405" y="1905"/>
                  </a:cubicBezTo>
                  <a:cubicBezTo>
                    <a:pt x="193357" y="2857"/>
                    <a:pt x="193357" y="4763"/>
                    <a:pt x="193357" y="6667"/>
                  </a:cubicBezTo>
                  <a:lnTo>
                    <a:pt x="175260" y="78105"/>
                  </a:lnTo>
                  <a:cubicBezTo>
                    <a:pt x="174307" y="80010"/>
                    <a:pt x="172402" y="81915"/>
                    <a:pt x="170497" y="81915"/>
                  </a:cubicBezTo>
                  <a:close/>
                  <a:moveTo>
                    <a:pt x="25717" y="72390"/>
                  </a:moveTo>
                  <a:lnTo>
                    <a:pt x="165735" y="72390"/>
                  </a:lnTo>
                  <a:lnTo>
                    <a:pt x="180975" y="11430"/>
                  </a:lnTo>
                  <a:lnTo>
                    <a:pt x="10477" y="11430"/>
                  </a:lnTo>
                  <a:lnTo>
                    <a:pt x="25717" y="72390"/>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59" name="Freeform 159"/>
            <p:cNvSpPr/>
            <p:nvPr/>
          </p:nvSpPr>
          <p:spPr>
            <a:xfrm>
              <a:off x="5503826" y="5802582"/>
              <a:ext cx="182357" cy="366712"/>
            </a:xfrm>
            <a:custGeom>
              <a:avLst/>
              <a:gdLst/>
              <a:ahLst/>
              <a:cxnLst/>
              <a:rect l="l" t="t" r="r" b="b"/>
              <a:pathLst>
                <a:path w="182357" h="366712">
                  <a:moveTo>
                    <a:pt x="111873" y="0"/>
                  </a:moveTo>
                  <a:cubicBezTo>
                    <a:pt x="111873" y="0"/>
                    <a:pt x="34720" y="48577"/>
                    <a:pt x="7098" y="129540"/>
                  </a:cubicBezTo>
                  <a:cubicBezTo>
                    <a:pt x="-20525" y="210502"/>
                    <a:pt x="41388" y="366713"/>
                    <a:pt x="41388" y="366713"/>
                  </a:cubicBezTo>
                  <a:lnTo>
                    <a:pt x="182358" y="213360"/>
                  </a:lnTo>
                  <a:lnTo>
                    <a:pt x="111873" y="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60" name="Freeform 160"/>
            <p:cNvSpPr/>
            <p:nvPr/>
          </p:nvSpPr>
          <p:spPr>
            <a:xfrm>
              <a:off x="5498823" y="5797105"/>
              <a:ext cx="192517" cy="376951"/>
            </a:xfrm>
            <a:custGeom>
              <a:avLst/>
              <a:gdLst/>
              <a:ahLst/>
              <a:cxnLst/>
              <a:rect l="l" t="t" r="r" b="b"/>
              <a:pathLst>
                <a:path w="192517" h="376951">
                  <a:moveTo>
                    <a:pt x="46390" y="376952"/>
                  </a:moveTo>
                  <a:lnTo>
                    <a:pt x="45438" y="376952"/>
                  </a:lnTo>
                  <a:cubicBezTo>
                    <a:pt x="43533" y="376952"/>
                    <a:pt x="42580" y="375047"/>
                    <a:pt x="41628" y="374094"/>
                  </a:cubicBezTo>
                  <a:cubicBezTo>
                    <a:pt x="38770" y="367427"/>
                    <a:pt x="-20285" y="215027"/>
                    <a:pt x="7338" y="133112"/>
                  </a:cubicBezTo>
                  <a:cubicBezTo>
                    <a:pt x="34960" y="51197"/>
                    <a:pt x="111160" y="2619"/>
                    <a:pt x="114018" y="714"/>
                  </a:cubicBezTo>
                  <a:cubicBezTo>
                    <a:pt x="114970" y="-238"/>
                    <a:pt x="116875" y="-238"/>
                    <a:pt x="117828" y="714"/>
                  </a:cubicBezTo>
                  <a:cubicBezTo>
                    <a:pt x="119733" y="1667"/>
                    <a:pt x="120685" y="2619"/>
                    <a:pt x="120685" y="3572"/>
                  </a:cubicBezTo>
                  <a:lnTo>
                    <a:pt x="192123" y="216932"/>
                  </a:lnTo>
                  <a:cubicBezTo>
                    <a:pt x="193075" y="218837"/>
                    <a:pt x="192123" y="220742"/>
                    <a:pt x="191170" y="221694"/>
                  </a:cubicBezTo>
                  <a:lnTo>
                    <a:pt x="50200" y="375047"/>
                  </a:lnTo>
                  <a:cubicBezTo>
                    <a:pt x="49248" y="375999"/>
                    <a:pt x="47343" y="376952"/>
                    <a:pt x="46390" y="376952"/>
                  </a:cubicBezTo>
                  <a:close/>
                  <a:moveTo>
                    <a:pt x="114018" y="13097"/>
                  </a:moveTo>
                  <a:cubicBezTo>
                    <a:pt x="95920" y="25479"/>
                    <a:pt x="38770" y="70247"/>
                    <a:pt x="16863" y="135969"/>
                  </a:cubicBezTo>
                  <a:cubicBezTo>
                    <a:pt x="-5997" y="204549"/>
                    <a:pt x="36865" y="330279"/>
                    <a:pt x="48295" y="362664"/>
                  </a:cubicBezTo>
                  <a:lnTo>
                    <a:pt x="182598" y="217884"/>
                  </a:lnTo>
                  <a:lnTo>
                    <a:pt x="114018" y="13097"/>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61" name="Freeform 161"/>
            <p:cNvSpPr/>
            <p:nvPr/>
          </p:nvSpPr>
          <p:spPr>
            <a:xfrm>
              <a:off x="5880494" y="5802582"/>
              <a:ext cx="182357" cy="366712"/>
            </a:xfrm>
            <a:custGeom>
              <a:avLst/>
              <a:gdLst/>
              <a:ahLst/>
              <a:cxnLst/>
              <a:rect l="l" t="t" r="r" b="b"/>
              <a:pathLst>
                <a:path w="182357" h="366712">
                  <a:moveTo>
                    <a:pt x="70485" y="0"/>
                  </a:moveTo>
                  <a:cubicBezTo>
                    <a:pt x="70485" y="0"/>
                    <a:pt x="147638" y="48577"/>
                    <a:pt x="175260" y="129540"/>
                  </a:cubicBezTo>
                  <a:cubicBezTo>
                    <a:pt x="202882" y="210502"/>
                    <a:pt x="140970" y="366713"/>
                    <a:pt x="140970" y="366713"/>
                  </a:cubicBezTo>
                  <a:lnTo>
                    <a:pt x="0" y="213360"/>
                  </a:lnTo>
                  <a:lnTo>
                    <a:pt x="70485" y="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62" name="Freeform 162"/>
            <p:cNvSpPr/>
            <p:nvPr/>
          </p:nvSpPr>
          <p:spPr>
            <a:xfrm>
              <a:off x="5875336" y="5797105"/>
              <a:ext cx="192084" cy="376951"/>
            </a:xfrm>
            <a:custGeom>
              <a:avLst/>
              <a:gdLst/>
              <a:ahLst/>
              <a:cxnLst/>
              <a:rect l="l" t="t" r="r" b="b"/>
              <a:pathLst>
                <a:path w="192084" h="376951">
                  <a:moveTo>
                    <a:pt x="146127" y="376952"/>
                  </a:moveTo>
                  <a:cubicBezTo>
                    <a:pt x="145175" y="376952"/>
                    <a:pt x="143270" y="375999"/>
                    <a:pt x="142317" y="375047"/>
                  </a:cubicBezTo>
                  <a:lnTo>
                    <a:pt x="1347" y="221694"/>
                  </a:lnTo>
                  <a:cubicBezTo>
                    <a:pt x="395" y="220742"/>
                    <a:pt x="-558" y="218837"/>
                    <a:pt x="395" y="216932"/>
                  </a:cubicBezTo>
                  <a:lnTo>
                    <a:pt x="71832" y="3572"/>
                  </a:lnTo>
                  <a:cubicBezTo>
                    <a:pt x="72784" y="1667"/>
                    <a:pt x="73737" y="714"/>
                    <a:pt x="74689" y="714"/>
                  </a:cubicBezTo>
                  <a:cubicBezTo>
                    <a:pt x="75642" y="-238"/>
                    <a:pt x="77547" y="-238"/>
                    <a:pt x="78500" y="714"/>
                  </a:cubicBezTo>
                  <a:cubicBezTo>
                    <a:pt x="81357" y="2619"/>
                    <a:pt x="158509" y="51197"/>
                    <a:pt x="185180" y="133112"/>
                  </a:cubicBezTo>
                  <a:cubicBezTo>
                    <a:pt x="211850" y="215027"/>
                    <a:pt x="152795" y="367427"/>
                    <a:pt x="150889" y="374094"/>
                  </a:cubicBezTo>
                  <a:cubicBezTo>
                    <a:pt x="149937" y="375047"/>
                    <a:pt x="148984" y="375999"/>
                    <a:pt x="146127" y="376952"/>
                  </a:cubicBezTo>
                  <a:lnTo>
                    <a:pt x="146127" y="376952"/>
                  </a:lnTo>
                  <a:close/>
                  <a:moveTo>
                    <a:pt x="10872" y="217884"/>
                  </a:moveTo>
                  <a:lnTo>
                    <a:pt x="145175" y="362664"/>
                  </a:lnTo>
                  <a:cubicBezTo>
                    <a:pt x="156605" y="330279"/>
                    <a:pt x="199467" y="204549"/>
                    <a:pt x="176607" y="135969"/>
                  </a:cubicBezTo>
                  <a:cubicBezTo>
                    <a:pt x="154700" y="70247"/>
                    <a:pt x="96597" y="25479"/>
                    <a:pt x="79452" y="13097"/>
                  </a:cubicBezTo>
                  <a:lnTo>
                    <a:pt x="10872" y="217884"/>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63" name="Freeform 163"/>
            <p:cNvSpPr/>
            <p:nvPr/>
          </p:nvSpPr>
          <p:spPr>
            <a:xfrm>
              <a:off x="5590933" y="5289423"/>
              <a:ext cx="380047" cy="780811"/>
            </a:xfrm>
            <a:custGeom>
              <a:avLst/>
              <a:gdLst/>
              <a:ahLst/>
              <a:cxnLst/>
              <a:rect l="l" t="t" r="r" b="b"/>
              <a:pathLst>
                <a:path w="380047" h="780811">
                  <a:moveTo>
                    <a:pt x="317183" y="761762"/>
                  </a:moveTo>
                  <a:cubicBezTo>
                    <a:pt x="356235" y="669369"/>
                    <a:pt x="380048" y="535067"/>
                    <a:pt x="380048" y="386477"/>
                  </a:cubicBezTo>
                  <a:cubicBezTo>
                    <a:pt x="380048" y="160734"/>
                    <a:pt x="255270" y="42624"/>
                    <a:pt x="208598" y="6429"/>
                  </a:cubicBezTo>
                  <a:cubicBezTo>
                    <a:pt x="198120" y="-2143"/>
                    <a:pt x="182880" y="-2143"/>
                    <a:pt x="172403" y="6429"/>
                  </a:cubicBezTo>
                  <a:cubicBezTo>
                    <a:pt x="124778" y="42624"/>
                    <a:pt x="0" y="160734"/>
                    <a:pt x="0" y="386477"/>
                  </a:cubicBezTo>
                  <a:cubicBezTo>
                    <a:pt x="0" y="535067"/>
                    <a:pt x="24765" y="669369"/>
                    <a:pt x="62865" y="761762"/>
                  </a:cubicBezTo>
                  <a:cubicBezTo>
                    <a:pt x="62865" y="761762"/>
                    <a:pt x="101917" y="780812"/>
                    <a:pt x="189548" y="780812"/>
                  </a:cubicBezTo>
                  <a:cubicBezTo>
                    <a:pt x="277178" y="780812"/>
                    <a:pt x="317183" y="761762"/>
                    <a:pt x="317183" y="761762"/>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64" name="Freeform 164"/>
            <p:cNvSpPr/>
            <p:nvPr/>
          </p:nvSpPr>
          <p:spPr>
            <a:xfrm>
              <a:off x="5587124" y="5284898"/>
              <a:ext cx="390525" cy="791051"/>
            </a:xfrm>
            <a:custGeom>
              <a:avLst/>
              <a:gdLst/>
              <a:ahLst/>
              <a:cxnLst/>
              <a:rect l="l" t="t" r="r" b="b"/>
              <a:pathLst>
                <a:path w="390525" h="791051">
                  <a:moveTo>
                    <a:pt x="194310" y="791051"/>
                  </a:moveTo>
                  <a:cubicBezTo>
                    <a:pt x="105727" y="791051"/>
                    <a:pt x="66675" y="772001"/>
                    <a:pt x="64770" y="771049"/>
                  </a:cubicBezTo>
                  <a:cubicBezTo>
                    <a:pt x="63817" y="770096"/>
                    <a:pt x="62865" y="770096"/>
                    <a:pt x="62865" y="768191"/>
                  </a:cubicBezTo>
                  <a:cubicBezTo>
                    <a:pt x="22860" y="671036"/>
                    <a:pt x="0" y="533876"/>
                    <a:pt x="0" y="391001"/>
                  </a:cubicBezTo>
                  <a:cubicBezTo>
                    <a:pt x="0" y="165259"/>
                    <a:pt x="121920" y="47149"/>
                    <a:pt x="174308" y="7144"/>
                  </a:cubicBezTo>
                  <a:cubicBezTo>
                    <a:pt x="186690" y="-2381"/>
                    <a:pt x="203835" y="-2381"/>
                    <a:pt x="216217" y="7144"/>
                  </a:cubicBezTo>
                  <a:cubicBezTo>
                    <a:pt x="268605" y="47149"/>
                    <a:pt x="390525" y="165259"/>
                    <a:pt x="390525" y="391001"/>
                  </a:cubicBezTo>
                  <a:cubicBezTo>
                    <a:pt x="390525" y="534829"/>
                    <a:pt x="367665" y="671989"/>
                    <a:pt x="327660" y="768191"/>
                  </a:cubicBezTo>
                  <a:cubicBezTo>
                    <a:pt x="327660" y="769144"/>
                    <a:pt x="326708" y="770096"/>
                    <a:pt x="325755" y="771049"/>
                  </a:cubicBezTo>
                  <a:cubicBezTo>
                    <a:pt x="321945" y="772001"/>
                    <a:pt x="282892" y="791051"/>
                    <a:pt x="194310" y="791051"/>
                  </a:cubicBezTo>
                  <a:close/>
                  <a:moveTo>
                    <a:pt x="71438" y="762476"/>
                  </a:moveTo>
                  <a:cubicBezTo>
                    <a:pt x="80010" y="766286"/>
                    <a:pt x="118110" y="780574"/>
                    <a:pt x="194310" y="780574"/>
                  </a:cubicBezTo>
                  <a:cubicBezTo>
                    <a:pt x="270510" y="780574"/>
                    <a:pt x="309563" y="766286"/>
                    <a:pt x="317183" y="762476"/>
                  </a:cubicBezTo>
                  <a:cubicBezTo>
                    <a:pt x="356235" y="667226"/>
                    <a:pt x="379095" y="531971"/>
                    <a:pt x="379095" y="391001"/>
                  </a:cubicBezTo>
                  <a:cubicBezTo>
                    <a:pt x="379095" y="170021"/>
                    <a:pt x="260033" y="53816"/>
                    <a:pt x="209550" y="14764"/>
                  </a:cubicBezTo>
                  <a:cubicBezTo>
                    <a:pt x="200977" y="8096"/>
                    <a:pt x="188595" y="8096"/>
                    <a:pt x="180022" y="14764"/>
                  </a:cubicBezTo>
                  <a:cubicBezTo>
                    <a:pt x="128588" y="54769"/>
                    <a:pt x="10477" y="169069"/>
                    <a:pt x="10477" y="391001"/>
                  </a:cubicBezTo>
                  <a:cubicBezTo>
                    <a:pt x="9525" y="532924"/>
                    <a:pt x="32385" y="668179"/>
                    <a:pt x="71438" y="762476"/>
                  </a:cubicBezTo>
                  <a:close/>
                  <a:moveTo>
                    <a:pt x="320992" y="766286"/>
                  </a:moveTo>
                  <a:lnTo>
                    <a:pt x="320992" y="766286"/>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65" name="Freeform 165"/>
            <p:cNvSpPr/>
            <p:nvPr/>
          </p:nvSpPr>
          <p:spPr>
            <a:xfrm>
              <a:off x="5630938" y="5289423"/>
              <a:ext cx="300037" cy="181689"/>
            </a:xfrm>
            <a:custGeom>
              <a:avLst/>
              <a:gdLst/>
              <a:ahLst/>
              <a:cxnLst/>
              <a:rect l="l" t="t" r="r" b="b"/>
              <a:pathLst>
                <a:path w="300037" h="181689">
                  <a:moveTo>
                    <a:pt x="132398" y="6429"/>
                  </a:moveTo>
                  <a:cubicBezTo>
                    <a:pt x="74295" y="53102"/>
                    <a:pt x="28575" y="113109"/>
                    <a:pt x="0" y="181689"/>
                  </a:cubicBezTo>
                  <a:lnTo>
                    <a:pt x="300038" y="181689"/>
                  </a:lnTo>
                  <a:cubicBezTo>
                    <a:pt x="271463" y="113109"/>
                    <a:pt x="226695" y="53102"/>
                    <a:pt x="168593" y="6429"/>
                  </a:cubicBezTo>
                  <a:cubicBezTo>
                    <a:pt x="158115" y="-2143"/>
                    <a:pt x="142875" y="-2143"/>
                    <a:pt x="132398" y="6429"/>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66" name="Freeform 166"/>
            <p:cNvSpPr/>
            <p:nvPr/>
          </p:nvSpPr>
          <p:spPr>
            <a:xfrm>
              <a:off x="5627129" y="5284898"/>
              <a:ext cx="309004" cy="190976"/>
            </a:xfrm>
            <a:custGeom>
              <a:avLst/>
              <a:gdLst/>
              <a:ahLst/>
              <a:cxnLst/>
              <a:rect l="l" t="t" r="r" b="b"/>
              <a:pathLst>
                <a:path w="309004" h="190976">
                  <a:moveTo>
                    <a:pt x="304800" y="190976"/>
                  </a:moveTo>
                  <a:lnTo>
                    <a:pt x="4763" y="190976"/>
                  </a:lnTo>
                  <a:cubicBezTo>
                    <a:pt x="2858" y="190976"/>
                    <a:pt x="1905" y="190024"/>
                    <a:pt x="953" y="189071"/>
                  </a:cubicBezTo>
                  <a:cubicBezTo>
                    <a:pt x="0" y="188119"/>
                    <a:pt x="0" y="186214"/>
                    <a:pt x="0" y="184309"/>
                  </a:cubicBezTo>
                  <a:cubicBezTo>
                    <a:pt x="28575" y="114776"/>
                    <a:pt x="74295" y="53816"/>
                    <a:pt x="133350" y="7144"/>
                  </a:cubicBezTo>
                  <a:lnTo>
                    <a:pt x="133350" y="7144"/>
                  </a:lnTo>
                  <a:cubicBezTo>
                    <a:pt x="145733" y="-2381"/>
                    <a:pt x="162878" y="-2381"/>
                    <a:pt x="175260" y="7144"/>
                  </a:cubicBezTo>
                  <a:cubicBezTo>
                    <a:pt x="234315" y="53816"/>
                    <a:pt x="280035" y="114776"/>
                    <a:pt x="308610" y="184309"/>
                  </a:cubicBezTo>
                  <a:cubicBezTo>
                    <a:pt x="309563" y="186214"/>
                    <a:pt x="308610" y="187166"/>
                    <a:pt x="307658" y="189071"/>
                  </a:cubicBezTo>
                  <a:cubicBezTo>
                    <a:pt x="307658" y="190024"/>
                    <a:pt x="305753" y="190976"/>
                    <a:pt x="304800" y="190976"/>
                  </a:cubicBezTo>
                  <a:close/>
                  <a:moveTo>
                    <a:pt x="12383" y="181451"/>
                  </a:moveTo>
                  <a:lnTo>
                    <a:pt x="297180" y="181451"/>
                  </a:lnTo>
                  <a:cubicBezTo>
                    <a:pt x="268605" y="116681"/>
                    <a:pt x="224790" y="59531"/>
                    <a:pt x="169545" y="15716"/>
                  </a:cubicBezTo>
                  <a:cubicBezTo>
                    <a:pt x="160972" y="9049"/>
                    <a:pt x="148590" y="9049"/>
                    <a:pt x="140017" y="15716"/>
                  </a:cubicBezTo>
                  <a:lnTo>
                    <a:pt x="140017" y="15716"/>
                  </a:lnTo>
                  <a:cubicBezTo>
                    <a:pt x="83820" y="59531"/>
                    <a:pt x="40005" y="116681"/>
                    <a:pt x="12383" y="181451"/>
                  </a:cubicBezTo>
                  <a:lnTo>
                    <a:pt x="12383" y="181451"/>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67" name="Freeform 167"/>
            <p:cNvSpPr/>
            <p:nvPr/>
          </p:nvSpPr>
          <p:spPr>
            <a:xfrm>
              <a:off x="5672849" y="5522547"/>
              <a:ext cx="232409" cy="232409"/>
            </a:xfrm>
            <a:custGeom>
              <a:avLst/>
              <a:gdLst/>
              <a:ahLst/>
              <a:cxnLst/>
              <a:rect l="l" t="t" r="r" b="b"/>
              <a:pathLst>
                <a:path w="232409" h="232409">
                  <a:moveTo>
                    <a:pt x="232410" y="116205"/>
                  </a:moveTo>
                  <a:cubicBezTo>
                    <a:pt x="232410" y="180383"/>
                    <a:pt x="180383" y="232410"/>
                    <a:pt x="116205" y="232410"/>
                  </a:cubicBezTo>
                  <a:cubicBezTo>
                    <a:pt x="52027" y="232410"/>
                    <a:pt x="0" y="180383"/>
                    <a:pt x="0" y="116205"/>
                  </a:cubicBezTo>
                  <a:cubicBezTo>
                    <a:pt x="0" y="52027"/>
                    <a:pt x="52027" y="0"/>
                    <a:pt x="116205" y="0"/>
                  </a:cubicBezTo>
                  <a:cubicBezTo>
                    <a:pt x="180383" y="0"/>
                    <a:pt x="232410" y="52027"/>
                    <a:pt x="232410" y="116205"/>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68" name="Freeform 168"/>
            <p:cNvSpPr/>
            <p:nvPr/>
          </p:nvSpPr>
          <p:spPr>
            <a:xfrm>
              <a:off x="5668086" y="5517785"/>
              <a:ext cx="241934" cy="241934"/>
            </a:xfrm>
            <a:custGeom>
              <a:avLst/>
              <a:gdLst/>
              <a:ahLst/>
              <a:cxnLst/>
              <a:rect l="l" t="t" r="r" b="b"/>
              <a:pathLst>
                <a:path w="241934" h="241934">
                  <a:moveTo>
                    <a:pt x="120967" y="241935"/>
                  </a:moveTo>
                  <a:cubicBezTo>
                    <a:pt x="54292" y="241935"/>
                    <a:pt x="0" y="187643"/>
                    <a:pt x="0" y="120968"/>
                  </a:cubicBezTo>
                  <a:cubicBezTo>
                    <a:pt x="0" y="54293"/>
                    <a:pt x="54292" y="0"/>
                    <a:pt x="120967" y="0"/>
                  </a:cubicBezTo>
                  <a:cubicBezTo>
                    <a:pt x="187642" y="0"/>
                    <a:pt x="241935" y="54293"/>
                    <a:pt x="241935" y="120968"/>
                  </a:cubicBezTo>
                  <a:lnTo>
                    <a:pt x="241935" y="120968"/>
                  </a:lnTo>
                  <a:cubicBezTo>
                    <a:pt x="241935" y="187643"/>
                    <a:pt x="187642" y="241935"/>
                    <a:pt x="120967" y="241935"/>
                  </a:cubicBezTo>
                  <a:close/>
                  <a:moveTo>
                    <a:pt x="120967" y="9525"/>
                  </a:moveTo>
                  <a:cubicBezTo>
                    <a:pt x="60008" y="9525"/>
                    <a:pt x="10477" y="59055"/>
                    <a:pt x="10477" y="120015"/>
                  </a:cubicBezTo>
                  <a:cubicBezTo>
                    <a:pt x="10477" y="180975"/>
                    <a:pt x="60008" y="230505"/>
                    <a:pt x="120967" y="230505"/>
                  </a:cubicBezTo>
                  <a:cubicBezTo>
                    <a:pt x="181927" y="230505"/>
                    <a:pt x="231458" y="180975"/>
                    <a:pt x="231458" y="120015"/>
                  </a:cubicBezTo>
                  <a:cubicBezTo>
                    <a:pt x="231458" y="120015"/>
                    <a:pt x="231458" y="120015"/>
                    <a:pt x="231458" y="120015"/>
                  </a:cubicBezTo>
                  <a:cubicBezTo>
                    <a:pt x="231458" y="60007"/>
                    <a:pt x="181927" y="10477"/>
                    <a:pt x="120967" y="9525"/>
                  </a:cubicBezTo>
                  <a:lnTo>
                    <a:pt x="120967" y="9525"/>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69" name="Freeform 169"/>
            <p:cNvSpPr/>
            <p:nvPr/>
          </p:nvSpPr>
          <p:spPr>
            <a:xfrm>
              <a:off x="5717616" y="5567315"/>
              <a:ext cx="142875" cy="142875"/>
            </a:xfrm>
            <a:custGeom>
              <a:avLst/>
              <a:gdLst/>
              <a:ahLst/>
              <a:cxnLst/>
              <a:rect l="l" t="t" r="r" b="b"/>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70" name="Freeform 170"/>
            <p:cNvSpPr/>
            <p:nvPr/>
          </p:nvSpPr>
          <p:spPr>
            <a:xfrm>
              <a:off x="5712854" y="5562552"/>
              <a:ext cx="152400" cy="152400"/>
            </a:xfrm>
            <a:custGeom>
              <a:avLst/>
              <a:gdLst/>
              <a:ahLst/>
              <a:cxnLst/>
              <a:rect l="l" t="t" r="r" b="b"/>
              <a:pathLst>
                <a:path w="152400" h="152400">
                  <a:moveTo>
                    <a:pt x="76200" y="152400"/>
                  </a:moveTo>
                  <a:cubicBezTo>
                    <a:pt x="34290" y="152400"/>
                    <a:pt x="0" y="118110"/>
                    <a:pt x="0" y="76200"/>
                  </a:cubicBezTo>
                  <a:cubicBezTo>
                    <a:pt x="0" y="34290"/>
                    <a:pt x="34290" y="0"/>
                    <a:pt x="76200" y="0"/>
                  </a:cubicBezTo>
                  <a:cubicBezTo>
                    <a:pt x="118110" y="0"/>
                    <a:pt x="152400" y="34290"/>
                    <a:pt x="152400" y="76200"/>
                  </a:cubicBezTo>
                  <a:cubicBezTo>
                    <a:pt x="152400" y="118110"/>
                    <a:pt x="118110" y="152400"/>
                    <a:pt x="76200" y="152400"/>
                  </a:cubicBezTo>
                  <a:cubicBezTo>
                    <a:pt x="76200" y="152400"/>
                    <a:pt x="76200" y="152400"/>
                    <a:pt x="76200" y="152400"/>
                  </a:cubicBezTo>
                  <a:close/>
                  <a:moveTo>
                    <a:pt x="76200" y="9525"/>
                  </a:moveTo>
                  <a:cubicBezTo>
                    <a:pt x="39053" y="9525"/>
                    <a:pt x="9525" y="39052"/>
                    <a:pt x="9525" y="76200"/>
                  </a:cubicBezTo>
                  <a:cubicBezTo>
                    <a:pt x="9525" y="113348"/>
                    <a:pt x="39053" y="142875"/>
                    <a:pt x="76200" y="142875"/>
                  </a:cubicBezTo>
                  <a:cubicBezTo>
                    <a:pt x="113347" y="142875"/>
                    <a:pt x="142875" y="113348"/>
                    <a:pt x="142875" y="76200"/>
                  </a:cubicBezTo>
                  <a:cubicBezTo>
                    <a:pt x="142875" y="76200"/>
                    <a:pt x="142875" y="76200"/>
                    <a:pt x="142875" y="76200"/>
                  </a:cubicBezTo>
                  <a:cubicBezTo>
                    <a:pt x="142875" y="40005"/>
                    <a:pt x="112395" y="9525"/>
                    <a:pt x="76200" y="952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71" name="Freeform 171"/>
            <p:cNvSpPr/>
            <p:nvPr/>
          </p:nvSpPr>
          <p:spPr>
            <a:xfrm>
              <a:off x="5784291" y="5576812"/>
              <a:ext cx="66675" cy="60035"/>
            </a:xfrm>
            <a:custGeom>
              <a:avLst/>
              <a:gdLst/>
              <a:ahLst/>
              <a:cxnLst/>
              <a:rect l="l" t="t" r="r" b="b"/>
              <a:pathLst>
                <a:path w="66675" h="60035">
                  <a:moveTo>
                    <a:pt x="60960" y="60035"/>
                  </a:moveTo>
                  <a:cubicBezTo>
                    <a:pt x="58103" y="60035"/>
                    <a:pt x="56197" y="58130"/>
                    <a:pt x="56197" y="56225"/>
                  </a:cubicBezTo>
                  <a:cubicBezTo>
                    <a:pt x="54292" y="29555"/>
                    <a:pt x="31433" y="8600"/>
                    <a:pt x="4763" y="9553"/>
                  </a:cubicBezTo>
                  <a:cubicBezTo>
                    <a:pt x="1905" y="9553"/>
                    <a:pt x="0" y="7648"/>
                    <a:pt x="0" y="4790"/>
                  </a:cubicBezTo>
                  <a:cubicBezTo>
                    <a:pt x="0" y="1933"/>
                    <a:pt x="1905" y="28"/>
                    <a:pt x="4763" y="28"/>
                  </a:cubicBezTo>
                  <a:cubicBezTo>
                    <a:pt x="36195" y="-925"/>
                    <a:pt x="63817" y="22888"/>
                    <a:pt x="66675" y="54320"/>
                  </a:cubicBezTo>
                  <a:cubicBezTo>
                    <a:pt x="66675" y="57178"/>
                    <a:pt x="64770" y="60035"/>
                    <a:pt x="60960" y="60035"/>
                  </a:cubicBezTo>
                  <a:lnTo>
                    <a:pt x="60960" y="60035"/>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72" name="Freeform 172"/>
            <p:cNvSpPr/>
            <p:nvPr/>
          </p:nvSpPr>
          <p:spPr>
            <a:xfrm>
              <a:off x="5759440" y="5579697"/>
              <a:ext cx="21993" cy="14287"/>
            </a:xfrm>
            <a:custGeom>
              <a:avLst/>
              <a:gdLst/>
              <a:ahLst/>
              <a:cxnLst/>
              <a:rect l="l" t="t" r="r" b="b"/>
              <a:pathLst>
                <a:path w="21993" h="14287">
                  <a:moveTo>
                    <a:pt x="4848" y="14288"/>
                  </a:moveTo>
                  <a:cubicBezTo>
                    <a:pt x="2943" y="14288"/>
                    <a:pt x="1991" y="13335"/>
                    <a:pt x="1038" y="12382"/>
                  </a:cubicBezTo>
                  <a:cubicBezTo>
                    <a:pt x="-867" y="10477"/>
                    <a:pt x="86" y="7620"/>
                    <a:pt x="1991" y="5715"/>
                  </a:cubicBezTo>
                  <a:cubicBezTo>
                    <a:pt x="5801" y="2857"/>
                    <a:pt x="10563" y="952"/>
                    <a:pt x="16278" y="0"/>
                  </a:cubicBezTo>
                  <a:cubicBezTo>
                    <a:pt x="19136" y="0"/>
                    <a:pt x="21041" y="1905"/>
                    <a:pt x="21993" y="3810"/>
                  </a:cubicBezTo>
                  <a:cubicBezTo>
                    <a:pt x="21993" y="3810"/>
                    <a:pt x="21993" y="3810"/>
                    <a:pt x="21993" y="3810"/>
                  </a:cubicBezTo>
                  <a:cubicBezTo>
                    <a:pt x="21993" y="6668"/>
                    <a:pt x="20088" y="8572"/>
                    <a:pt x="18183" y="9525"/>
                  </a:cubicBezTo>
                  <a:cubicBezTo>
                    <a:pt x="14373" y="10477"/>
                    <a:pt x="11516" y="11430"/>
                    <a:pt x="8658" y="13335"/>
                  </a:cubicBezTo>
                  <a:cubicBezTo>
                    <a:pt x="6753" y="13335"/>
                    <a:pt x="5801" y="14288"/>
                    <a:pt x="4848" y="14288"/>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73" name="Freeform 173"/>
            <p:cNvSpPr/>
            <p:nvPr/>
          </p:nvSpPr>
          <p:spPr>
            <a:xfrm>
              <a:off x="5889661" y="5818527"/>
              <a:ext cx="58707" cy="203389"/>
            </a:xfrm>
            <a:custGeom>
              <a:avLst/>
              <a:gdLst/>
              <a:ahLst/>
              <a:cxnLst/>
              <a:rect l="l" t="t" r="r" b="b"/>
              <a:pathLst>
                <a:path w="58707" h="203389">
                  <a:moveTo>
                    <a:pt x="5120" y="203130"/>
                  </a:moveTo>
                  <a:cubicBezTo>
                    <a:pt x="4167" y="203130"/>
                    <a:pt x="4167" y="203130"/>
                    <a:pt x="3215" y="203130"/>
                  </a:cubicBezTo>
                  <a:cubicBezTo>
                    <a:pt x="357" y="202178"/>
                    <a:pt x="-595" y="199320"/>
                    <a:pt x="357" y="197415"/>
                  </a:cubicBezTo>
                  <a:cubicBezTo>
                    <a:pt x="20360" y="133598"/>
                    <a:pt x="36552" y="69780"/>
                    <a:pt x="48935" y="4058"/>
                  </a:cubicBezTo>
                  <a:cubicBezTo>
                    <a:pt x="48935" y="1200"/>
                    <a:pt x="51792" y="-705"/>
                    <a:pt x="54650" y="248"/>
                  </a:cubicBezTo>
                  <a:cubicBezTo>
                    <a:pt x="54650" y="248"/>
                    <a:pt x="54650" y="248"/>
                    <a:pt x="54650" y="248"/>
                  </a:cubicBezTo>
                  <a:cubicBezTo>
                    <a:pt x="57507" y="1200"/>
                    <a:pt x="59412" y="3105"/>
                    <a:pt x="58460" y="5963"/>
                  </a:cubicBezTo>
                  <a:cubicBezTo>
                    <a:pt x="46077" y="71685"/>
                    <a:pt x="29885" y="136455"/>
                    <a:pt x="9882" y="201225"/>
                  </a:cubicBezTo>
                  <a:cubicBezTo>
                    <a:pt x="8930" y="202178"/>
                    <a:pt x="7025" y="204083"/>
                    <a:pt x="5120" y="203130"/>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74" name="Freeform 174"/>
            <p:cNvSpPr/>
            <p:nvPr/>
          </p:nvSpPr>
          <p:spPr>
            <a:xfrm>
              <a:off x="5794769" y="6100715"/>
              <a:ext cx="9525" cy="100964"/>
            </a:xfrm>
            <a:custGeom>
              <a:avLst/>
              <a:gdLst/>
              <a:ahLst/>
              <a:cxnLst/>
              <a:rect l="l" t="t" r="r" b="b"/>
              <a:pathLst>
                <a:path w="9525" h="100964">
                  <a:moveTo>
                    <a:pt x="4763" y="100965"/>
                  </a:moveTo>
                  <a:cubicBezTo>
                    <a:pt x="1905" y="100965"/>
                    <a:pt x="0" y="99060"/>
                    <a:pt x="0" y="96202"/>
                  </a:cubicBezTo>
                  <a:lnTo>
                    <a:pt x="0" y="4763"/>
                  </a:lnTo>
                  <a:cubicBezTo>
                    <a:pt x="0" y="1905"/>
                    <a:pt x="1905" y="0"/>
                    <a:pt x="4763" y="0"/>
                  </a:cubicBezTo>
                  <a:cubicBezTo>
                    <a:pt x="7620" y="0"/>
                    <a:pt x="9525" y="1905"/>
                    <a:pt x="9525" y="4763"/>
                  </a:cubicBezTo>
                  <a:lnTo>
                    <a:pt x="9525" y="96202"/>
                  </a:lnTo>
                  <a:cubicBezTo>
                    <a:pt x="9525" y="99060"/>
                    <a:pt x="7620" y="100965"/>
                    <a:pt x="4763" y="10096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75" name="Freeform 175"/>
            <p:cNvSpPr/>
            <p:nvPr/>
          </p:nvSpPr>
          <p:spPr>
            <a:xfrm>
              <a:off x="5745238" y="6144530"/>
              <a:ext cx="9525" cy="105727"/>
            </a:xfrm>
            <a:custGeom>
              <a:avLst/>
              <a:gdLst/>
              <a:ahLst/>
              <a:cxnLst/>
              <a:rect l="l" t="t" r="r" b="b"/>
              <a:pathLst>
                <a:path w="9525" h="105727">
                  <a:moveTo>
                    <a:pt x="4763" y="105728"/>
                  </a:moveTo>
                  <a:cubicBezTo>
                    <a:pt x="1905" y="105728"/>
                    <a:pt x="0" y="103823"/>
                    <a:pt x="0" y="100965"/>
                  </a:cubicBezTo>
                  <a:lnTo>
                    <a:pt x="0" y="4763"/>
                  </a:lnTo>
                  <a:cubicBezTo>
                    <a:pt x="0" y="1905"/>
                    <a:pt x="1905" y="0"/>
                    <a:pt x="4763" y="0"/>
                  </a:cubicBezTo>
                  <a:cubicBezTo>
                    <a:pt x="7620" y="0"/>
                    <a:pt x="9525" y="1905"/>
                    <a:pt x="9525" y="4763"/>
                  </a:cubicBezTo>
                  <a:lnTo>
                    <a:pt x="9525" y="100965"/>
                  </a:lnTo>
                  <a:cubicBezTo>
                    <a:pt x="9525" y="102870"/>
                    <a:pt x="7620" y="105728"/>
                    <a:pt x="4763" y="105728"/>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76" name="Freeform 176"/>
            <p:cNvSpPr/>
            <p:nvPr/>
          </p:nvSpPr>
          <p:spPr>
            <a:xfrm>
              <a:off x="5449964" y="6398542"/>
              <a:ext cx="170854" cy="87934"/>
            </a:xfrm>
            <a:custGeom>
              <a:avLst/>
              <a:gdLst/>
              <a:ahLst/>
              <a:cxnLst/>
              <a:rect l="l" t="t" r="r" b="b"/>
              <a:pathLst>
                <a:path w="170854" h="87934">
                  <a:moveTo>
                    <a:pt x="4763" y="87935"/>
                  </a:moveTo>
                  <a:lnTo>
                    <a:pt x="4763" y="87935"/>
                  </a:lnTo>
                  <a:cubicBezTo>
                    <a:pt x="952" y="86982"/>
                    <a:pt x="0" y="85077"/>
                    <a:pt x="0" y="82220"/>
                  </a:cubicBezTo>
                  <a:cubicBezTo>
                    <a:pt x="0" y="82220"/>
                    <a:pt x="0" y="82220"/>
                    <a:pt x="0" y="82220"/>
                  </a:cubicBezTo>
                  <a:cubicBezTo>
                    <a:pt x="0" y="80315"/>
                    <a:pt x="9525" y="32690"/>
                    <a:pt x="51435" y="10782"/>
                  </a:cubicBezTo>
                  <a:cubicBezTo>
                    <a:pt x="81915" y="-5410"/>
                    <a:pt x="120968" y="-3505"/>
                    <a:pt x="167640" y="17450"/>
                  </a:cubicBezTo>
                  <a:cubicBezTo>
                    <a:pt x="170498" y="18402"/>
                    <a:pt x="171450" y="21260"/>
                    <a:pt x="170498" y="23165"/>
                  </a:cubicBezTo>
                  <a:cubicBezTo>
                    <a:pt x="169545" y="26022"/>
                    <a:pt x="166687" y="26975"/>
                    <a:pt x="164782" y="26022"/>
                  </a:cubicBezTo>
                  <a:cubicBezTo>
                    <a:pt x="164782" y="26022"/>
                    <a:pt x="163830" y="26022"/>
                    <a:pt x="163830" y="26022"/>
                  </a:cubicBezTo>
                  <a:cubicBezTo>
                    <a:pt x="120015" y="6972"/>
                    <a:pt x="83820" y="5067"/>
                    <a:pt x="56198" y="19355"/>
                  </a:cubicBezTo>
                  <a:cubicBezTo>
                    <a:pt x="19050" y="38405"/>
                    <a:pt x="9525" y="83172"/>
                    <a:pt x="9525" y="84125"/>
                  </a:cubicBezTo>
                  <a:cubicBezTo>
                    <a:pt x="9525" y="86030"/>
                    <a:pt x="7620" y="87935"/>
                    <a:pt x="4763" y="8793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77" name="Freeform 177"/>
            <p:cNvSpPr/>
            <p:nvPr/>
          </p:nvSpPr>
          <p:spPr>
            <a:xfrm>
              <a:off x="5872304" y="6366729"/>
              <a:ext cx="137253" cy="62597"/>
            </a:xfrm>
            <a:custGeom>
              <a:avLst/>
              <a:gdLst/>
              <a:ahLst/>
              <a:cxnLst/>
              <a:rect l="l" t="t" r="r" b="b"/>
              <a:pathLst>
                <a:path w="137253" h="62597">
                  <a:moveTo>
                    <a:pt x="132015" y="62598"/>
                  </a:moveTo>
                  <a:cubicBezTo>
                    <a:pt x="131062" y="62598"/>
                    <a:pt x="129157" y="61646"/>
                    <a:pt x="128205" y="60693"/>
                  </a:cubicBezTo>
                  <a:cubicBezTo>
                    <a:pt x="59625" y="-15507"/>
                    <a:pt x="7237" y="15925"/>
                    <a:pt x="7237" y="15925"/>
                  </a:cubicBezTo>
                  <a:cubicBezTo>
                    <a:pt x="5332" y="17830"/>
                    <a:pt x="2475" y="16878"/>
                    <a:pt x="570" y="14973"/>
                  </a:cubicBezTo>
                  <a:cubicBezTo>
                    <a:pt x="570" y="14973"/>
                    <a:pt x="570" y="14973"/>
                    <a:pt x="570" y="14973"/>
                  </a:cubicBezTo>
                  <a:cubicBezTo>
                    <a:pt x="-383" y="13068"/>
                    <a:pt x="-383" y="9258"/>
                    <a:pt x="2475" y="8305"/>
                  </a:cubicBezTo>
                  <a:cubicBezTo>
                    <a:pt x="4380" y="6400"/>
                    <a:pt x="61530" y="-26937"/>
                    <a:pt x="135825" y="54978"/>
                  </a:cubicBezTo>
                  <a:cubicBezTo>
                    <a:pt x="137730" y="56883"/>
                    <a:pt x="137730" y="59741"/>
                    <a:pt x="135825" y="61646"/>
                  </a:cubicBezTo>
                  <a:cubicBezTo>
                    <a:pt x="135825" y="61646"/>
                    <a:pt x="135825" y="61646"/>
                    <a:pt x="135825" y="61646"/>
                  </a:cubicBezTo>
                  <a:cubicBezTo>
                    <a:pt x="134872" y="61646"/>
                    <a:pt x="132967" y="62598"/>
                    <a:pt x="132015" y="62598"/>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78" name="Freeform 178"/>
            <p:cNvSpPr/>
            <p:nvPr/>
          </p:nvSpPr>
          <p:spPr>
            <a:xfrm>
              <a:off x="6057658" y="5447299"/>
              <a:ext cx="283845" cy="9525"/>
            </a:xfrm>
            <a:custGeom>
              <a:avLst/>
              <a:gdLst/>
              <a:ahLst/>
              <a:cxnLst/>
              <a:rect l="l" t="t" r="r" b="b"/>
              <a:pathLst>
                <a:path w="283845" h="9525">
                  <a:moveTo>
                    <a:pt x="279083" y="9525"/>
                  </a:moveTo>
                  <a:lnTo>
                    <a:pt x="4763" y="9525"/>
                  </a:lnTo>
                  <a:cubicBezTo>
                    <a:pt x="1905" y="9525"/>
                    <a:pt x="0" y="7620"/>
                    <a:pt x="0" y="4763"/>
                  </a:cubicBezTo>
                  <a:cubicBezTo>
                    <a:pt x="0" y="1905"/>
                    <a:pt x="1905" y="0"/>
                    <a:pt x="4763" y="0"/>
                  </a:cubicBezTo>
                  <a:lnTo>
                    <a:pt x="279083" y="0"/>
                  </a:lnTo>
                  <a:cubicBezTo>
                    <a:pt x="281940" y="0"/>
                    <a:pt x="283845" y="1905"/>
                    <a:pt x="283845" y="4763"/>
                  </a:cubicBezTo>
                  <a:cubicBezTo>
                    <a:pt x="283845" y="7620"/>
                    <a:pt x="281940" y="9525"/>
                    <a:pt x="279083" y="952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79" name="Freeform 179"/>
            <p:cNvSpPr/>
            <p:nvPr/>
          </p:nvSpPr>
          <p:spPr>
            <a:xfrm>
              <a:off x="6057658" y="5509212"/>
              <a:ext cx="283845" cy="9525"/>
            </a:xfrm>
            <a:custGeom>
              <a:avLst/>
              <a:gdLst/>
              <a:ahLst/>
              <a:cxnLst/>
              <a:rect l="l" t="t" r="r" b="b"/>
              <a:pathLst>
                <a:path w="283845" h="9525">
                  <a:moveTo>
                    <a:pt x="279083" y="9525"/>
                  </a:moveTo>
                  <a:lnTo>
                    <a:pt x="4763" y="9525"/>
                  </a:lnTo>
                  <a:cubicBezTo>
                    <a:pt x="1905" y="9525"/>
                    <a:pt x="0" y="7620"/>
                    <a:pt x="0" y="4763"/>
                  </a:cubicBezTo>
                  <a:cubicBezTo>
                    <a:pt x="0" y="1905"/>
                    <a:pt x="1905" y="0"/>
                    <a:pt x="4763" y="0"/>
                  </a:cubicBezTo>
                  <a:lnTo>
                    <a:pt x="279083" y="0"/>
                  </a:lnTo>
                  <a:cubicBezTo>
                    <a:pt x="281940" y="0"/>
                    <a:pt x="283845" y="1905"/>
                    <a:pt x="283845" y="4763"/>
                  </a:cubicBezTo>
                  <a:cubicBezTo>
                    <a:pt x="283845" y="7620"/>
                    <a:pt x="281940" y="9525"/>
                    <a:pt x="279083" y="952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0" name="Freeform 180"/>
            <p:cNvSpPr/>
            <p:nvPr/>
          </p:nvSpPr>
          <p:spPr>
            <a:xfrm>
              <a:off x="6057658" y="5572077"/>
              <a:ext cx="283845" cy="9525"/>
            </a:xfrm>
            <a:custGeom>
              <a:avLst/>
              <a:gdLst/>
              <a:ahLst/>
              <a:cxnLst/>
              <a:rect l="l" t="t" r="r" b="b"/>
              <a:pathLst>
                <a:path w="283845" h="9525">
                  <a:moveTo>
                    <a:pt x="279083" y="9525"/>
                  </a:moveTo>
                  <a:lnTo>
                    <a:pt x="4763" y="9525"/>
                  </a:lnTo>
                  <a:cubicBezTo>
                    <a:pt x="1905" y="9525"/>
                    <a:pt x="0" y="7620"/>
                    <a:pt x="0" y="4763"/>
                  </a:cubicBezTo>
                  <a:cubicBezTo>
                    <a:pt x="0" y="1905"/>
                    <a:pt x="1905" y="0"/>
                    <a:pt x="4763" y="0"/>
                  </a:cubicBezTo>
                  <a:lnTo>
                    <a:pt x="279083" y="0"/>
                  </a:lnTo>
                  <a:cubicBezTo>
                    <a:pt x="281940" y="0"/>
                    <a:pt x="283845" y="1905"/>
                    <a:pt x="283845" y="4763"/>
                  </a:cubicBezTo>
                  <a:cubicBezTo>
                    <a:pt x="283845" y="6667"/>
                    <a:pt x="281940" y="9525"/>
                    <a:pt x="279083" y="952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1" name="Freeform 181"/>
            <p:cNvSpPr/>
            <p:nvPr/>
          </p:nvSpPr>
          <p:spPr>
            <a:xfrm>
              <a:off x="6057658" y="5633990"/>
              <a:ext cx="186690" cy="9525"/>
            </a:xfrm>
            <a:custGeom>
              <a:avLst/>
              <a:gdLst/>
              <a:ahLst/>
              <a:cxnLst/>
              <a:rect l="l" t="t" r="r" b="b"/>
              <a:pathLst>
                <a:path w="186690" h="9525">
                  <a:moveTo>
                    <a:pt x="181928" y="9525"/>
                  </a:moveTo>
                  <a:lnTo>
                    <a:pt x="4763" y="9525"/>
                  </a:lnTo>
                  <a:cubicBezTo>
                    <a:pt x="1905" y="9525"/>
                    <a:pt x="0" y="7620"/>
                    <a:pt x="0" y="4763"/>
                  </a:cubicBezTo>
                  <a:cubicBezTo>
                    <a:pt x="0" y="1905"/>
                    <a:pt x="1905" y="0"/>
                    <a:pt x="4763" y="0"/>
                  </a:cubicBezTo>
                  <a:lnTo>
                    <a:pt x="181928" y="0"/>
                  </a:lnTo>
                  <a:cubicBezTo>
                    <a:pt x="184785" y="0"/>
                    <a:pt x="186690" y="1905"/>
                    <a:pt x="186690" y="4763"/>
                  </a:cubicBezTo>
                  <a:cubicBezTo>
                    <a:pt x="186690" y="7620"/>
                    <a:pt x="184785" y="9525"/>
                    <a:pt x="181928" y="952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2" name="Freeform 182"/>
            <p:cNvSpPr/>
            <p:nvPr/>
          </p:nvSpPr>
          <p:spPr>
            <a:xfrm>
              <a:off x="5823344" y="6188344"/>
              <a:ext cx="9525" cy="49530"/>
            </a:xfrm>
            <a:custGeom>
              <a:avLst/>
              <a:gdLst/>
              <a:ahLst/>
              <a:cxnLst/>
              <a:rect l="l" t="t" r="r" b="b"/>
              <a:pathLst>
                <a:path w="9525" h="49530">
                  <a:moveTo>
                    <a:pt x="4763" y="49530"/>
                  </a:moveTo>
                  <a:cubicBezTo>
                    <a:pt x="1905" y="49530"/>
                    <a:pt x="0" y="47625"/>
                    <a:pt x="0" y="44768"/>
                  </a:cubicBezTo>
                  <a:lnTo>
                    <a:pt x="0" y="4763"/>
                  </a:lnTo>
                  <a:cubicBezTo>
                    <a:pt x="0" y="1905"/>
                    <a:pt x="1905" y="0"/>
                    <a:pt x="4763" y="0"/>
                  </a:cubicBezTo>
                  <a:cubicBezTo>
                    <a:pt x="7620" y="0"/>
                    <a:pt x="9525" y="1905"/>
                    <a:pt x="9525" y="4763"/>
                  </a:cubicBezTo>
                  <a:lnTo>
                    <a:pt x="9525" y="44768"/>
                  </a:lnTo>
                  <a:cubicBezTo>
                    <a:pt x="9525" y="46673"/>
                    <a:pt x="7620" y="49530"/>
                    <a:pt x="4763" y="49530"/>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3" name="Freeform 183"/>
            <p:cNvSpPr/>
            <p:nvPr/>
          </p:nvSpPr>
          <p:spPr>
            <a:xfrm>
              <a:off x="5126114" y="5312045"/>
              <a:ext cx="400050" cy="238124"/>
            </a:xfrm>
            <a:custGeom>
              <a:avLst/>
              <a:gdLst/>
              <a:ahLst/>
              <a:cxnLst/>
              <a:rect l="l" t="t" r="r" b="b"/>
              <a:pathLst>
                <a:path w="400050" h="238124">
                  <a:moveTo>
                    <a:pt x="395288" y="238125"/>
                  </a:moveTo>
                  <a:lnTo>
                    <a:pt x="4763" y="238125"/>
                  </a:lnTo>
                  <a:cubicBezTo>
                    <a:pt x="1905" y="238125"/>
                    <a:pt x="0" y="236220"/>
                    <a:pt x="0" y="233362"/>
                  </a:cubicBezTo>
                  <a:lnTo>
                    <a:pt x="0" y="4763"/>
                  </a:lnTo>
                  <a:cubicBezTo>
                    <a:pt x="0" y="1905"/>
                    <a:pt x="1905" y="0"/>
                    <a:pt x="4763" y="0"/>
                  </a:cubicBezTo>
                  <a:cubicBezTo>
                    <a:pt x="7620" y="0"/>
                    <a:pt x="9525" y="1905"/>
                    <a:pt x="9525" y="4763"/>
                  </a:cubicBezTo>
                  <a:lnTo>
                    <a:pt x="9525" y="228600"/>
                  </a:lnTo>
                  <a:lnTo>
                    <a:pt x="395288" y="228600"/>
                  </a:lnTo>
                  <a:cubicBezTo>
                    <a:pt x="398145" y="228600"/>
                    <a:pt x="400050" y="230505"/>
                    <a:pt x="400050" y="233362"/>
                  </a:cubicBezTo>
                  <a:cubicBezTo>
                    <a:pt x="400050" y="236220"/>
                    <a:pt x="398145" y="238125"/>
                    <a:pt x="395288" y="23812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4" name="Freeform 184"/>
            <p:cNvSpPr/>
            <p:nvPr/>
          </p:nvSpPr>
          <p:spPr>
            <a:xfrm>
              <a:off x="5169571" y="5336452"/>
              <a:ext cx="287416" cy="178474"/>
            </a:xfrm>
            <a:custGeom>
              <a:avLst/>
              <a:gdLst/>
              <a:ahLst/>
              <a:cxnLst/>
              <a:rect l="l" t="t" r="r" b="b"/>
              <a:pathLst>
                <a:path w="287416" h="178474">
                  <a:moveTo>
                    <a:pt x="4167" y="178475"/>
                  </a:moveTo>
                  <a:cubicBezTo>
                    <a:pt x="4167" y="178475"/>
                    <a:pt x="3215" y="178475"/>
                    <a:pt x="3215" y="178475"/>
                  </a:cubicBezTo>
                  <a:cubicBezTo>
                    <a:pt x="357" y="177522"/>
                    <a:pt x="-595" y="174665"/>
                    <a:pt x="357" y="172760"/>
                  </a:cubicBezTo>
                  <a:lnTo>
                    <a:pt x="357" y="172760"/>
                  </a:lnTo>
                  <a:cubicBezTo>
                    <a:pt x="1310" y="168950"/>
                    <a:pt x="26075" y="89892"/>
                    <a:pt x="85130" y="74652"/>
                  </a:cubicBezTo>
                  <a:cubicBezTo>
                    <a:pt x="117515" y="66080"/>
                    <a:pt x="127040" y="82272"/>
                    <a:pt x="135612" y="97512"/>
                  </a:cubicBezTo>
                  <a:cubicBezTo>
                    <a:pt x="144185" y="112752"/>
                    <a:pt x="150852" y="126087"/>
                    <a:pt x="177522" y="127040"/>
                  </a:cubicBezTo>
                  <a:lnTo>
                    <a:pt x="179427" y="127040"/>
                  </a:lnTo>
                  <a:cubicBezTo>
                    <a:pt x="234672" y="127040"/>
                    <a:pt x="277535" y="5120"/>
                    <a:pt x="278487" y="3215"/>
                  </a:cubicBezTo>
                  <a:cubicBezTo>
                    <a:pt x="279440" y="357"/>
                    <a:pt x="282297" y="-595"/>
                    <a:pt x="284202" y="357"/>
                  </a:cubicBezTo>
                  <a:cubicBezTo>
                    <a:pt x="287060" y="1310"/>
                    <a:pt x="288012" y="4167"/>
                    <a:pt x="287060" y="6072"/>
                  </a:cubicBezTo>
                  <a:cubicBezTo>
                    <a:pt x="285155" y="11787"/>
                    <a:pt x="241340" y="135612"/>
                    <a:pt x="179427" y="135612"/>
                  </a:cubicBezTo>
                  <a:lnTo>
                    <a:pt x="177522" y="135612"/>
                  </a:lnTo>
                  <a:cubicBezTo>
                    <a:pt x="145137" y="133707"/>
                    <a:pt x="135612" y="116562"/>
                    <a:pt x="127040" y="101322"/>
                  </a:cubicBezTo>
                  <a:cubicBezTo>
                    <a:pt x="118467" y="86082"/>
                    <a:pt x="113705" y="75605"/>
                    <a:pt x="87987" y="82272"/>
                  </a:cubicBezTo>
                  <a:cubicBezTo>
                    <a:pt x="34647" y="96560"/>
                    <a:pt x="10835" y="173712"/>
                    <a:pt x="9882" y="174665"/>
                  </a:cubicBezTo>
                  <a:cubicBezTo>
                    <a:pt x="7977" y="177522"/>
                    <a:pt x="6072" y="178475"/>
                    <a:pt x="4167" y="17847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5" name="Freeform 185"/>
            <p:cNvSpPr/>
            <p:nvPr/>
          </p:nvSpPr>
          <p:spPr>
            <a:xfrm>
              <a:off x="6090044" y="6090237"/>
              <a:ext cx="169544" cy="169545"/>
            </a:xfrm>
            <a:custGeom>
              <a:avLst/>
              <a:gdLst/>
              <a:ahLst/>
              <a:cxnLst/>
              <a:rect l="l" t="t" r="r" b="b"/>
              <a:pathLst>
                <a:path w="169544" h="169545">
                  <a:moveTo>
                    <a:pt x="84772" y="169545"/>
                  </a:moveTo>
                  <a:cubicBezTo>
                    <a:pt x="38100" y="169545"/>
                    <a:pt x="0" y="131445"/>
                    <a:pt x="0" y="84772"/>
                  </a:cubicBezTo>
                  <a:cubicBezTo>
                    <a:pt x="0" y="38100"/>
                    <a:pt x="38100" y="0"/>
                    <a:pt x="84772" y="0"/>
                  </a:cubicBezTo>
                  <a:cubicBezTo>
                    <a:pt x="131445" y="0"/>
                    <a:pt x="169545" y="38100"/>
                    <a:pt x="169545" y="84772"/>
                  </a:cubicBezTo>
                  <a:cubicBezTo>
                    <a:pt x="169545" y="84772"/>
                    <a:pt x="169545" y="84772"/>
                    <a:pt x="169545" y="84772"/>
                  </a:cubicBezTo>
                  <a:cubicBezTo>
                    <a:pt x="169545" y="131445"/>
                    <a:pt x="131445" y="169545"/>
                    <a:pt x="84772" y="169545"/>
                  </a:cubicBezTo>
                  <a:close/>
                  <a:moveTo>
                    <a:pt x="84772" y="9525"/>
                  </a:moveTo>
                  <a:cubicBezTo>
                    <a:pt x="42863" y="9525"/>
                    <a:pt x="9525" y="42863"/>
                    <a:pt x="9525" y="84772"/>
                  </a:cubicBezTo>
                  <a:cubicBezTo>
                    <a:pt x="9525" y="126682"/>
                    <a:pt x="42863" y="160020"/>
                    <a:pt x="84772" y="160020"/>
                  </a:cubicBezTo>
                  <a:cubicBezTo>
                    <a:pt x="126682" y="160020"/>
                    <a:pt x="160020" y="126682"/>
                    <a:pt x="160020" y="84772"/>
                  </a:cubicBezTo>
                  <a:cubicBezTo>
                    <a:pt x="160020" y="84772"/>
                    <a:pt x="160020" y="84772"/>
                    <a:pt x="160020" y="84772"/>
                  </a:cubicBezTo>
                  <a:cubicBezTo>
                    <a:pt x="160020" y="42863"/>
                    <a:pt x="126682" y="9525"/>
                    <a:pt x="84772" y="952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6" name="Freeform 186"/>
            <p:cNvSpPr/>
            <p:nvPr/>
          </p:nvSpPr>
          <p:spPr>
            <a:xfrm>
              <a:off x="6170054" y="6090237"/>
              <a:ext cx="75333" cy="134302"/>
            </a:xfrm>
            <a:custGeom>
              <a:avLst/>
              <a:gdLst/>
              <a:ahLst/>
              <a:cxnLst/>
              <a:rect l="l" t="t" r="r" b="b"/>
              <a:pathLst>
                <a:path w="75333" h="134302">
                  <a:moveTo>
                    <a:pt x="70485" y="134302"/>
                  </a:moveTo>
                  <a:cubicBezTo>
                    <a:pt x="69533" y="134302"/>
                    <a:pt x="68580" y="134302"/>
                    <a:pt x="67628" y="133350"/>
                  </a:cubicBezTo>
                  <a:lnTo>
                    <a:pt x="1905" y="88582"/>
                  </a:lnTo>
                  <a:cubicBezTo>
                    <a:pt x="953" y="87630"/>
                    <a:pt x="0" y="86677"/>
                    <a:pt x="0" y="84772"/>
                  </a:cubicBezTo>
                  <a:lnTo>
                    <a:pt x="0" y="4763"/>
                  </a:lnTo>
                  <a:cubicBezTo>
                    <a:pt x="0" y="1905"/>
                    <a:pt x="1905" y="0"/>
                    <a:pt x="4763" y="0"/>
                  </a:cubicBezTo>
                  <a:cubicBezTo>
                    <a:pt x="7620" y="0"/>
                    <a:pt x="9525" y="1905"/>
                    <a:pt x="9525" y="4763"/>
                  </a:cubicBezTo>
                  <a:lnTo>
                    <a:pt x="9525" y="81915"/>
                  </a:lnTo>
                  <a:lnTo>
                    <a:pt x="73342" y="125730"/>
                  </a:lnTo>
                  <a:cubicBezTo>
                    <a:pt x="75247" y="127635"/>
                    <a:pt x="76200" y="130492"/>
                    <a:pt x="74295" y="132397"/>
                  </a:cubicBezTo>
                  <a:cubicBezTo>
                    <a:pt x="74295" y="134302"/>
                    <a:pt x="72390" y="134302"/>
                    <a:pt x="70485" y="134302"/>
                  </a:cubicBezTo>
                  <a:lnTo>
                    <a:pt x="70485" y="134302"/>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7" name="Freeform 187"/>
            <p:cNvSpPr/>
            <p:nvPr/>
          </p:nvSpPr>
          <p:spPr>
            <a:xfrm>
              <a:off x="6095511" y="6169999"/>
              <a:ext cx="85268" cy="26917"/>
            </a:xfrm>
            <a:custGeom>
              <a:avLst/>
              <a:gdLst/>
              <a:ahLst/>
              <a:cxnLst/>
              <a:rect l="l" t="t" r="r" b="b"/>
              <a:pathLst>
                <a:path w="85268" h="26917">
                  <a:moveTo>
                    <a:pt x="5010" y="26918"/>
                  </a:moveTo>
                  <a:cubicBezTo>
                    <a:pt x="3105" y="26918"/>
                    <a:pt x="1200" y="25013"/>
                    <a:pt x="248" y="23108"/>
                  </a:cubicBezTo>
                  <a:cubicBezTo>
                    <a:pt x="-705" y="20250"/>
                    <a:pt x="1200" y="18345"/>
                    <a:pt x="4058" y="17393"/>
                  </a:cubicBezTo>
                  <a:cubicBezTo>
                    <a:pt x="4058" y="17393"/>
                    <a:pt x="4058" y="17393"/>
                    <a:pt x="4058" y="17393"/>
                  </a:cubicBezTo>
                  <a:lnTo>
                    <a:pt x="79305" y="248"/>
                  </a:lnTo>
                  <a:cubicBezTo>
                    <a:pt x="82163" y="-705"/>
                    <a:pt x="85020" y="1200"/>
                    <a:pt x="85020" y="4058"/>
                  </a:cubicBezTo>
                  <a:cubicBezTo>
                    <a:pt x="85973" y="6915"/>
                    <a:pt x="84068" y="9773"/>
                    <a:pt x="81210" y="9773"/>
                  </a:cubicBezTo>
                  <a:lnTo>
                    <a:pt x="5963" y="26918"/>
                  </a:lnTo>
                  <a:lnTo>
                    <a:pt x="5010" y="26918"/>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8" name="Freeform 188"/>
            <p:cNvSpPr/>
            <p:nvPr/>
          </p:nvSpPr>
          <p:spPr>
            <a:xfrm>
              <a:off x="5298516" y="6178819"/>
              <a:ext cx="123825" cy="9525"/>
            </a:xfrm>
            <a:custGeom>
              <a:avLst/>
              <a:gdLst/>
              <a:ahLst/>
              <a:cxnLst/>
              <a:rect l="l" t="t" r="r" b="b"/>
              <a:pathLst>
                <a:path w="123825" h="9525">
                  <a:moveTo>
                    <a:pt x="119063" y="9525"/>
                  </a:moveTo>
                  <a:lnTo>
                    <a:pt x="4763" y="9525"/>
                  </a:lnTo>
                  <a:cubicBezTo>
                    <a:pt x="1905" y="9525"/>
                    <a:pt x="0" y="7620"/>
                    <a:pt x="0" y="4763"/>
                  </a:cubicBezTo>
                  <a:cubicBezTo>
                    <a:pt x="0" y="1905"/>
                    <a:pt x="1905" y="0"/>
                    <a:pt x="4763" y="0"/>
                  </a:cubicBezTo>
                  <a:lnTo>
                    <a:pt x="119063" y="0"/>
                  </a:lnTo>
                  <a:cubicBezTo>
                    <a:pt x="121920" y="0"/>
                    <a:pt x="123825" y="1905"/>
                    <a:pt x="123825" y="4763"/>
                  </a:cubicBezTo>
                  <a:cubicBezTo>
                    <a:pt x="123825" y="7620"/>
                    <a:pt x="121920" y="9525"/>
                    <a:pt x="119063" y="952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9" name="Freeform 189"/>
            <p:cNvSpPr/>
            <p:nvPr/>
          </p:nvSpPr>
          <p:spPr>
            <a:xfrm>
              <a:off x="5298516" y="6228350"/>
              <a:ext cx="81914" cy="9525"/>
            </a:xfrm>
            <a:custGeom>
              <a:avLst/>
              <a:gdLst/>
              <a:ahLst/>
              <a:cxnLst/>
              <a:rect l="l" t="t" r="r" b="b"/>
              <a:pathLst>
                <a:path w="81914" h="9525">
                  <a:moveTo>
                    <a:pt x="77152" y="9525"/>
                  </a:moveTo>
                  <a:lnTo>
                    <a:pt x="4763" y="9525"/>
                  </a:lnTo>
                  <a:cubicBezTo>
                    <a:pt x="1905" y="9525"/>
                    <a:pt x="0" y="7620"/>
                    <a:pt x="0" y="4763"/>
                  </a:cubicBezTo>
                  <a:cubicBezTo>
                    <a:pt x="0" y="1905"/>
                    <a:pt x="1905" y="0"/>
                    <a:pt x="4763" y="0"/>
                  </a:cubicBezTo>
                  <a:lnTo>
                    <a:pt x="77152" y="0"/>
                  </a:lnTo>
                  <a:cubicBezTo>
                    <a:pt x="80010" y="0"/>
                    <a:pt x="81915" y="1905"/>
                    <a:pt x="81915" y="4763"/>
                  </a:cubicBezTo>
                  <a:cubicBezTo>
                    <a:pt x="81915" y="6667"/>
                    <a:pt x="80010" y="9525"/>
                    <a:pt x="77152" y="952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90" name="Freeform 190"/>
            <p:cNvSpPr/>
            <p:nvPr/>
          </p:nvSpPr>
          <p:spPr>
            <a:xfrm>
              <a:off x="6435247" y="5196732"/>
              <a:ext cx="414549" cy="374523"/>
            </a:xfrm>
            <a:custGeom>
              <a:avLst/>
              <a:gdLst/>
              <a:ahLst/>
              <a:cxnLst/>
              <a:rect l="l" t="t" r="r" b="b"/>
              <a:pathLst>
                <a:path w="414549" h="374523">
                  <a:moveTo>
                    <a:pt x="99614" y="349627"/>
                  </a:moveTo>
                  <a:cubicBezTo>
                    <a:pt x="87232" y="341055"/>
                    <a:pt x="80564" y="325815"/>
                    <a:pt x="82469" y="310575"/>
                  </a:cubicBezTo>
                  <a:cubicBezTo>
                    <a:pt x="67229" y="314385"/>
                    <a:pt x="51037" y="306765"/>
                    <a:pt x="43417" y="292477"/>
                  </a:cubicBezTo>
                  <a:cubicBezTo>
                    <a:pt x="36749" y="278190"/>
                    <a:pt x="34844" y="261997"/>
                    <a:pt x="37702" y="246757"/>
                  </a:cubicBezTo>
                  <a:cubicBezTo>
                    <a:pt x="4364" y="230565"/>
                    <a:pt x="-8971" y="190560"/>
                    <a:pt x="6269" y="157222"/>
                  </a:cubicBezTo>
                  <a:cubicBezTo>
                    <a:pt x="13889" y="141982"/>
                    <a:pt x="27224" y="129600"/>
                    <a:pt x="43417" y="123885"/>
                  </a:cubicBezTo>
                  <a:cubicBezTo>
                    <a:pt x="39607" y="121980"/>
                    <a:pt x="35797" y="118170"/>
                    <a:pt x="34844" y="113407"/>
                  </a:cubicBezTo>
                  <a:cubicBezTo>
                    <a:pt x="26272" y="84832"/>
                    <a:pt x="43417" y="51495"/>
                    <a:pt x="70087" y="37207"/>
                  </a:cubicBezTo>
                  <a:cubicBezTo>
                    <a:pt x="97709" y="23872"/>
                    <a:pt x="129142" y="22920"/>
                    <a:pt x="157717" y="34350"/>
                  </a:cubicBezTo>
                  <a:cubicBezTo>
                    <a:pt x="155812" y="26730"/>
                    <a:pt x="159622" y="18157"/>
                    <a:pt x="165337" y="13395"/>
                  </a:cubicBezTo>
                  <a:cubicBezTo>
                    <a:pt x="172004" y="8632"/>
                    <a:pt x="178672" y="5775"/>
                    <a:pt x="187244" y="4822"/>
                  </a:cubicBezTo>
                  <a:cubicBezTo>
                    <a:pt x="226297" y="-3750"/>
                    <a:pt x="266302" y="-893"/>
                    <a:pt x="303449" y="13395"/>
                  </a:cubicBezTo>
                  <a:cubicBezTo>
                    <a:pt x="321547" y="20062"/>
                    <a:pt x="340597" y="33397"/>
                    <a:pt x="338692" y="52447"/>
                  </a:cubicBezTo>
                  <a:cubicBezTo>
                    <a:pt x="370124" y="46732"/>
                    <a:pt x="400604" y="68640"/>
                    <a:pt x="405367" y="100072"/>
                  </a:cubicBezTo>
                  <a:cubicBezTo>
                    <a:pt x="408224" y="116265"/>
                    <a:pt x="403462" y="132457"/>
                    <a:pt x="393937" y="145792"/>
                  </a:cubicBezTo>
                  <a:cubicBezTo>
                    <a:pt x="420607" y="171510"/>
                    <a:pt x="421559" y="214372"/>
                    <a:pt x="395842" y="241042"/>
                  </a:cubicBezTo>
                  <a:cubicBezTo>
                    <a:pt x="387269" y="250567"/>
                    <a:pt x="375839" y="257235"/>
                    <a:pt x="362504" y="260092"/>
                  </a:cubicBezTo>
                  <a:cubicBezTo>
                    <a:pt x="363457" y="255330"/>
                    <a:pt x="370124" y="259140"/>
                    <a:pt x="372029" y="263902"/>
                  </a:cubicBezTo>
                  <a:cubicBezTo>
                    <a:pt x="383459" y="292477"/>
                    <a:pt x="362504" y="326767"/>
                    <a:pt x="335834" y="342960"/>
                  </a:cubicBezTo>
                  <a:cubicBezTo>
                    <a:pt x="309164" y="359152"/>
                    <a:pt x="269159" y="362010"/>
                    <a:pt x="247252" y="340102"/>
                  </a:cubicBezTo>
                  <a:cubicBezTo>
                    <a:pt x="247252" y="355342"/>
                    <a:pt x="236774" y="368677"/>
                    <a:pt x="222487" y="372487"/>
                  </a:cubicBezTo>
                  <a:cubicBezTo>
                    <a:pt x="208199" y="375345"/>
                    <a:pt x="192959" y="375345"/>
                    <a:pt x="177719" y="371535"/>
                  </a:cubicBezTo>
                  <a:cubicBezTo>
                    <a:pt x="163432" y="368677"/>
                    <a:pt x="150097" y="361057"/>
                    <a:pt x="135809" y="357247"/>
                  </a:cubicBezTo>
                  <a:cubicBezTo>
                    <a:pt x="124379" y="354390"/>
                    <a:pt x="111997" y="358200"/>
                    <a:pt x="99614" y="349627"/>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91" name="Freeform 191"/>
            <p:cNvSpPr/>
            <p:nvPr/>
          </p:nvSpPr>
          <p:spPr>
            <a:xfrm>
              <a:off x="6429938" y="5192922"/>
              <a:ext cx="426072" cy="382964"/>
            </a:xfrm>
            <a:custGeom>
              <a:avLst/>
              <a:gdLst/>
              <a:ahLst/>
              <a:cxnLst/>
              <a:rect l="l" t="t" r="r" b="b"/>
              <a:pathLst>
                <a:path w="426072" h="382964">
                  <a:moveTo>
                    <a:pt x="211603" y="382965"/>
                  </a:moveTo>
                  <a:cubicBezTo>
                    <a:pt x="202078" y="382965"/>
                    <a:pt x="192553" y="381060"/>
                    <a:pt x="183028" y="379155"/>
                  </a:cubicBezTo>
                  <a:cubicBezTo>
                    <a:pt x="175408" y="377250"/>
                    <a:pt x="167788" y="374392"/>
                    <a:pt x="160168" y="371535"/>
                  </a:cubicBezTo>
                  <a:cubicBezTo>
                    <a:pt x="153501" y="368677"/>
                    <a:pt x="147786" y="366772"/>
                    <a:pt x="141118" y="364867"/>
                  </a:cubicBezTo>
                  <a:cubicBezTo>
                    <a:pt x="136356" y="363915"/>
                    <a:pt x="132546" y="363915"/>
                    <a:pt x="127783" y="363915"/>
                  </a:cubicBezTo>
                  <a:cubicBezTo>
                    <a:pt x="118258" y="364867"/>
                    <a:pt x="108733" y="362010"/>
                    <a:pt x="101113" y="357247"/>
                  </a:cubicBezTo>
                  <a:lnTo>
                    <a:pt x="101113" y="357247"/>
                  </a:lnTo>
                  <a:cubicBezTo>
                    <a:pt x="89683" y="348675"/>
                    <a:pt x="82063" y="335340"/>
                    <a:pt x="82063" y="320100"/>
                  </a:cubicBezTo>
                  <a:cubicBezTo>
                    <a:pt x="65871" y="321052"/>
                    <a:pt x="51583" y="312480"/>
                    <a:pt x="43963" y="298192"/>
                  </a:cubicBezTo>
                  <a:cubicBezTo>
                    <a:pt x="37296" y="283905"/>
                    <a:pt x="34438" y="268665"/>
                    <a:pt x="37296" y="253425"/>
                  </a:cubicBezTo>
                  <a:cubicBezTo>
                    <a:pt x="3006" y="234375"/>
                    <a:pt x="-10329" y="190560"/>
                    <a:pt x="8721" y="156270"/>
                  </a:cubicBezTo>
                  <a:cubicBezTo>
                    <a:pt x="15388" y="143887"/>
                    <a:pt x="25866" y="133410"/>
                    <a:pt x="39200" y="126742"/>
                  </a:cubicBezTo>
                  <a:cubicBezTo>
                    <a:pt x="37296" y="124837"/>
                    <a:pt x="36343" y="121980"/>
                    <a:pt x="35391" y="119122"/>
                  </a:cubicBezTo>
                  <a:cubicBezTo>
                    <a:pt x="26818" y="90547"/>
                    <a:pt x="43011" y="54352"/>
                    <a:pt x="72538" y="37207"/>
                  </a:cubicBezTo>
                  <a:cubicBezTo>
                    <a:pt x="99208" y="23872"/>
                    <a:pt x="129688" y="21967"/>
                    <a:pt x="157311" y="31492"/>
                  </a:cubicBezTo>
                  <a:cubicBezTo>
                    <a:pt x="158263" y="24825"/>
                    <a:pt x="162073" y="18157"/>
                    <a:pt x="167788" y="14347"/>
                  </a:cubicBezTo>
                  <a:cubicBezTo>
                    <a:pt x="174456" y="9585"/>
                    <a:pt x="183028" y="5775"/>
                    <a:pt x="191601" y="4822"/>
                  </a:cubicBezTo>
                  <a:cubicBezTo>
                    <a:pt x="231606" y="-3750"/>
                    <a:pt x="272563" y="-893"/>
                    <a:pt x="310663" y="13395"/>
                  </a:cubicBezTo>
                  <a:cubicBezTo>
                    <a:pt x="333523" y="21967"/>
                    <a:pt x="347810" y="36255"/>
                    <a:pt x="349716" y="51495"/>
                  </a:cubicBezTo>
                  <a:cubicBezTo>
                    <a:pt x="384006" y="48637"/>
                    <a:pt x="414485" y="75307"/>
                    <a:pt x="417343" y="109597"/>
                  </a:cubicBezTo>
                  <a:cubicBezTo>
                    <a:pt x="418296" y="123885"/>
                    <a:pt x="414485" y="137220"/>
                    <a:pt x="406866" y="148650"/>
                  </a:cubicBezTo>
                  <a:cubicBezTo>
                    <a:pt x="433535" y="178177"/>
                    <a:pt x="432583" y="222945"/>
                    <a:pt x="403056" y="250567"/>
                  </a:cubicBezTo>
                  <a:cubicBezTo>
                    <a:pt x="397341" y="256282"/>
                    <a:pt x="390673" y="260092"/>
                    <a:pt x="383053" y="263902"/>
                  </a:cubicBezTo>
                  <a:cubicBezTo>
                    <a:pt x="383053" y="263902"/>
                    <a:pt x="384006" y="264855"/>
                    <a:pt x="384006" y="265807"/>
                  </a:cubicBezTo>
                  <a:cubicBezTo>
                    <a:pt x="396388" y="298192"/>
                    <a:pt x="373528" y="334387"/>
                    <a:pt x="344953" y="350580"/>
                  </a:cubicBezTo>
                  <a:cubicBezTo>
                    <a:pt x="319236" y="365820"/>
                    <a:pt x="283041" y="370582"/>
                    <a:pt x="258276" y="353437"/>
                  </a:cubicBezTo>
                  <a:cubicBezTo>
                    <a:pt x="254466" y="366772"/>
                    <a:pt x="243988" y="377250"/>
                    <a:pt x="230653" y="381060"/>
                  </a:cubicBezTo>
                  <a:cubicBezTo>
                    <a:pt x="223986" y="382965"/>
                    <a:pt x="218271" y="382965"/>
                    <a:pt x="211603" y="382965"/>
                  </a:cubicBezTo>
                  <a:close/>
                  <a:moveTo>
                    <a:pt x="87778" y="308670"/>
                  </a:moveTo>
                  <a:cubicBezTo>
                    <a:pt x="88731" y="308670"/>
                    <a:pt x="89683" y="308670"/>
                    <a:pt x="90636" y="309622"/>
                  </a:cubicBezTo>
                  <a:cubicBezTo>
                    <a:pt x="91588" y="310575"/>
                    <a:pt x="92541" y="312480"/>
                    <a:pt x="92541" y="313432"/>
                  </a:cubicBezTo>
                  <a:cubicBezTo>
                    <a:pt x="91588" y="326767"/>
                    <a:pt x="97303" y="340102"/>
                    <a:pt x="107781" y="347722"/>
                  </a:cubicBezTo>
                  <a:lnTo>
                    <a:pt x="107781" y="347722"/>
                  </a:lnTo>
                  <a:cubicBezTo>
                    <a:pt x="114448" y="351532"/>
                    <a:pt x="122068" y="353437"/>
                    <a:pt x="129688" y="353437"/>
                  </a:cubicBezTo>
                  <a:cubicBezTo>
                    <a:pt x="134451" y="353437"/>
                    <a:pt x="139213" y="354390"/>
                    <a:pt x="144928" y="355342"/>
                  </a:cubicBezTo>
                  <a:cubicBezTo>
                    <a:pt x="151596" y="357247"/>
                    <a:pt x="159216" y="359152"/>
                    <a:pt x="165883" y="362010"/>
                  </a:cubicBezTo>
                  <a:cubicBezTo>
                    <a:pt x="172551" y="364867"/>
                    <a:pt x="179218" y="367725"/>
                    <a:pt x="186838" y="368677"/>
                  </a:cubicBezTo>
                  <a:cubicBezTo>
                    <a:pt x="200173" y="372487"/>
                    <a:pt x="214461" y="373440"/>
                    <a:pt x="228748" y="369630"/>
                  </a:cubicBezTo>
                  <a:cubicBezTo>
                    <a:pt x="241131" y="366772"/>
                    <a:pt x="249703" y="355342"/>
                    <a:pt x="250656" y="342960"/>
                  </a:cubicBezTo>
                  <a:cubicBezTo>
                    <a:pt x="250656" y="341055"/>
                    <a:pt x="251608" y="339150"/>
                    <a:pt x="253513" y="338197"/>
                  </a:cubicBezTo>
                  <a:cubicBezTo>
                    <a:pt x="255418" y="337245"/>
                    <a:pt x="257323" y="337245"/>
                    <a:pt x="259228" y="339150"/>
                  </a:cubicBezTo>
                  <a:cubicBezTo>
                    <a:pt x="280183" y="360105"/>
                    <a:pt x="317331" y="356295"/>
                    <a:pt x="342096" y="342007"/>
                  </a:cubicBezTo>
                  <a:cubicBezTo>
                    <a:pt x="366860" y="326767"/>
                    <a:pt x="386863" y="295335"/>
                    <a:pt x="376385" y="268665"/>
                  </a:cubicBezTo>
                  <a:cubicBezTo>
                    <a:pt x="376385" y="267712"/>
                    <a:pt x="375433" y="267712"/>
                    <a:pt x="375433" y="266760"/>
                  </a:cubicBezTo>
                  <a:lnTo>
                    <a:pt x="372576" y="267712"/>
                  </a:lnTo>
                  <a:cubicBezTo>
                    <a:pt x="370671" y="267712"/>
                    <a:pt x="368766" y="267712"/>
                    <a:pt x="367813" y="266760"/>
                  </a:cubicBezTo>
                  <a:cubicBezTo>
                    <a:pt x="366860" y="265807"/>
                    <a:pt x="365908" y="263902"/>
                    <a:pt x="366860" y="261997"/>
                  </a:cubicBezTo>
                  <a:cubicBezTo>
                    <a:pt x="367813" y="259140"/>
                    <a:pt x="370671" y="256282"/>
                    <a:pt x="373528" y="256282"/>
                  </a:cubicBezTo>
                  <a:cubicBezTo>
                    <a:pt x="374481" y="256282"/>
                    <a:pt x="375433" y="256282"/>
                    <a:pt x="376385" y="256282"/>
                  </a:cubicBezTo>
                  <a:cubicBezTo>
                    <a:pt x="395435" y="249615"/>
                    <a:pt x="410676" y="233422"/>
                    <a:pt x="416391" y="213420"/>
                  </a:cubicBezTo>
                  <a:cubicBezTo>
                    <a:pt x="422106" y="191512"/>
                    <a:pt x="415438" y="167700"/>
                    <a:pt x="399246" y="152460"/>
                  </a:cubicBezTo>
                  <a:cubicBezTo>
                    <a:pt x="397341" y="150555"/>
                    <a:pt x="397341" y="147697"/>
                    <a:pt x="398293" y="145792"/>
                  </a:cubicBezTo>
                  <a:cubicBezTo>
                    <a:pt x="416391" y="121980"/>
                    <a:pt x="411628" y="88642"/>
                    <a:pt x="388768" y="70545"/>
                  </a:cubicBezTo>
                  <a:cubicBezTo>
                    <a:pt x="377338" y="61972"/>
                    <a:pt x="362098" y="58162"/>
                    <a:pt x="347810" y="60067"/>
                  </a:cubicBezTo>
                  <a:cubicBezTo>
                    <a:pt x="344953" y="60067"/>
                    <a:pt x="343048" y="58162"/>
                    <a:pt x="342096" y="56257"/>
                  </a:cubicBezTo>
                  <a:cubicBezTo>
                    <a:pt x="342096" y="56257"/>
                    <a:pt x="342096" y="55305"/>
                    <a:pt x="342096" y="55305"/>
                  </a:cubicBezTo>
                  <a:cubicBezTo>
                    <a:pt x="343048" y="40065"/>
                    <a:pt x="325903" y="27682"/>
                    <a:pt x="309711" y="21015"/>
                  </a:cubicBezTo>
                  <a:cubicBezTo>
                    <a:pt x="273516" y="7680"/>
                    <a:pt x="233511" y="4822"/>
                    <a:pt x="196363" y="12442"/>
                  </a:cubicBezTo>
                  <a:cubicBezTo>
                    <a:pt x="189696" y="13395"/>
                    <a:pt x="183028" y="16252"/>
                    <a:pt x="177313" y="20062"/>
                  </a:cubicBezTo>
                  <a:cubicBezTo>
                    <a:pt x="172551" y="23872"/>
                    <a:pt x="169693" y="29587"/>
                    <a:pt x="170646" y="35302"/>
                  </a:cubicBezTo>
                  <a:cubicBezTo>
                    <a:pt x="171598" y="37207"/>
                    <a:pt x="170646" y="39112"/>
                    <a:pt x="169693" y="40065"/>
                  </a:cubicBezTo>
                  <a:cubicBezTo>
                    <a:pt x="168741" y="41017"/>
                    <a:pt x="166836" y="41970"/>
                    <a:pt x="164931" y="41017"/>
                  </a:cubicBezTo>
                  <a:cubicBezTo>
                    <a:pt x="138261" y="29587"/>
                    <a:pt x="107781" y="30540"/>
                    <a:pt x="81111" y="42922"/>
                  </a:cubicBezTo>
                  <a:cubicBezTo>
                    <a:pt x="55393" y="57210"/>
                    <a:pt x="41106" y="87690"/>
                    <a:pt x="48725" y="113407"/>
                  </a:cubicBezTo>
                  <a:cubicBezTo>
                    <a:pt x="49678" y="115312"/>
                    <a:pt x="50631" y="120075"/>
                    <a:pt x="53488" y="121027"/>
                  </a:cubicBezTo>
                  <a:cubicBezTo>
                    <a:pt x="55393" y="121980"/>
                    <a:pt x="57298" y="122932"/>
                    <a:pt x="57298" y="125790"/>
                  </a:cubicBezTo>
                  <a:cubicBezTo>
                    <a:pt x="57298" y="127695"/>
                    <a:pt x="56346" y="129600"/>
                    <a:pt x="54441" y="130552"/>
                  </a:cubicBezTo>
                  <a:cubicBezTo>
                    <a:pt x="22056" y="141982"/>
                    <a:pt x="5863" y="178177"/>
                    <a:pt x="18246" y="210562"/>
                  </a:cubicBezTo>
                  <a:cubicBezTo>
                    <a:pt x="23961" y="225802"/>
                    <a:pt x="35391" y="238185"/>
                    <a:pt x="49678" y="244852"/>
                  </a:cubicBezTo>
                  <a:cubicBezTo>
                    <a:pt x="51583" y="245805"/>
                    <a:pt x="52536" y="247710"/>
                    <a:pt x="52536" y="249615"/>
                  </a:cubicBezTo>
                  <a:cubicBezTo>
                    <a:pt x="49678" y="263902"/>
                    <a:pt x="50631" y="279142"/>
                    <a:pt x="57298" y="291525"/>
                  </a:cubicBezTo>
                  <a:cubicBezTo>
                    <a:pt x="63966" y="303907"/>
                    <a:pt x="77300" y="310575"/>
                    <a:pt x="90636" y="307717"/>
                  </a:cubicBezTo>
                  <a:cubicBezTo>
                    <a:pt x="86825" y="309622"/>
                    <a:pt x="86825" y="309622"/>
                    <a:pt x="87778" y="308670"/>
                  </a:cubicBezTo>
                  <a:lnTo>
                    <a:pt x="87778" y="30867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92" name="Freeform 192"/>
            <p:cNvSpPr/>
            <p:nvPr/>
          </p:nvSpPr>
          <p:spPr>
            <a:xfrm>
              <a:off x="6285010" y="5659707"/>
              <a:ext cx="190795" cy="495116"/>
            </a:xfrm>
            <a:custGeom>
              <a:avLst/>
              <a:gdLst/>
              <a:ahLst/>
              <a:cxnLst/>
              <a:rect l="l" t="t" r="r" b="b"/>
              <a:pathLst>
                <a:path w="190795" h="495116">
                  <a:moveTo>
                    <a:pt x="190796" y="0"/>
                  </a:moveTo>
                  <a:cubicBezTo>
                    <a:pt x="190796" y="0"/>
                    <a:pt x="26013" y="296228"/>
                    <a:pt x="3153" y="347663"/>
                  </a:cubicBezTo>
                  <a:cubicBezTo>
                    <a:pt x="-18754" y="399098"/>
                    <a:pt x="79353" y="520065"/>
                    <a:pt x="116501" y="490538"/>
                  </a:cubicBezTo>
                  <a:cubicBezTo>
                    <a:pt x="155553" y="461963"/>
                    <a:pt x="190796" y="0"/>
                    <a:pt x="190796" y="0"/>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193" name="Freeform 193"/>
            <p:cNvSpPr/>
            <p:nvPr/>
          </p:nvSpPr>
          <p:spPr>
            <a:xfrm>
              <a:off x="6766319" y="7157037"/>
              <a:ext cx="145211" cy="213359"/>
            </a:xfrm>
            <a:custGeom>
              <a:avLst/>
              <a:gdLst/>
              <a:ahLst/>
              <a:cxnLst/>
              <a:rect l="l" t="t" r="r" b="b"/>
              <a:pathLst>
                <a:path w="145211" h="213359">
                  <a:moveTo>
                    <a:pt x="25717" y="47625"/>
                  </a:moveTo>
                  <a:cubicBezTo>
                    <a:pt x="25717" y="47625"/>
                    <a:pt x="32385" y="91440"/>
                    <a:pt x="22860" y="107633"/>
                  </a:cubicBezTo>
                  <a:cubicBezTo>
                    <a:pt x="9525" y="131445"/>
                    <a:pt x="1905" y="158115"/>
                    <a:pt x="0" y="184785"/>
                  </a:cubicBezTo>
                  <a:cubicBezTo>
                    <a:pt x="15240" y="202883"/>
                    <a:pt x="38100" y="213360"/>
                    <a:pt x="61913" y="213360"/>
                  </a:cubicBezTo>
                  <a:cubicBezTo>
                    <a:pt x="100965" y="213360"/>
                    <a:pt x="140017" y="182880"/>
                    <a:pt x="144780" y="168592"/>
                  </a:cubicBezTo>
                  <a:cubicBezTo>
                    <a:pt x="149542" y="154305"/>
                    <a:pt x="113347" y="0"/>
                    <a:pt x="113347" y="0"/>
                  </a:cubicBezTo>
                  <a:lnTo>
                    <a:pt x="25717" y="47625"/>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94" name="Freeform 194"/>
            <p:cNvSpPr/>
            <p:nvPr/>
          </p:nvSpPr>
          <p:spPr>
            <a:xfrm>
              <a:off x="6761556" y="7153465"/>
              <a:ext cx="153855" cy="221694"/>
            </a:xfrm>
            <a:custGeom>
              <a:avLst/>
              <a:gdLst/>
              <a:ahLst/>
              <a:cxnLst/>
              <a:rect l="l" t="t" r="r" b="b"/>
              <a:pathLst>
                <a:path w="153855" h="221694">
                  <a:moveTo>
                    <a:pt x="66675" y="221694"/>
                  </a:moveTo>
                  <a:cubicBezTo>
                    <a:pt x="41910" y="221694"/>
                    <a:pt x="18097" y="210264"/>
                    <a:pt x="953" y="191214"/>
                  </a:cubicBezTo>
                  <a:cubicBezTo>
                    <a:pt x="0" y="190262"/>
                    <a:pt x="0" y="189309"/>
                    <a:pt x="0" y="188357"/>
                  </a:cubicBezTo>
                  <a:cubicBezTo>
                    <a:pt x="1905" y="160734"/>
                    <a:pt x="9525" y="134064"/>
                    <a:pt x="23813" y="109299"/>
                  </a:cubicBezTo>
                  <a:cubicBezTo>
                    <a:pt x="31432" y="96917"/>
                    <a:pt x="28575" y="63579"/>
                    <a:pt x="26670" y="52149"/>
                  </a:cubicBezTo>
                  <a:cubicBezTo>
                    <a:pt x="26670" y="50244"/>
                    <a:pt x="27622" y="48339"/>
                    <a:pt x="28575" y="47387"/>
                  </a:cubicBezTo>
                  <a:lnTo>
                    <a:pt x="115253" y="714"/>
                  </a:lnTo>
                  <a:cubicBezTo>
                    <a:pt x="116205" y="-238"/>
                    <a:pt x="118110" y="-238"/>
                    <a:pt x="119063" y="714"/>
                  </a:cubicBezTo>
                  <a:cubicBezTo>
                    <a:pt x="120015" y="1667"/>
                    <a:pt x="120967" y="2619"/>
                    <a:pt x="121920" y="3572"/>
                  </a:cubicBezTo>
                  <a:cubicBezTo>
                    <a:pt x="127635" y="29289"/>
                    <a:pt x="158115" y="159782"/>
                    <a:pt x="153353" y="174069"/>
                  </a:cubicBezTo>
                  <a:cubicBezTo>
                    <a:pt x="149542" y="189309"/>
                    <a:pt x="107632" y="221694"/>
                    <a:pt x="66675" y="221694"/>
                  </a:cubicBezTo>
                  <a:close/>
                  <a:moveTo>
                    <a:pt x="9525" y="187404"/>
                  </a:moveTo>
                  <a:cubicBezTo>
                    <a:pt x="23813" y="203597"/>
                    <a:pt x="44767" y="213122"/>
                    <a:pt x="66675" y="213122"/>
                  </a:cubicBezTo>
                  <a:cubicBezTo>
                    <a:pt x="103822" y="213122"/>
                    <a:pt x="140970" y="184547"/>
                    <a:pt x="144780" y="171212"/>
                  </a:cubicBezTo>
                  <a:cubicBezTo>
                    <a:pt x="147638" y="162639"/>
                    <a:pt x="131445" y="83582"/>
                    <a:pt x="114300" y="10239"/>
                  </a:cubicBezTo>
                  <a:lnTo>
                    <a:pt x="35242" y="53102"/>
                  </a:lnTo>
                  <a:cubicBezTo>
                    <a:pt x="36195" y="63579"/>
                    <a:pt x="40005" y="97869"/>
                    <a:pt x="31432" y="113109"/>
                  </a:cubicBezTo>
                  <a:cubicBezTo>
                    <a:pt x="19050" y="135969"/>
                    <a:pt x="11430" y="160734"/>
                    <a:pt x="9525" y="187404"/>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95" name="Freeform 195"/>
            <p:cNvSpPr/>
            <p:nvPr/>
          </p:nvSpPr>
          <p:spPr>
            <a:xfrm>
              <a:off x="6523431" y="5617683"/>
              <a:ext cx="232409" cy="583996"/>
            </a:xfrm>
            <a:custGeom>
              <a:avLst/>
              <a:gdLst/>
              <a:ahLst/>
              <a:cxnLst/>
              <a:rect l="l" t="t" r="r" b="b"/>
              <a:pathLst>
                <a:path w="232409" h="583996">
                  <a:moveTo>
                    <a:pt x="0" y="530657"/>
                  </a:moveTo>
                  <a:lnTo>
                    <a:pt x="188595" y="583997"/>
                  </a:lnTo>
                  <a:lnTo>
                    <a:pt x="232410" y="24879"/>
                  </a:lnTo>
                  <a:cubicBezTo>
                    <a:pt x="232410" y="24879"/>
                    <a:pt x="76200" y="-13221"/>
                    <a:pt x="39052" y="4877"/>
                  </a:cubicBezTo>
                  <a:cubicBezTo>
                    <a:pt x="952" y="22974"/>
                    <a:pt x="0" y="530657"/>
                    <a:pt x="0" y="530657"/>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96" name="Freeform 196"/>
            <p:cNvSpPr/>
            <p:nvPr/>
          </p:nvSpPr>
          <p:spPr>
            <a:xfrm>
              <a:off x="6519621" y="5613690"/>
              <a:ext cx="241935" cy="593704"/>
            </a:xfrm>
            <a:custGeom>
              <a:avLst/>
              <a:gdLst/>
              <a:ahLst/>
              <a:cxnLst/>
              <a:rect l="l" t="t" r="r" b="b"/>
              <a:pathLst>
                <a:path w="241935" h="593704">
                  <a:moveTo>
                    <a:pt x="192405" y="593705"/>
                  </a:moveTo>
                  <a:lnTo>
                    <a:pt x="191453" y="593705"/>
                  </a:lnTo>
                  <a:lnTo>
                    <a:pt x="3810" y="540365"/>
                  </a:lnTo>
                  <a:cubicBezTo>
                    <a:pt x="1905" y="539412"/>
                    <a:pt x="0" y="537507"/>
                    <a:pt x="0" y="535602"/>
                  </a:cubicBezTo>
                  <a:cubicBezTo>
                    <a:pt x="0" y="449877"/>
                    <a:pt x="2858" y="23157"/>
                    <a:pt x="40958" y="5060"/>
                  </a:cubicBezTo>
                  <a:cubicBezTo>
                    <a:pt x="79058" y="-13038"/>
                    <a:pt x="231458" y="23157"/>
                    <a:pt x="238125" y="24110"/>
                  </a:cubicBezTo>
                  <a:cubicBezTo>
                    <a:pt x="240030" y="25062"/>
                    <a:pt x="241935" y="26967"/>
                    <a:pt x="241935" y="28872"/>
                  </a:cubicBezTo>
                  <a:lnTo>
                    <a:pt x="198120" y="587990"/>
                  </a:lnTo>
                  <a:cubicBezTo>
                    <a:pt x="198120" y="589895"/>
                    <a:pt x="197167" y="590847"/>
                    <a:pt x="196215" y="591800"/>
                  </a:cubicBezTo>
                  <a:cubicBezTo>
                    <a:pt x="194310" y="592752"/>
                    <a:pt x="193358" y="593705"/>
                    <a:pt x="192405" y="593705"/>
                  </a:cubicBezTo>
                  <a:close/>
                  <a:moveTo>
                    <a:pt x="8573" y="531792"/>
                  </a:moveTo>
                  <a:lnTo>
                    <a:pt x="187642" y="582275"/>
                  </a:lnTo>
                  <a:lnTo>
                    <a:pt x="230505" y="32682"/>
                  </a:lnTo>
                  <a:cubicBezTo>
                    <a:pt x="184785" y="22205"/>
                    <a:pt x="73342" y="-655"/>
                    <a:pt x="43815" y="13632"/>
                  </a:cubicBezTo>
                  <a:cubicBezTo>
                    <a:pt x="21908" y="24110"/>
                    <a:pt x="8573" y="287952"/>
                    <a:pt x="8573" y="531792"/>
                  </a:cubicBezTo>
                  <a:lnTo>
                    <a:pt x="8573" y="531792"/>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97" name="Freeform 197"/>
            <p:cNvSpPr/>
            <p:nvPr/>
          </p:nvSpPr>
          <p:spPr>
            <a:xfrm>
              <a:off x="6336737" y="7074170"/>
              <a:ext cx="249559" cy="196144"/>
            </a:xfrm>
            <a:custGeom>
              <a:avLst/>
              <a:gdLst/>
              <a:ahLst/>
              <a:cxnLst/>
              <a:rect l="l" t="t" r="r" b="b"/>
              <a:pathLst>
                <a:path w="249559" h="196144">
                  <a:moveTo>
                    <a:pt x="249559" y="29527"/>
                  </a:moveTo>
                  <a:lnTo>
                    <a:pt x="249559" y="160020"/>
                  </a:lnTo>
                  <a:lnTo>
                    <a:pt x="188599" y="178117"/>
                  </a:lnTo>
                  <a:lnTo>
                    <a:pt x="190504" y="151447"/>
                  </a:lnTo>
                  <a:lnTo>
                    <a:pt x="162882" y="180022"/>
                  </a:lnTo>
                  <a:cubicBezTo>
                    <a:pt x="162882" y="180022"/>
                    <a:pt x="-948" y="210502"/>
                    <a:pt x="4" y="187642"/>
                  </a:cubicBezTo>
                  <a:cubicBezTo>
                    <a:pt x="957" y="164782"/>
                    <a:pt x="17149" y="153352"/>
                    <a:pt x="38104" y="141922"/>
                  </a:cubicBezTo>
                  <a:cubicBezTo>
                    <a:pt x="60012" y="129540"/>
                    <a:pt x="118114" y="96202"/>
                    <a:pt x="118114" y="96202"/>
                  </a:cubicBezTo>
                  <a:lnTo>
                    <a:pt x="126687" y="0"/>
                  </a:ln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98" name="Freeform 198"/>
            <p:cNvSpPr/>
            <p:nvPr/>
          </p:nvSpPr>
          <p:spPr>
            <a:xfrm>
              <a:off x="6332678" y="7070359"/>
              <a:ext cx="259333" cy="204073"/>
            </a:xfrm>
            <a:custGeom>
              <a:avLst/>
              <a:gdLst/>
              <a:ahLst/>
              <a:cxnLst/>
              <a:rect l="l" t="t" r="r" b="b"/>
              <a:pathLst>
                <a:path w="259333" h="204073">
                  <a:moveTo>
                    <a:pt x="34543" y="203835"/>
                  </a:moveTo>
                  <a:cubicBezTo>
                    <a:pt x="24066" y="204788"/>
                    <a:pt x="12636" y="202883"/>
                    <a:pt x="3111" y="198120"/>
                  </a:cubicBezTo>
                  <a:cubicBezTo>
                    <a:pt x="1206" y="196215"/>
                    <a:pt x="-699" y="193358"/>
                    <a:pt x="253" y="191453"/>
                  </a:cubicBezTo>
                  <a:cubicBezTo>
                    <a:pt x="1206" y="166688"/>
                    <a:pt x="20256" y="152400"/>
                    <a:pt x="40258" y="141923"/>
                  </a:cubicBezTo>
                  <a:cubicBezTo>
                    <a:pt x="60261" y="131445"/>
                    <a:pt x="107886" y="102870"/>
                    <a:pt x="118363" y="97155"/>
                  </a:cubicBezTo>
                  <a:lnTo>
                    <a:pt x="126936" y="3810"/>
                  </a:lnTo>
                  <a:cubicBezTo>
                    <a:pt x="126936" y="953"/>
                    <a:pt x="129793" y="0"/>
                    <a:pt x="131698" y="0"/>
                  </a:cubicBezTo>
                  <a:cubicBezTo>
                    <a:pt x="134556" y="0"/>
                    <a:pt x="135508" y="1905"/>
                    <a:pt x="135508" y="4763"/>
                  </a:cubicBezTo>
                  <a:cubicBezTo>
                    <a:pt x="135508" y="4763"/>
                    <a:pt x="135508" y="4763"/>
                    <a:pt x="135508" y="4763"/>
                  </a:cubicBezTo>
                  <a:lnTo>
                    <a:pt x="126936" y="100965"/>
                  </a:lnTo>
                  <a:cubicBezTo>
                    <a:pt x="126936" y="101917"/>
                    <a:pt x="125983" y="103823"/>
                    <a:pt x="125031" y="104775"/>
                  </a:cubicBezTo>
                  <a:cubicBezTo>
                    <a:pt x="124078" y="104775"/>
                    <a:pt x="66928" y="139065"/>
                    <a:pt x="45021" y="150495"/>
                  </a:cubicBezTo>
                  <a:cubicBezTo>
                    <a:pt x="22161" y="161925"/>
                    <a:pt x="9778" y="173355"/>
                    <a:pt x="9778" y="192405"/>
                  </a:cubicBezTo>
                  <a:cubicBezTo>
                    <a:pt x="14541" y="200978"/>
                    <a:pt x="85978" y="195263"/>
                    <a:pt x="165988" y="180023"/>
                  </a:cubicBezTo>
                  <a:lnTo>
                    <a:pt x="192658" y="152400"/>
                  </a:lnTo>
                  <a:cubicBezTo>
                    <a:pt x="193611" y="151448"/>
                    <a:pt x="195516" y="150495"/>
                    <a:pt x="197421" y="151448"/>
                  </a:cubicBezTo>
                  <a:cubicBezTo>
                    <a:pt x="199326" y="152400"/>
                    <a:pt x="200278" y="154305"/>
                    <a:pt x="200278" y="155258"/>
                  </a:cubicBezTo>
                  <a:lnTo>
                    <a:pt x="199326" y="176213"/>
                  </a:lnTo>
                  <a:lnTo>
                    <a:pt x="250761" y="160973"/>
                  </a:lnTo>
                  <a:lnTo>
                    <a:pt x="250761" y="33338"/>
                  </a:lnTo>
                  <a:cubicBezTo>
                    <a:pt x="250761" y="30480"/>
                    <a:pt x="252666" y="28575"/>
                    <a:pt x="254571" y="28575"/>
                  </a:cubicBezTo>
                  <a:cubicBezTo>
                    <a:pt x="254571" y="28575"/>
                    <a:pt x="254571" y="28575"/>
                    <a:pt x="254571" y="28575"/>
                  </a:cubicBezTo>
                  <a:cubicBezTo>
                    <a:pt x="257428" y="28575"/>
                    <a:pt x="259333" y="30480"/>
                    <a:pt x="259333" y="33338"/>
                  </a:cubicBezTo>
                  <a:lnTo>
                    <a:pt x="259333" y="163830"/>
                  </a:lnTo>
                  <a:cubicBezTo>
                    <a:pt x="259333" y="165735"/>
                    <a:pt x="258381" y="167640"/>
                    <a:pt x="256476" y="167640"/>
                  </a:cubicBezTo>
                  <a:lnTo>
                    <a:pt x="195516" y="185738"/>
                  </a:lnTo>
                  <a:cubicBezTo>
                    <a:pt x="194563" y="185738"/>
                    <a:pt x="192658" y="185738"/>
                    <a:pt x="191706" y="184785"/>
                  </a:cubicBezTo>
                  <a:cubicBezTo>
                    <a:pt x="190753" y="183833"/>
                    <a:pt x="189801" y="182880"/>
                    <a:pt x="189801" y="180975"/>
                  </a:cubicBezTo>
                  <a:lnTo>
                    <a:pt x="190753" y="165735"/>
                  </a:lnTo>
                  <a:lnTo>
                    <a:pt x="171703" y="185738"/>
                  </a:lnTo>
                  <a:cubicBezTo>
                    <a:pt x="170751" y="186690"/>
                    <a:pt x="169798" y="186690"/>
                    <a:pt x="168846" y="186690"/>
                  </a:cubicBezTo>
                  <a:cubicBezTo>
                    <a:pt x="123126" y="197167"/>
                    <a:pt x="79311" y="201930"/>
                    <a:pt x="34543" y="20383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99" name="Freeform 199"/>
            <p:cNvSpPr/>
            <p:nvPr/>
          </p:nvSpPr>
          <p:spPr>
            <a:xfrm>
              <a:off x="6442469" y="6130242"/>
              <a:ext cx="485775" cy="1107569"/>
            </a:xfrm>
            <a:custGeom>
              <a:avLst/>
              <a:gdLst/>
              <a:ahLst/>
              <a:cxnLst/>
              <a:rect l="l" t="t" r="r" b="b"/>
              <a:pathLst>
                <a:path w="485775" h="1107569">
                  <a:moveTo>
                    <a:pt x="435292" y="71438"/>
                  </a:moveTo>
                  <a:lnTo>
                    <a:pt x="485775" y="1065848"/>
                  </a:lnTo>
                  <a:cubicBezTo>
                    <a:pt x="485775" y="1065848"/>
                    <a:pt x="481013" y="1102043"/>
                    <a:pt x="403860" y="1106805"/>
                  </a:cubicBezTo>
                  <a:cubicBezTo>
                    <a:pt x="326707" y="1111568"/>
                    <a:pt x="335280" y="1092518"/>
                    <a:pt x="335280" y="1092518"/>
                  </a:cubicBezTo>
                  <a:lnTo>
                    <a:pt x="215265" y="362903"/>
                  </a:lnTo>
                  <a:lnTo>
                    <a:pt x="165735" y="1010603"/>
                  </a:lnTo>
                  <a:lnTo>
                    <a:pt x="0" y="1021080"/>
                  </a:lnTo>
                  <a:lnTo>
                    <a:pt x="33338" y="0"/>
                  </a:lnTo>
                  <a:lnTo>
                    <a:pt x="435292" y="71438"/>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00" name="Freeform 200"/>
            <p:cNvSpPr/>
            <p:nvPr/>
          </p:nvSpPr>
          <p:spPr>
            <a:xfrm>
              <a:off x="6437706" y="6126432"/>
              <a:ext cx="495300" cy="1116330"/>
            </a:xfrm>
            <a:custGeom>
              <a:avLst/>
              <a:gdLst/>
              <a:ahLst/>
              <a:cxnLst/>
              <a:rect l="l" t="t" r="r" b="b"/>
              <a:pathLst>
                <a:path w="495300" h="1116330">
                  <a:moveTo>
                    <a:pt x="386715" y="1115378"/>
                  </a:moveTo>
                  <a:cubicBezTo>
                    <a:pt x="359092" y="1115378"/>
                    <a:pt x="342900" y="1111568"/>
                    <a:pt x="337185" y="1103948"/>
                  </a:cubicBezTo>
                  <a:cubicBezTo>
                    <a:pt x="335280" y="1102043"/>
                    <a:pt x="334328" y="1099185"/>
                    <a:pt x="335280" y="1096328"/>
                  </a:cubicBezTo>
                  <a:lnTo>
                    <a:pt x="221932" y="407670"/>
                  </a:lnTo>
                  <a:lnTo>
                    <a:pt x="176213" y="1015365"/>
                  </a:lnTo>
                  <a:cubicBezTo>
                    <a:pt x="176213" y="1018223"/>
                    <a:pt x="174307" y="1020128"/>
                    <a:pt x="171450" y="1020128"/>
                  </a:cubicBezTo>
                  <a:lnTo>
                    <a:pt x="5715" y="1030605"/>
                  </a:lnTo>
                  <a:cubicBezTo>
                    <a:pt x="4763" y="1030605"/>
                    <a:pt x="2857" y="1030605"/>
                    <a:pt x="1905" y="1029653"/>
                  </a:cubicBezTo>
                  <a:cubicBezTo>
                    <a:pt x="952" y="1028700"/>
                    <a:pt x="0" y="1027748"/>
                    <a:pt x="0" y="1025843"/>
                  </a:cubicBezTo>
                  <a:lnTo>
                    <a:pt x="33338" y="4763"/>
                  </a:lnTo>
                  <a:cubicBezTo>
                    <a:pt x="33338" y="1905"/>
                    <a:pt x="35242" y="0"/>
                    <a:pt x="38100" y="0"/>
                  </a:cubicBezTo>
                  <a:cubicBezTo>
                    <a:pt x="38100" y="0"/>
                    <a:pt x="39052" y="0"/>
                    <a:pt x="39052" y="0"/>
                  </a:cubicBezTo>
                  <a:lnTo>
                    <a:pt x="441007" y="71438"/>
                  </a:lnTo>
                  <a:cubicBezTo>
                    <a:pt x="442913" y="71438"/>
                    <a:pt x="444817" y="73343"/>
                    <a:pt x="444817" y="76200"/>
                  </a:cubicBezTo>
                  <a:lnTo>
                    <a:pt x="495300" y="1070610"/>
                  </a:lnTo>
                  <a:cubicBezTo>
                    <a:pt x="495300" y="1073468"/>
                    <a:pt x="488632" y="1111568"/>
                    <a:pt x="409575" y="1116330"/>
                  </a:cubicBezTo>
                  <a:cubicBezTo>
                    <a:pt x="401003" y="1115378"/>
                    <a:pt x="393382" y="1115378"/>
                    <a:pt x="386715" y="1115378"/>
                  </a:cubicBezTo>
                  <a:close/>
                  <a:moveTo>
                    <a:pt x="344805" y="1098233"/>
                  </a:moveTo>
                  <a:lnTo>
                    <a:pt x="344805" y="1098233"/>
                  </a:lnTo>
                  <a:cubicBezTo>
                    <a:pt x="348615" y="1102043"/>
                    <a:pt x="360997" y="1108710"/>
                    <a:pt x="408622" y="1105853"/>
                  </a:cubicBezTo>
                  <a:cubicBezTo>
                    <a:pt x="480060" y="1102043"/>
                    <a:pt x="485775" y="1069658"/>
                    <a:pt x="485775" y="1068705"/>
                  </a:cubicBezTo>
                  <a:lnTo>
                    <a:pt x="436245" y="79058"/>
                  </a:lnTo>
                  <a:lnTo>
                    <a:pt x="42863" y="10477"/>
                  </a:lnTo>
                  <a:lnTo>
                    <a:pt x="10477" y="1020128"/>
                  </a:lnTo>
                  <a:lnTo>
                    <a:pt x="166688" y="1010603"/>
                  </a:lnTo>
                  <a:lnTo>
                    <a:pt x="215265" y="366713"/>
                  </a:lnTo>
                  <a:cubicBezTo>
                    <a:pt x="215265" y="363855"/>
                    <a:pt x="217170" y="361950"/>
                    <a:pt x="220027" y="361950"/>
                  </a:cubicBezTo>
                  <a:cubicBezTo>
                    <a:pt x="222885" y="361950"/>
                    <a:pt x="224790" y="363855"/>
                    <a:pt x="224790" y="365760"/>
                  </a:cubicBezTo>
                  <a:lnTo>
                    <a:pt x="344805" y="1095375"/>
                  </a:lnTo>
                  <a:cubicBezTo>
                    <a:pt x="344805" y="1096328"/>
                    <a:pt x="344805" y="1097280"/>
                    <a:pt x="344805" y="1098233"/>
                  </a:cubicBezTo>
                  <a:lnTo>
                    <a:pt x="344805" y="1098233"/>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01" name="Freeform 201"/>
            <p:cNvSpPr/>
            <p:nvPr/>
          </p:nvSpPr>
          <p:spPr>
            <a:xfrm>
              <a:off x="6678596" y="5589222"/>
              <a:ext cx="239998" cy="753600"/>
            </a:xfrm>
            <a:custGeom>
              <a:avLst/>
              <a:gdLst/>
              <a:ahLst/>
              <a:cxnLst/>
              <a:rect l="l" t="t" r="r" b="b"/>
              <a:pathLst>
                <a:path w="239998" h="753600">
                  <a:moveTo>
                    <a:pt x="42955" y="0"/>
                  </a:moveTo>
                  <a:cubicBezTo>
                    <a:pt x="42955" y="0"/>
                    <a:pt x="-21814" y="675323"/>
                    <a:pt x="7713" y="713423"/>
                  </a:cubicBezTo>
                  <a:cubicBezTo>
                    <a:pt x="37241" y="751523"/>
                    <a:pt x="215358" y="782955"/>
                    <a:pt x="228693" y="707708"/>
                  </a:cubicBezTo>
                  <a:cubicBezTo>
                    <a:pt x="250601" y="583883"/>
                    <a:pt x="238218" y="140970"/>
                    <a:pt x="212501" y="99060"/>
                  </a:cubicBezTo>
                  <a:cubicBezTo>
                    <a:pt x="107726" y="7620"/>
                    <a:pt x="42955" y="0"/>
                    <a:pt x="42955" y="0"/>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202" name="Freeform 202"/>
            <p:cNvSpPr/>
            <p:nvPr/>
          </p:nvSpPr>
          <p:spPr>
            <a:xfrm>
              <a:off x="6398437" y="5592080"/>
              <a:ext cx="202146" cy="728454"/>
            </a:xfrm>
            <a:custGeom>
              <a:avLst/>
              <a:gdLst/>
              <a:ahLst/>
              <a:cxnLst/>
              <a:rect l="l" t="t" r="r" b="b"/>
              <a:pathLst>
                <a:path w="202146" h="728454">
                  <a:moveTo>
                    <a:pt x="77369" y="67627"/>
                  </a:moveTo>
                  <a:cubicBezTo>
                    <a:pt x="77369" y="67627"/>
                    <a:pt x="-15023" y="681038"/>
                    <a:pt x="2122" y="698183"/>
                  </a:cubicBezTo>
                  <a:cubicBezTo>
                    <a:pt x="19267" y="716280"/>
                    <a:pt x="114517" y="740093"/>
                    <a:pt x="140234" y="721995"/>
                  </a:cubicBezTo>
                  <a:cubicBezTo>
                    <a:pt x="165952" y="703897"/>
                    <a:pt x="202147" y="0"/>
                    <a:pt x="202147" y="0"/>
                  </a:cubicBezTo>
                  <a:cubicBezTo>
                    <a:pt x="155474" y="11430"/>
                    <a:pt x="112612" y="34290"/>
                    <a:pt x="77369" y="67627"/>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203" name="Freeform 203"/>
            <p:cNvSpPr/>
            <p:nvPr/>
          </p:nvSpPr>
          <p:spPr>
            <a:xfrm>
              <a:off x="6552006" y="5354907"/>
              <a:ext cx="170497" cy="328268"/>
            </a:xfrm>
            <a:custGeom>
              <a:avLst/>
              <a:gdLst/>
              <a:ahLst/>
              <a:cxnLst/>
              <a:rect l="l" t="t" r="r" b="b"/>
              <a:pathLst>
                <a:path w="170497" h="328268">
                  <a:moveTo>
                    <a:pt x="54292" y="225743"/>
                  </a:moveTo>
                  <a:lnTo>
                    <a:pt x="46672" y="291465"/>
                  </a:lnTo>
                  <a:cubicBezTo>
                    <a:pt x="55245" y="318135"/>
                    <a:pt x="83820" y="333375"/>
                    <a:pt x="111442" y="326708"/>
                  </a:cubicBezTo>
                  <a:cubicBezTo>
                    <a:pt x="160972" y="316230"/>
                    <a:pt x="161925" y="287655"/>
                    <a:pt x="161925" y="287655"/>
                  </a:cubicBezTo>
                  <a:cubicBezTo>
                    <a:pt x="161925" y="287655"/>
                    <a:pt x="168592" y="140018"/>
                    <a:pt x="168592" y="140018"/>
                  </a:cubicBezTo>
                  <a:cubicBezTo>
                    <a:pt x="167640" y="136208"/>
                    <a:pt x="165735" y="133350"/>
                    <a:pt x="163830" y="130493"/>
                  </a:cubicBezTo>
                  <a:cubicBezTo>
                    <a:pt x="156210" y="113348"/>
                    <a:pt x="145732" y="90488"/>
                    <a:pt x="148590" y="71438"/>
                  </a:cubicBezTo>
                  <a:cubicBezTo>
                    <a:pt x="151447" y="56198"/>
                    <a:pt x="159067" y="41910"/>
                    <a:pt x="170497" y="31433"/>
                  </a:cubicBezTo>
                  <a:cubicBezTo>
                    <a:pt x="149542" y="40958"/>
                    <a:pt x="124777" y="31433"/>
                    <a:pt x="115252" y="10478"/>
                  </a:cubicBezTo>
                  <a:cubicBezTo>
                    <a:pt x="113347" y="6668"/>
                    <a:pt x="112395" y="3810"/>
                    <a:pt x="112395" y="0"/>
                  </a:cubicBezTo>
                  <a:cubicBezTo>
                    <a:pt x="112395" y="6668"/>
                    <a:pt x="106680" y="11430"/>
                    <a:pt x="100965" y="15240"/>
                  </a:cubicBezTo>
                  <a:cubicBezTo>
                    <a:pt x="92392" y="21908"/>
                    <a:pt x="82867" y="24765"/>
                    <a:pt x="72390" y="24765"/>
                  </a:cubicBezTo>
                  <a:cubicBezTo>
                    <a:pt x="59055" y="22860"/>
                    <a:pt x="48577" y="11430"/>
                    <a:pt x="35242" y="6668"/>
                  </a:cubicBezTo>
                  <a:cubicBezTo>
                    <a:pt x="39052" y="16193"/>
                    <a:pt x="36195" y="26670"/>
                    <a:pt x="27622" y="31433"/>
                  </a:cubicBezTo>
                  <a:cubicBezTo>
                    <a:pt x="19050" y="36195"/>
                    <a:pt x="9525" y="38100"/>
                    <a:pt x="0" y="35243"/>
                  </a:cubicBezTo>
                  <a:cubicBezTo>
                    <a:pt x="6667" y="36195"/>
                    <a:pt x="952" y="106680"/>
                    <a:pt x="952" y="112395"/>
                  </a:cubicBezTo>
                  <a:cubicBezTo>
                    <a:pt x="0" y="134303"/>
                    <a:pt x="952" y="156210"/>
                    <a:pt x="2857" y="177165"/>
                  </a:cubicBezTo>
                  <a:cubicBezTo>
                    <a:pt x="5715" y="215265"/>
                    <a:pt x="54292" y="225743"/>
                    <a:pt x="54292" y="225743"/>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04" name="Freeform 204"/>
            <p:cNvSpPr/>
            <p:nvPr/>
          </p:nvSpPr>
          <p:spPr>
            <a:xfrm>
              <a:off x="6546291" y="5349192"/>
              <a:ext cx="178743" cy="338560"/>
            </a:xfrm>
            <a:custGeom>
              <a:avLst/>
              <a:gdLst/>
              <a:ahLst/>
              <a:cxnLst/>
              <a:rect l="l" t="t" r="r" b="b"/>
              <a:pathLst>
                <a:path w="178743" h="338560">
                  <a:moveTo>
                    <a:pt x="101917" y="338138"/>
                  </a:moveTo>
                  <a:cubicBezTo>
                    <a:pt x="60008" y="338138"/>
                    <a:pt x="47625" y="298133"/>
                    <a:pt x="47625" y="298133"/>
                  </a:cubicBezTo>
                  <a:cubicBezTo>
                    <a:pt x="47625" y="297180"/>
                    <a:pt x="47625" y="297180"/>
                    <a:pt x="47625" y="296228"/>
                  </a:cubicBezTo>
                  <a:lnTo>
                    <a:pt x="55245" y="235268"/>
                  </a:lnTo>
                  <a:cubicBezTo>
                    <a:pt x="42863" y="231458"/>
                    <a:pt x="6667" y="218123"/>
                    <a:pt x="2858" y="182880"/>
                  </a:cubicBezTo>
                  <a:cubicBezTo>
                    <a:pt x="953" y="162877"/>
                    <a:pt x="0" y="142875"/>
                    <a:pt x="953" y="121920"/>
                  </a:cubicBezTo>
                  <a:lnTo>
                    <a:pt x="953" y="117157"/>
                  </a:lnTo>
                  <a:cubicBezTo>
                    <a:pt x="953" y="116205"/>
                    <a:pt x="953" y="113348"/>
                    <a:pt x="953" y="109538"/>
                  </a:cubicBezTo>
                  <a:cubicBezTo>
                    <a:pt x="3810" y="62865"/>
                    <a:pt x="2858" y="47625"/>
                    <a:pt x="1905" y="43815"/>
                  </a:cubicBezTo>
                  <a:cubicBezTo>
                    <a:pt x="0" y="42863"/>
                    <a:pt x="0" y="40957"/>
                    <a:pt x="0" y="39052"/>
                  </a:cubicBezTo>
                  <a:cubicBezTo>
                    <a:pt x="0" y="36195"/>
                    <a:pt x="2858" y="35243"/>
                    <a:pt x="5715" y="35243"/>
                  </a:cubicBezTo>
                  <a:cubicBezTo>
                    <a:pt x="5715" y="35243"/>
                    <a:pt x="5715" y="35243"/>
                    <a:pt x="5715" y="35243"/>
                  </a:cubicBezTo>
                  <a:lnTo>
                    <a:pt x="5715" y="35243"/>
                  </a:lnTo>
                  <a:cubicBezTo>
                    <a:pt x="14288" y="37148"/>
                    <a:pt x="22860" y="36195"/>
                    <a:pt x="29528" y="32385"/>
                  </a:cubicBezTo>
                  <a:cubicBezTo>
                    <a:pt x="36195" y="28575"/>
                    <a:pt x="38100" y="20002"/>
                    <a:pt x="35242" y="13335"/>
                  </a:cubicBezTo>
                  <a:cubicBezTo>
                    <a:pt x="34290" y="11430"/>
                    <a:pt x="34290" y="7620"/>
                    <a:pt x="37147" y="6668"/>
                  </a:cubicBezTo>
                  <a:cubicBezTo>
                    <a:pt x="38100" y="5715"/>
                    <a:pt x="40005" y="5715"/>
                    <a:pt x="40958" y="6668"/>
                  </a:cubicBezTo>
                  <a:cubicBezTo>
                    <a:pt x="46672" y="8573"/>
                    <a:pt x="51435" y="12382"/>
                    <a:pt x="56197" y="15240"/>
                  </a:cubicBezTo>
                  <a:cubicBezTo>
                    <a:pt x="61913" y="20002"/>
                    <a:pt x="68580" y="22860"/>
                    <a:pt x="76200" y="24765"/>
                  </a:cubicBezTo>
                  <a:cubicBezTo>
                    <a:pt x="85725" y="24765"/>
                    <a:pt x="94297" y="21907"/>
                    <a:pt x="101917" y="16193"/>
                  </a:cubicBezTo>
                  <a:cubicBezTo>
                    <a:pt x="108585" y="12382"/>
                    <a:pt x="111442" y="8573"/>
                    <a:pt x="111442" y="4763"/>
                  </a:cubicBezTo>
                  <a:cubicBezTo>
                    <a:pt x="111442" y="1905"/>
                    <a:pt x="113347" y="0"/>
                    <a:pt x="116205" y="0"/>
                  </a:cubicBezTo>
                  <a:cubicBezTo>
                    <a:pt x="119063" y="0"/>
                    <a:pt x="120967" y="1905"/>
                    <a:pt x="120967" y="3810"/>
                  </a:cubicBezTo>
                  <a:cubicBezTo>
                    <a:pt x="123825" y="23813"/>
                    <a:pt x="142875" y="38100"/>
                    <a:pt x="162878" y="35243"/>
                  </a:cubicBezTo>
                  <a:cubicBezTo>
                    <a:pt x="166688" y="35243"/>
                    <a:pt x="169545" y="34290"/>
                    <a:pt x="172403" y="32385"/>
                  </a:cubicBezTo>
                  <a:cubicBezTo>
                    <a:pt x="174308" y="31432"/>
                    <a:pt x="177165" y="32385"/>
                    <a:pt x="178117" y="34290"/>
                  </a:cubicBezTo>
                  <a:cubicBezTo>
                    <a:pt x="179070" y="36195"/>
                    <a:pt x="179070" y="39052"/>
                    <a:pt x="177165" y="40005"/>
                  </a:cubicBezTo>
                  <a:cubicBezTo>
                    <a:pt x="166688" y="49530"/>
                    <a:pt x="159067" y="62865"/>
                    <a:pt x="157163" y="77152"/>
                  </a:cubicBezTo>
                  <a:cubicBezTo>
                    <a:pt x="154305" y="93345"/>
                    <a:pt x="163830" y="116205"/>
                    <a:pt x="170497" y="131445"/>
                  </a:cubicBezTo>
                  <a:lnTo>
                    <a:pt x="171450" y="133350"/>
                  </a:lnTo>
                  <a:cubicBezTo>
                    <a:pt x="171450" y="134302"/>
                    <a:pt x="172403" y="135255"/>
                    <a:pt x="172403" y="136208"/>
                  </a:cubicBezTo>
                  <a:cubicBezTo>
                    <a:pt x="174308" y="139065"/>
                    <a:pt x="176213" y="141923"/>
                    <a:pt x="176213" y="145733"/>
                  </a:cubicBezTo>
                  <a:cubicBezTo>
                    <a:pt x="176213" y="145733"/>
                    <a:pt x="176213" y="145733"/>
                    <a:pt x="169545" y="294323"/>
                  </a:cubicBezTo>
                  <a:cubicBezTo>
                    <a:pt x="169545" y="295275"/>
                    <a:pt x="168592" y="327660"/>
                    <a:pt x="115253" y="338138"/>
                  </a:cubicBezTo>
                  <a:cubicBezTo>
                    <a:pt x="112395" y="338138"/>
                    <a:pt x="106680" y="339090"/>
                    <a:pt x="101917" y="338138"/>
                  </a:cubicBezTo>
                  <a:close/>
                  <a:moveTo>
                    <a:pt x="56197" y="296228"/>
                  </a:moveTo>
                  <a:cubicBezTo>
                    <a:pt x="64770" y="320040"/>
                    <a:pt x="89535" y="334328"/>
                    <a:pt x="114300" y="327660"/>
                  </a:cubicBezTo>
                  <a:cubicBezTo>
                    <a:pt x="159067" y="318135"/>
                    <a:pt x="160972" y="293370"/>
                    <a:pt x="160972" y="292417"/>
                  </a:cubicBezTo>
                  <a:cubicBezTo>
                    <a:pt x="160972" y="291465"/>
                    <a:pt x="167640" y="146685"/>
                    <a:pt x="167640" y="144780"/>
                  </a:cubicBezTo>
                  <a:cubicBezTo>
                    <a:pt x="167640" y="144780"/>
                    <a:pt x="165735" y="141923"/>
                    <a:pt x="164783" y="140970"/>
                  </a:cubicBezTo>
                  <a:cubicBezTo>
                    <a:pt x="163830" y="140018"/>
                    <a:pt x="162878" y="139065"/>
                    <a:pt x="162878" y="137160"/>
                  </a:cubicBezTo>
                  <a:lnTo>
                    <a:pt x="161925" y="135255"/>
                  </a:lnTo>
                  <a:cubicBezTo>
                    <a:pt x="154305" y="118110"/>
                    <a:pt x="143828" y="95250"/>
                    <a:pt x="147638" y="75248"/>
                  </a:cubicBezTo>
                  <a:cubicBezTo>
                    <a:pt x="149542" y="63818"/>
                    <a:pt x="154305" y="53340"/>
                    <a:pt x="160020" y="44768"/>
                  </a:cubicBezTo>
                  <a:cubicBezTo>
                    <a:pt x="151447" y="45720"/>
                    <a:pt x="141922" y="43815"/>
                    <a:pt x="134303" y="39052"/>
                  </a:cubicBezTo>
                  <a:cubicBezTo>
                    <a:pt x="125730" y="34290"/>
                    <a:pt x="118110" y="26670"/>
                    <a:pt x="114300" y="17145"/>
                  </a:cubicBezTo>
                  <a:cubicBezTo>
                    <a:pt x="111442" y="20002"/>
                    <a:pt x="109538" y="21907"/>
                    <a:pt x="106680" y="23813"/>
                  </a:cubicBezTo>
                  <a:cubicBezTo>
                    <a:pt x="97155" y="30480"/>
                    <a:pt x="85725" y="34290"/>
                    <a:pt x="74295" y="33338"/>
                  </a:cubicBezTo>
                  <a:cubicBezTo>
                    <a:pt x="65722" y="31432"/>
                    <a:pt x="57150" y="27623"/>
                    <a:pt x="49530" y="22860"/>
                  </a:cubicBezTo>
                  <a:lnTo>
                    <a:pt x="44767" y="19050"/>
                  </a:lnTo>
                  <a:cubicBezTo>
                    <a:pt x="43815" y="27623"/>
                    <a:pt x="40005" y="34290"/>
                    <a:pt x="33338" y="39052"/>
                  </a:cubicBezTo>
                  <a:cubicBezTo>
                    <a:pt x="26670" y="43815"/>
                    <a:pt x="18097" y="45720"/>
                    <a:pt x="9525" y="44768"/>
                  </a:cubicBezTo>
                  <a:cubicBezTo>
                    <a:pt x="10478" y="65723"/>
                    <a:pt x="10478" y="87630"/>
                    <a:pt x="8572" y="108585"/>
                  </a:cubicBezTo>
                  <a:cubicBezTo>
                    <a:pt x="8572" y="112395"/>
                    <a:pt x="8572" y="114300"/>
                    <a:pt x="8572" y="116205"/>
                  </a:cubicBezTo>
                  <a:lnTo>
                    <a:pt x="8572" y="120968"/>
                  </a:lnTo>
                  <a:cubicBezTo>
                    <a:pt x="7620" y="140970"/>
                    <a:pt x="8572" y="160973"/>
                    <a:pt x="10478" y="180023"/>
                  </a:cubicBezTo>
                  <a:cubicBezTo>
                    <a:pt x="14288" y="215265"/>
                    <a:pt x="59055" y="225743"/>
                    <a:pt x="60008" y="225743"/>
                  </a:cubicBezTo>
                  <a:cubicBezTo>
                    <a:pt x="62865" y="226695"/>
                    <a:pt x="63817" y="228600"/>
                    <a:pt x="63817" y="231458"/>
                  </a:cubicBezTo>
                  <a:lnTo>
                    <a:pt x="56197" y="296228"/>
                  </a:lnTo>
                  <a:close/>
                  <a:moveTo>
                    <a:pt x="2858" y="44768"/>
                  </a:moveTo>
                  <a:lnTo>
                    <a:pt x="2858" y="44768"/>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05" name="Freeform 205"/>
            <p:cNvSpPr/>
            <p:nvPr/>
          </p:nvSpPr>
          <p:spPr>
            <a:xfrm>
              <a:off x="6573158" y="5460635"/>
              <a:ext cx="23615" cy="49529"/>
            </a:xfrm>
            <a:custGeom>
              <a:avLst/>
              <a:gdLst/>
              <a:ahLst/>
              <a:cxnLst/>
              <a:rect l="l" t="t" r="r" b="b"/>
              <a:pathLst>
                <a:path w="23615" h="49529">
                  <a:moveTo>
                    <a:pt x="23616" y="0"/>
                  </a:moveTo>
                  <a:cubicBezTo>
                    <a:pt x="23616" y="0"/>
                    <a:pt x="-4959" y="38100"/>
                    <a:pt x="756" y="44768"/>
                  </a:cubicBezTo>
                  <a:cubicBezTo>
                    <a:pt x="6471" y="52388"/>
                    <a:pt x="23616" y="48577"/>
                    <a:pt x="23616" y="48577"/>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06" name="Freeform 206"/>
            <p:cNvSpPr/>
            <p:nvPr/>
          </p:nvSpPr>
          <p:spPr>
            <a:xfrm>
              <a:off x="6569442" y="5455786"/>
              <a:ext cx="33294" cy="59323"/>
            </a:xfrm>
            <a:custGeom>
              <a:avLst/>
              <a:gdLst/>
              <a:ahLst/>
              <a:cxnLst/>
              <a:rect l="l" t="t" r="r" b="b"/>
              <a:pathLst>
                <a:path w="33294" h="59323">
                  <a:moveTo>
                    <a:pt x="19711" y="59141"/>
                  </a:moveTo>
                  <a:cubicBezTo>
                    <a:pt x="13044" y="60093"/>
                    <a:pt x="6377" y="57236"/>
                    <a:pt x="1614" y="52473"/>
                  </a:cubicBezTo>
                  <a:cubicBezTo>
                    <a:pt x="-5054" y="43901"/>
                    <a:pt x="10186" y="20088"/>
                    <a:pt x="24474" y="1991"/>
                  </a:cubicBezTo>
                  <a:cubicBezTo>
                    <a:pt x="26379" y="86"/>
                    <a:pt x="29236" y="-867"/>
                    <a:pt x="31141" y="1038"/>
                  </a:cubicBezTo>
                  <a:lnTo>
                    <a:pt x="31141" y="1038"/>
                  </a:lnTo>
                  <a:cubicBezTo>
                    <a:pt x="33046" y="2943"/>
                    <a:pt x="33999" y="5801"/>
                    <a:pt x="32094" y="7706"/>
                  </a:cubicBezTo>
                  <a:cubicBezTo>
                    <a:pt x="32094" y="7706"/>
                    <a:pt x="32094" y="7706"/>
                    <a:pt x="32094" y="7706"/>
                  </a:cubicBezTo>
                  <a:cubicBezTo>
                    <a:pt x="19711" y="24851"/>
                    <a:pt x="8281" y="42948"/>
                    <a:pt x="9234" y="47711"/>
                  </a:cubicBezTo>
                  <a:cubicBezTo>
                    <a:pt x="11139" y="50568"/>
                    <a:pt x="21616" y="50568"/>
                    <a:pt x="27331" y="49616"/>
                  </a:cubicBezTo>
                  <a:cubicBezTo>
                    <a:pt x="30189" y="48663"/>
                    <a:pt x="32094" y="50568"/>
                    <a:pt x="33046" y="53426"/>
                  </a:cubicBezTo>
                  <a:cubicBezTo>
                    <a:pt x="33046" y="53426"/>
                    <a:pt x="33046" y="53426"/>
                    <a:pt x="33046" y="53426"/>
                  </a:cubicBezTo>
                  <a:cubicBezTo>
                    <a:pt x="33999" y="56283"/>
                    <a:pt x="32094" y="58188"/>
                    <a:pt x="29236" y="59141"/>
                  </a:cubicBezTo>
                  <a:cubicBezTo>
                    <a:pt x="29236" y="59141"/>
                    <a:pt x="29236" y="59141"/>
                    <a:pt x="29236" y="59141"/>
                  </a:cubicBezTo>
                  <a:cubicBezTo>
                    <a:pt x="26379" y="59141"/>
                    <a:pt x="22569" y="59141"/>
                    <a:pt x="19711" y="59141"/>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07" name="Freeform 207"/>
            <p:cNvSpPr/>
            <p:nvPr/>
          </p:nvSpPr>
          <p:spPr>
            <a:xfrm>
              <a:off x="6605346" y="5570172"/>
              <a:ext cx="57150" cy="56197"/>
            </a:xfrm>
            <a:custGeom>
              <a:avLst/>
              <a:gdLst/>
              <a:ahLst/>
              <a:cxnLst/>
              <a:rect l="l" t="t" r="r" b="b"/>
              <a:pathLst>
                <a:path w="57150" h="56197">
                  <a:moveTo>
                    <a:pt x="953" y="10477"/>
                  </a:moveTo>
                  <a:cubicBezTo>
                    <a:pt x="953" y="10477"/>
                    <a:pt x="40005" y="10477"/>
                    <a:pt x="57150" y="0"/>
                  </a:cubicBezTo>
                  <a:cubicBezTo>
                    <a:pt x="57150" y="0"/>
                    <a:pt x="41910" y="44768"/>
                    <a:pt x="0" y="56197"/>
                  </a:cubicBezTo>
                  <a:lnTo>
                    <a:pt x="953" y="10477"/>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08" name="Freeform 208"/>
            <p:cNvSpPr/>
            <p:nvPr/>
          </p:nvSpPr>
          <p:spPr>
            <a:xfrm>
              <a:off x="6600583" y="5565648"/>
              <a:ext cx="67627" cy="65484"/>
            </a:xfrm>
            <a:custGeom>
              <a:avLst/>
              <a:gdLst/>
              <a:ahLst/>
              <a:cxnLst/>
              <a:rect l="l" t="t" r="r" b="b"/>
              <a:pathLst>
                <a:path w="67627" h="65484">
                  <a:moveTo>
                    <a:pt x="4763" y="65484"/>
                  </a:moveTo>
                  <a:cubicBezTo>
                    <a:pt x="3810" y="65484"/>
                    <a:pt x="2858" y="65484"/>
                    <a:pt x="1905" y="64532"/>
                  </a:cubicBezTo>
                  <a:cubicBezTo>
                    <a:pt x="953" y="63579"/>
                    <a:pt x="0" y="62627"/>
                    <a:pt x="0" y="60722"/>
                  </a:cubicBezTo>
                  <a:lnTo>
                    <a:pt x="953" y="15002"/>
                  </a:lnTo>
                  <a:cubicBezTo>
                    <a:pt x="953" y="12144"/>
                    <a:pt x="2858" y="10239"/>
                    <a:pt x="5715" y="10239"/>
                  </a:cubicBezTo>
                  <a:lnTo>
                    <a:pt x="5715" y="10239"/>
                  </a:lnTo>
                  <a:cubicBezTo>
                    <a:pt x="7620" y="10239"/>
                    <a:pt x="42863" y="10239"/>
                    <a:pt x="60008" y="714"/>
                  </a:cubicBezTo>
                  <a:cubicBezTo>
                    <a:pt x="61913" y="-238"/>
                    <a:pt x="63817" y="-238"/>
                    <a:pt x="65723" y="714"/>
                  </a:cubicBezTo>
                  <a:cubicBezTo>
                    <a:pt x="67628" y="1667"/>
                    <a:pt x="67628" y="4524"/>
                    <a:pt x="67628" y="6429"/>
                  </a:cubicBezTo>
                  <a:cubicBezTo>
                    <a:pt x="66675" y="8334"/>
                    <a:pt x="51435" y="54054"/>
                    <a:pt x="7620" y="65484"/>
                  </a:cubicBezTo>
                  <a:lnTo>
                    <a:pt x="4763" y="65484"/>
                  </a:lnTo>
                  <a:close/>
                  <a:moveTo>
                    <a:pt x="10478" y="19764"/>
                  </a:moveTo>
                  <a:lnTo>
                    <a:pt x="10478" y="54054"/>
                  </a:lnTo>
                  <a:cubicBezTo>
                    <a:pt x="28575" y="46434"/>
                    <a:pt x="43815" y="32147"/>
                    <a:pt x="53340" y="14049"/>
                  </a:cubicBezTo>
                  <a:cubicBezTo>
                    <a:pt x="39053" y="17859"/>
                    <a:pt x="24765" y="19764"/>
                    <a:pt x="10478" y="19764"/>
                  </a:cubicBezTo>
                  <a:lnTo>
                    <a:pt x="10478" y="19764"/>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09" name="Freeform 209"/>
            <p:cNvSpPr/>
            <p:nvPr/>
          </p:nvSpPr>
          <p:spPr>
            <a:xfrm>
              <a:off x="6726892" y="6082243"/>
              <a:ext cx="208018" cy="52761"/>
            </a:xfrm>
            <a:custGeom>
              <a:avLst/>
              <a:gdLst/>
              <a:ahLst/>
              <a:cxnLst/>
              <a:rect l="l" t="t" r="r" b="b"/>
              <a:pathLst>
                <a:path w="208018" h="52761">
                  <a:moveTo>
                    <a:pt x="202304" y="52761"/>
                  </a:moveTo>
                  <a:lnTo>
                    <a:pt x="202304" y="52761"/>
                  </a:lnTo>
                  <a:cubicBezTo>
                    <a:pt x="195636" y="51809"/>
                    <a:pt x="48951" y="34664"/>
                    <a:pt x="2279" y="8946"/>
                  </a:cubicBezTo>
                  <a:cubicBezTo>
                    <a:pt x="374" y="7994"/>
                    <a:pt x="-579" y="5136"/>
                    <a:pt x="374" y="2279"/>
                  </a:cubicBezTo>
                  <a:cubicBezTo>
                    <a:pt x="374" y="2279"/>
                    <a:pt x="374" y="2279"/>
                    <a:pt x="374" y="2279"/>
                  </a:cubicBezTo>
                  <a:cubicBezTo>
                    <a:pt x="1326" y="374"/>
                    <a:pt x="4184" y="-579"/>
                    <a:pt x="7041" y="374"/>
                  </a:cubicBezTo>
                  <a:cubicBezTo>
                    <a:pt x="51809" y="25139"/>
                    <a:pt x="202304" y="43236"/>
                    <a:pt x="203256" y="43236"/>
                  </a:cubicBezTo>
                  <a:cubicBezTo>
                    <a:pt x="206114" y="43236"/>
                    <a:pt x="208019" y="46094"/>
                    <a:pt x="208019" y="47999"/>
                  </a:cubicBezTo>
                  <a:cubicBezTo>
                    <a:pt x="208019" y="49904"/>
                    <a:pt x="205161" y="52761"/>
                    <a:pt x="202304" y="52761"/>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10" name="Freeform 210"/>
            <p:cNvSpPr/>
            <p:nvPr/>
          </p:nvSpPr>
          <p:spPr>
            <a:xfrm>
              <a:off x="6689166" y="5689234"/>
              <a:ext cx="398725" cy="554356"/>
            </a:xfrm>
            <a:custGeom>
              <a:avLst/>
              <a:gdLst/>
              <a:ahLst/>
              <a:cxnLst/>
              <a:rect l="l" t="t" r="r" b="b"/>
              <a:pathLst>
                <a:path w="398725" h="554356">
                  <a:moveTo>
                    <a:pt x="200978" y="0"/>
                  </a:moveTo>
                  <a:cubicBezTo>
                    <a:pt x="200978" y="0"/>
                    <a:pt x="492443" y="415290"/>
                    <a:pt x="367665" y="522923"/>
                  </a:cubicBezTo>
                  <a:cubicBezTo>
                    <a:pt x="253365" y="621030"/>
                    <a:pt x="0" y="458153"/>
                    <a:pt x="0" y="458153"/>
                  </a:cubicBezTo>
                  <a:lnTo>
                    <a:pt x="15240" y="320040"/>
                  </a:lnTo>
                  <a:cubicBezTo>
                    <a:pt x="15240" y="320040"/>
                    <a:pt x="215265" y="431483"/>
                    <a:pt x="219075" y="380048"/>
                  </a:cubicBezTo>
                  <a:cubicBezTo>
                    <a:pt x="223838" y="303848"/>
                    <a:pt x="125730" y="199073"/>
                    <a:pt x="125730" y="199073"/>
                  </a:cubicBezTo>
                  <a:cubicBezTo>
                    <a:pt x="107632" y="164783"/>
                    <a:pt x="104775" y="124778"/>
                    <a:pt x="117157" y="88583"/>
                  </a:cubicBezTo>
                  <a:cubicBezTo>
                    <a:pt x="128588" y="46673"/>
                    <a:pt x="160020" y="13335"/>
                    <a:pt x="200978" y="0"/>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211" name="Freeform 211"/>
            <p:cNvSpPr/>
            <p:nvPr/>
          </p:nvSpPr>
          <p:spPr>
            <a:xfrm>
              <a:off x="6431743" y="5721619"/>
              <a:ext cx="62408" cy="302895"/>
            </a:xfrm>
            <a:custGeom>
              <a:avLst/>
              <a:gdLst/>
              <a:ahLst/>
              <a:cxnLst/>
              <a:rect l="l" t="t" r="r" b="b"/>
              <a:pathLst>
                <a:path w="62408" h="302895">
                  <a:moveTo>
                    <a:pt x="4058" y="302895"/>
                  </a:moveTo>
                  <a:lnTo>
                    <a:pt x="4058" y="302895"/>
                  </a:lnTo>
                  <a:cubicBezTo>
                    <a:pt x="1200" y="302895"/>
                    <a:pt x="-705" y="300038"/>
                    <a:pt x="248" y="297180"/>
                  </a:cubicBezTo>
                  <a:cubicBezTo>
                    <a:pt x="248" y="297180"/>
                    <a:pt x="248" y="297180"/>
                    <a:pt x="248" y="297180"/>
                  </a:cubicBezTo>
                  <a:cubicBezTo>
                    <a:pt x="8820" y="237173"/>
                    <a:pt x="52635" y="6668"/>
                    <a:pt x="52635" y="3810"/>
                  </a:cubicBezTo>
                  <a:cubicBezTo>
                    <a:pt x="53588" y="952"/>
                    <a:pt x="55493" y="0"/>
                    <a:pt x="58350" y="0"/>
                  </a:cubicBezTo>
                  <a:cubicBezTo>
                    <a:pt x="61208" y="952"/>
                    <a:pt x="63113" y="2858"/>
                    <a:pt x="62160" y="5715"/>
                  </a:cubicBezTo>
                  <a:cubicBezTo>
                    <a:pt x="61208" y="7620"/>
                    <a:pt x="18345" y="238125"/>
                    <a:pt x="9773" y="298133"/>
                  </a:cubicBezTo>
                  <a:cubicBezTo>
                    <a:pt x="8820" y="300990"/>
                    <a:pt x="5963" y="302895"/>
                    <a:pt x="4058" y="30289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12" name="Freeform 212"/>
            <p:cNvSpPr/>
            <p:nvPr/>
          </p:nvSpPr>
          <p:spPr>
            <a:xfrm>
              <a:off x="6296736" y="5832109"/>
              <a:ext cx="424814" cy="374332"/>
            </a:xfrm>
            <a:custGeom>
              <a:avLst/>
              <a:gdLst/>
              <a:ahLst/>
              <a:cxnLst/>
              <a:rect l="l" t="t" r="r" b="b"/>
              <a:pathLst>
                <a:path w="424814" h="374332">
                  <a:moveTo>
                    <a:pt x="98108" y="374333"/>
                  </a:moveTo>
                  <a:lnTo>
                    <a:pt x="388620" y="374333"/>
                  </a:lnTo>
                  <a:cubicBezTo>
                    <a:pt x="408622" y="374333"/>
                    <a:pt x="424815" y="357188"/>
                    <a:pt x="424815" y="337185"/>
                  </a:cubicBezTo>
                  <a:cubicBezTo>
                    <a:pt x="424815" y="334328"/>
                    <a:pt x="424815" y="332423"/>
                    <a:pt x="423863" y="329565"/>
                  </a:cubicBezTo>
                  <a:lnTo>
                    <a:pt x="361950" y="30480"/>
                  </a:lnTo>
                  <a:cubicBezTo>
                    <a:pt x="358140" y="12383"/>
                    <a:pt x="342900" y="0"/>
                    <a:pt x="324802" y="0"/>
                  </a:cubicBezTo>
                  <a:lnTo>
                    <a:pt x="38100" y="0"/>
                  </a:lnTo>
                  <a:cubicBezTo>
                    <a:pt x="17145" y="0"/>
                    <a:pt x="0" y="18098"/>
                    <a:pt x="0" y="39053"/>
                  </a:cubicBezTo>
                  <a:cubicBezTo>
                    <a:pt x="0" y="41910"/>
                    <a:pt x="0" y="43815"/>
                    <a:pt x="952" y="46673"/>
                  </a:cubicBezTo>
                  <a:lnTo>
                    <a:pt x="62865" y="344805"/>
                  </a:lnTo>
                  <a:cubicBezTo>
                    <a:pt x="65722" y="361950"/>
                    <a:pt x="80963" y="374333"/>
                    <a:pt x="98108" y="374333"/>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13" name="Freeform 213"/>
            <p:cNvSpPr/>
            <p:nvPr/>
          </p:nvSpPr>
          <p:spPr>
            <a:xfrm>
              <a:off x="6292930" y="5828300"/>
              <a:ext cx="432550" cy="382904"/>
            </a:xfrm>
            <a:custGeom>
              <a:avLst/>
              <a:gdLst/>
              <a:ahLst/>
              <a:cxnLst/>
              <a:rect l="l" t="t" r="r" b="b"/>
              <a:pathLst>
                <a:path w="432550" h="382904">
                  <a:moveTo>
                    <a:pt x="392426" y="382905"/>
                  </a:moveTo>
                  <a:lnTo>
                    <a:pt x="101914" y="382905"/>
                  </a:lnTo>
                  <a:cubicBezTo>
                    <a:pt x="82864" y="382905"/>
                    <a:pt x="66671" y="368617"/>
                    <a:pt x="62861" y="350520"/>
                  </a:cubicBezTo>
                  <a:lnTo>
                    <a:pt x="949" y="52388"/>
                  </a:lnTo>
                  <a:cubicBezTo>
                    <a:pt x="-1909" y="39052"/>
                    <a:pt x="1901" y="25717"/>
                    <a:pt x="9521" y="15240"/>
                  </a:cubicBezTo>
                  <a:cubicBezTo>
                    <a:pt x="17141" y="5715"/>
                    <a:pt x="29524" y="0"/>
                    <a:pt x="41906" y="0"/>
                  </a:cubicBezTo>
                  <a:lnTo>
                    <a:pt x="328609" y="0"/>
                  </a:lnTo>
                  <a:cubicBezTo>
                    <a:pt x="348611" y="0"/>
                    <a:pt x="365756" y="14288"/>
                    <a:pt x="369566" y="34290"/>
                  </a:cubicBezTo>
                  <a:lnTo>
                    <a:pt x="431479" y="333375"/>
                  </a:lnTo>
                  <a:cubicBezTo>
                    <a:pt x="434336" y="345757"/>
                    <a:pt x="431479" y="358140"/>
                    <a:pt x="422906" y="368617"/>
                  </a:cubicBezTo>
                  <a:cubicBezTo>
                    <a:pt x="416239" y="377190"/>
                    <a:pt x="404809" y="382905"/>
                    <a:pt x="392426" y="382905"/>
                  </a:cubicBezTo>
                  <a:close/>
                  <a:moveTo>
                    <a:pt x="41906" y="8572"/>
                  </a:moveTo>
                  <a:cubicBezTo>
                    <a:pt x="32381" y="8572"/>
                    <a:pt x="22856" y="13335"/>
                    <a:pt x="16189" y="20955"/>
                  </a:cubicBezTo>
                  <a:cubicBezTo>
                    <a:pt x="9521" y="29527"/>
                    <a:pt x="6664" y="40005"/>
                    <a:pt x="8569" y="49530"/>
                  </a:cubicBezTo>
                  <a:lnTo>
                    <a:pt x="70481" y="347663"/>
                  </a:lnTo>
                  <a:cubicBezTo>
                    <a:pt x="73339" y="361950"/>
                    <a:pt x="85721" y="373380"/>
                    <a:pt x="100961" y="373380"/>
                  </a:cubicBezTo>
                  <a:lnTo>
                    <a:pt x="391474" y="373380"/>
                  </a:lnTo>
                  <a:cubicBezTo>
                    <a:pt x="400999" y="373380"/>
                    <a:pt x="409571" y="368617"/>
                    <a:pt x="415286" y="361950"/>
                  </a:cubicBezTo>
                  <a:cubicBezTo>
                    <a:pt x="421954" y="354330"/>
                    <a:pt x="423859" y="343853"/>
                    <a:pt x="421954" y="334328"/>
                  </a:cubicBezTo>
                  <a:lnTo>
                    <a:pt x="360041" y="35242"/>
                  </a:lnTo>
                  <a:cubicBezTo>
                    <a:pt x="357184" y="20002"/>
                    <a:pt x="342896" y="8572"/>
                    <a:pt x="327656" y="7620"/>
                  </a:cubicBezTo>
                  <a:lnTo>
                    <a:pt x="41906" y="8572"/>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14" name="Freeform 214"/>
            <p:cNvSpPr/>
            <p:nvPr/>
          </p:nvSpPr>
          <p:spPr>
            <a:xfrm>
              <a:off x="6651066" y="5966750"/>
              <a:ext cx="95288" cy="164808"/>
            </a:xfrm>
            <a:custGeom>
              <a:avLst/>
              <a:gdLst/>
              <a:ahLst/>
              <a:cxnLst/>
              <a:rect l="l" t="t" r="r" b="b"/>
              <a:pathLst>
                <a:path w="95288" h="164808">
                  <a:moveTo>
                    <a:pt x="94297" y="90149"/>
                  </a:moveTo>
                  <a:cubicBezTo>
                    <a:pt x="96203" y="79672"/>
                    <a:pt x="95250" y="69194"/>
                    <a:pt x="92392" y="58717"/>
                  </a:cubicBezTo>
                  <a:cubicBezTo>
                    <a:pt x="89535" y="52049"/>
                    <a:pt x="84772" y="45382"/>
                    <a:pt x="80010" y="40619"/>
                  </a:cubicBezTo>
                  <a:cubicBezTo>
                    <a:pt x="70485" y="31094"/>
                    <a:pt x="60960" y="21569"/>
                    <a:pt x="51435" y="12997"/>
                  </a:cubicBezTo>
                  <a:cubicBezTo>
                    <a:pt x="41910" y="5377"/>
                    <a:pt x="30480" y="-2243"/>
                    <a:pt x="19050" y="614"/>
                  </a:cubicBezTo>
                  <a:cubicBezTo>
                    <a:pt x="22860" y="17759"/>
                    <a:pt x="32385" y="32999"/>
                    <a:pt x="46672" y="43477"/>
                  </a:cubicBezTo>
                  <a:cubicBezTo>
                    <a:pt x="41910" y="37762"/>
                    <a:pt x="36195" y="33952"/>
                    <a:pt x="28575" y="32047"/>
                  </a:cubicBezTo>
                  <a:cubicBezTo>
                    <a:pt x="23813" y="30142"/>
                    <a:pt x="18097" y="31094"/>
                    <a:pt x="16192" y="35857"/>
                  </a:cubicBezTo>
                  <a:cubicBezTo>
                    <a:pt x="15240" y="38714"/>
                    <a:pt x="15240" y="42524"/>
                    <a:pt x="17145" y="44429"/>
                  </a:cubicBezTo>
                  <a:cubicBezTo>
                    <a:pt x="22860" y="56812"/>
                    <a:pt x="30480" y="67289"/>
                    <a:pt x="40958" y="74909"/>
                  </a:cubicBezTo>
                  <a:lnTo>
                    <a:pt x="29528" y="67289"/>
                  </a:lnTo>
                  <a:cubicBezTo>
                    <a:pt x="26670" y="65384"/>
                    <a:pt x="23813" y="63479"/>
                    <a:pt x="20003" y="63479"/>
                  </a:cubicBezTo>
                  <a:cubicBezTo>
                    <a:pt x="16192" y="62527"/>
                    <a:pt x="13335" y="64432"/>
                    <a:pt x="11430" y="68242"/>
                  </a:cubicBezTo>
                  <a:cubicBezTo>
                    <a:pt x="10478" y="71099"/>
                    <a:pt x="11430" y="73957"/>
                    <a:pt x="12383" y="75862"/>
                  </a:cubicBezTo>
                  <a:cubicBezTo>
                    <a:pt x="15240" y="82529"/>
                    <a:pt x="20003" y="89197"/>
                    <a:pt x="26670" y="93007"/>
                  </a:cubicBezTo>
                  <a:cubicBezTo>
                    <a:pt x="22860" y="89197"/>
                    <a:pt x="18097" y="87292"/>
                    <a:pt x="12383" y="86339"/>
                  </a:cubicBezTo>
                  <a:cubicBezTo>
                    <a:pt x="6667" y="85387"/>
                    <a:pt x="1905" y="89197"/>
                    <a:pt x="0" y="93959"/>
                  </a:cubicBezTo>
                  <a:cubicBezTo>
                    <a:pt x="0" y="96817"/>
                    <a:pt x="0" y="99674"/>
                    <a:pt x="1905" y="102532"/>
                  </a:cubicBezTo>
                  <a:cubicBezTo>
                    <a:pt x="10478" y="118724"/>
                    <a:pt x="30480" y="120629"/>
                    <a:pt x="40005" y="134917"/>
                  </a:cubicBezTo>
                  <a:cubicBezTo>
                    <a:pt x="47625" y="145394"/>
                    <a:pt x="43815" y="156824"/>
                    <a:pt x="58103" y="162539"/>
                  </a:cubicBezTo>
                  <a:cubicBezTo>
                    <a:pt x="93345" y="177779"/>
                    <a:pt x="92392" y="112057"/>
                    <a:pt x="94297" y="90149"/>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15" name="Freeform 215"/>
            <p:cNvSpPr/>
            <p:nvPr/>
          </p:nvSpPr>
          <p:spPr>
            <a:xfrm>
              <a:off x="6644977" y="5963944"/>
              <a:ext cx="105148" cy="172965"/>
            </a:xfrm>
            <a:custGeom>
              <a:avLst/>
              <a:gdLst/>
              <a:ahLst/>
              <a:cxnLst/>
              <a:rect l="l" t="t" r="r" b="b"/>
              <a:pathLst>
                <a:path w="105148" h="172965">
                  <a:moveTo>
                    <a:pt x="73716" y="172965"/>
                  </a:moveTo>
                  <a:cubicBezTo>
                    <a:pt x="69906" y="172965"/>
                    <a:pt x="65144" y="172013"/>
                    <a:pt x="61334" y="170108"/>
                  </a:cubicBezTo>
                  <a:cubicBezTo>
                    <a:pt x="52761" y="166298"/>
                    <a:pt x="47046" y="159630"/>
                    <a:pt x="45141" y="151058"/>
                  </a:cubicBezTo>
                  <a:cubicBezTo>
                    <a:pt x="44189" y="147248"/>
                    <a:pt x="42284" y="144390"/>
                    <a:pt x="40379" y="141533"/>
                  </a:cubicBezTo>
                  <a:cubicBezTo>
                    <a:pt x="35616" y="135818"/>
                    <a:pt x="30854" y="132008"/>
                    <a:pt x="24186" y="129150"/>
                  </a:cubicBezTo>
                  <a:cubicBezTo>
                    <a:pt x="14661" y="124388"/>
                    <a:pt x="7041" y="117720"/>
                    <a:pt x="2279" y="109148"/>
                  </a:cubicBezTo>
                  <a:cubicBezTo>
                    <a:pt x="374" y="105338"/>
                    <a:pt x="-579" y="101528"/>
                    <a:pt x="374" y="97718"/>
                  </a:cubicBezTo>
                  <a:cubicBezTo>
                    <a:pt x="2279" y="91050"/>
                    <a:pt x="7994" y="86288"/>
                    <a:pt x="14661" y="86288"/>
                  </a:cubicBezTo>
                  <a:cubicBezTo>
                    <a:pt x="13709" y="85335"/>
                    <a:pt x="13709" y="83430"/>
                    <a:pt x="12756" y="82478"/>
                  </a:cubicBezTo>
                  <a:cubicBezTo>
                    <a:pt x="10851" y="78668"/>
                    <a:pt x="10851" y="74858"/>
                    <a:pt x="11804" y="71048"/>
                  </a:cubicBezTo>
                  <a:cubicBezTo>
                    <a:pt x="13709" y="66285"/>
                    <a:pt x="18471" y="63428"/>
                    <a:pt x="23234" y="63428"/>
                  </a:cubicBezTo>
                  <a:cubicBezTo>
                    <a:pt x="20376" y="59618"/>
                    <a:pt x="18471" y="55808"/>
                    <a:pt x="16566" y="51045"/>
                  </a:cubicBezTo>
                  <a:cubicBezTo>
                    <a:pt x="14661" y="47235"/>
                    <a:pt x="13709" y="42473"/>
                    <a:pt x="15614" y="38663"/>
                  </a:cubicBezTo>
                  <a:cubicBezTo>
                    <a:pt x="17519" y="33900"/>
                    <a:pt x="23234" y="31043"/>
                    <a:pt x="27996" y="31995"/>
                  </a:cubicBezTo>
                  <a:cubicBezTo>
                    <a:pt x="23234" y="24375"/>
                    <a:pt x="20376" y="15803"/>
                    <a:pt x="18471" y="7230"/>
                  </a:cubicBezTo>
                  <a:cubicBezTo>
                    <a:pt x="17519" y="4373"/>
                    <a:pt x="18471" y="1515"/>
                    <a:pt x="21329" y="563"/>
                  </a:cubicBezTo>
                  <a:cubicBezTo>
                    <a:pt x="21329" y="563"/>
                    <a:pt x="21329" y="563"/>
                    <a:pt x="21329" y="563"/>
                  </a:cubicBezTo>
                  <a:cubicBezTo>
                    <a:pt x="35616" y="-2295"/>
                    <a:pt x="47999" y="6278"/>
                    <a:pt x="57524" y="13898"/>
                  </a:cubicBezTo>
                  <a:cubicBezTo>
                    <a:pt x="68001" y="22470"/>
                    <a:pt x="77526" y="31995"/>
                    <a:pt x="87051" y="41520"/>
                  </a:cubicBezTo>
                  <a:cubicBezTo>
                    <a:pt x="92766" y="47235"/>
                    <a:pt x="97529" y="53903"/>
                    <a:pt x="101339" y="60570"/>
                  </a:cubicBezTo>
                  <a:cubicBezTo>
                    <a:pt x="105149" y="71048"/>
                    <a:pt x="106101" y="82478"/>
                    <a:pt x="104196" y="93908"/>
                  </a:cubicBezTo>
                  <a:lnTo>
                    <a:pt x="104196" y="93908"/>
                  </a:lnTo>
                  <a:cubicBezTo>
                    <a:pt x="104196" y="96765"/>
                    <a:pt x="104196" y="100575"/>
                    <a:pt x="103244" y="104385"/>
                  </a:cubicBezTo>
                  <a:cubicBezTo>
                    <a:pt x="102291" y="126293"/>
                    <a:pt x="100386" y="160583"/>
                    <a:pt x="84194" y="170108"/>
                  </a:cubicBezTo>
                  <a:cubicBezTo>
                    <a:pt x="81336" y="171060"/>
                    <a:pt x="77526" y="172965"/>
                    <a:pt x="73716" y="172965"/>
                  </a:cubicBezTo>
                  <a:close/>
                  <a:moveTo>
                    <a:pt x="16566" y="93908"/>
                  </a:moveTo>
                  <a:cubicBezTo>
                    <a:pt x="13709" y="93908"/>
                    <a:pt x="11804" y="94860"/>
                    <a:pt x="9899" y="97718"/>
                  </a:cubicBezTo>
                  <a:cubicBezTo>
                    <a:pt x="9899" y="99623"/>
                    <a:pt x="9899" y="101528"/>
                    <a:pt x="10851" y="103433"/>
                  </a:cubicBezTo>
                  <a:cubicBezTo>
                    <a:pt x="15614" y="110100"/>
                    <a:pt x="21329" y="115815"/>
                    <a:pt x="28949" y="119625"/>
                  </a:cubicBezTo>
                  <a:cubicBezTo>
                    <a:pt x="36569" y="123435"/>
                    <a:pt x="43236" y="128198"/>
                    <a:pt x="47999" y="134865"/>
                  </a:cubicBezTo>
                  <a:cubicBezTo>
                    <a:pt x="50856" y="138675"/>
                    <a:pt x="52761" y="142485"/>
                    <a:pt x="53714" y="147248"/>
                  </a:cubicBezTo>
                  <a:cubicBezTo>
                    <a:pt x="54666" y="153915"/>
                    <a:pt x="58476" y="158678"/>
                    <a:pt x="64191" y="160583"/>
                  </a:cubicBezTo>
                  <a:cubicBezTo>
                    <a:pt x="68954" y="163440"/>
                    <a:pt x="73716" y="163440"/>
                    <a:pt x="78479" y="160583"/>
                  </a:cubicBezTo>
                  <a:cubicBezTo>
                    <a:pt x="90861" y="152963"/>
                    <a:pt x="92766" y="119625"/>
                    <a:pt x="93719" y="102480"/>
                  </a:cubicBezTo>
                  <a:cubicBezTo>
                    <a:pt x="93719" y="98670"/>
                    <a:pt x="93719" y="94860"/>
                    <a:pt x="94671" y="92003"/>
                  </a:cubicBezTo>
                  <a:cubicBezTo>
                    <a:pt x="96576" y="82478"/>
                    <a:pt x="95624" y="72000"/>
                    <a:pt x="92766" y="63428"/>
                  </a:cubicBezTo>
                  <a:cubicBezTo>
                    <a:pt x="89909" y="56760"/>
                    <a:pt x="86099" y="51045"/>
                    <a:pt x="81336" y="46283"/>
                  </a:cubicBezTo>
                  <a:cubicBezTo>
                    <a:pt x="71811" y="36758"/>
                    <a:pt x="62286" y="28185"/>
                    <a:pt x="52761" y="19613"/>
                  </a:cubicBezTo>
                  <a:cubicBezTo>
                    <a:pt x="46094" y="13898"/>
                    <a:pt x="38474" y="9135"/>
                    <a:pt x="29901" y="8183"/>
                  </a:cubicBezTo>
                  <a:cubicBezTo>
                    <a:pt x="32759" y="18660"/>
                    <a:pt x="38474" y="28185"/>
                    <a:pt x="46094" y="35805"/>
                  </a:cubicBezTo>
                  <a:cubicBezTo>
                    <a:pt x="49904" y="37710"/>
                    <a:pt x="52761" y="40568"/>
                    <a:pt x="55619" y="44378"/>
                  </a:cubicBezTo>
                  <a:cubicBezTo>
                    <a:pt x="57524" y="46283"/>
                    <a:pt x="57524" y="49140"/>
                    <a:pt x="55619" y="51045"/>
                  </a:cubicBezTo>
                  <a:cubicBezTo>
                    <a:pt x="53714" y="52950"/>
                    <a:pt x="50856" y="52950"/>
                    <a:pt x="48951" y="51998"/>
                  </a:cubicBezTo>
                  <a:cubicBezTo>
                    <a:pt x="46094" y="50093"/>
                    <a:pt x="42284" y="47235"/>
                    <a:pt x="39426" y="44378"/>
                  </a:cubicBezTo>
                  <a:cubicBezTo>
                    <a:pt x="37521" y="43425"/>
                    <a:pt x="34664" y="41520"/>
                    <a:pt x="31806" y="41520"/>
                  </a:cubicBezTo>
                  <a:cubicBezTo>
                    <a:pt x="28949" y="40568"/>
                    <a:pt x="25139" y="40568"/>
                    <a:pt x="25139" y="42473"/>
                  </a:cubicBezTo>
                  <a:cubicBezTo>
                    <a:pt x="25139" y="44378"/>
                    <a:pt x="25139" y="46283"/>
                    <a:pt x="26091" y="47235"/>
                  </a:cubicBezTo>
                  <a:cubicBezTo>
                    <a:pt x="30854" y="58665"/>
                    <a:pt x="38474" y="68190"/>
                    <a:pt x="48951" y="75810"/>
                  </a:cubicBezTo>
                  <a:cubicBezTo>
                    <a:pt x="50856" y="77715"/>
                    <a:pt x="51809" y="80573"/>
                    <a:pt x="49904" y="82478"/>
                  </a:cubicBezTo>
                  <a:cubicBezTo>
                    <a:pt x="49904" y="82478"/>
                    <a:pt x="49904" y="82478"/>
                    <a:pt x="49904" y="82478"/>
                  </a:cubicBezTo>
                  <a:cubicBezTo>
                    <a:pt x="47999" y="84383"/>
                    <a:pt x="45141" y="85335"/>
                    <a:pt x="43236" y="83430"/>
                  </a:cubicBezTo>
                  <a:lnTo>
                    <a:pt x="31806" y="76763"/>
                  </a:lnTo>
                  <a:cubicBezTo>
                    <a:pt x="29901" y="74858"/>
                    <a:pt x="27044" y="73905"/>
                    <a:pt x="24186" y="72953"/>
                  </a:cubicBezTo>
                  <a:cubicBezTo>
                    <a:pt x="23234" y="72953"/>
                    <a:pt x="21329" y="72953"/>
                    <a:pt x="20376" y="73905"/>
                  </a:cubicBezTo>
                  <a:cubicBezTo>
                    <a:pt x="20376" y="75810"/>
                    <a:pt x="20376" y="76763"/>
                    <a:pt x="21329" y="77715"/>
                  </a:cubicBezTo>
                  <a:cubicBezTo>
                    <a:pt x="23234" y="83430"/>
                    <a:pt x="27044" y="88193"/>
                    <a:pt x="32759" y="92003"/>
                  </a:cubicBezTo>
                  <a:lnTo>
                    <a:pt x="33711" y="92955"/>
                  </a:lnTo>
                  <a:cubicBezTo>
                    <a:pt x="35616" y="94860"/>
                    <a:pt x="36569" y="97718"/>
                    <a:pt x="34664" y="99623"/>
                  </a:cubicBezTo>
                  <a:cubicBezTo>
                    <a:pt x="34664" y="99623"/>
                    <a:pt x="34664" y="99623"/>
                    <a:pt x="34664" y="99623"/>
                  </a:cubicBezTo>
                  <a:cubicBezTo>
                    <a:pt x="32759" y="101528"/>
                    <a:pt x="29901" y="102480"/>
                    <a:pt x="27996" y="100575"/>
                  </a:cubicBezTo>
                  <a:lnTo>
                    <a:pt x="27044" y="99623"/>
                  </a:lnTo>
                  <a:cubicBezTo>
                    <a:pt x="24186" y="96765"/>
                    <a:pt x="20376" y="94860"/>
                    <a:pt x="16566" y="94860"/>
                  </a:cubicBezTo>
                  <a:lnTo>
                    <a:pt x="16566" y="93908"/>
                  </a:lnTo>
                  <a:close/>
                  <a:moveTo>
                    <a:pt x="100386" y="92955"/>
                  </a:moveTo>
                  <a:lnTo>
                    <a:pt x="100386" y="92955"/>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16" name="Freeform 216"/>
            <p:cNvSpPr/>
            <p:nvPr/>
          </p:nvSpPr>
          <p:spPr>
            <a:xfrm>
              <a:off x="6302208" y="5978765"/>
              <a:ext cx="65012" cy="120327"/>
            </a:xfrm>
            <a:custGeom>
              <a:avLst/>
              <a:gdLst/>
              <a:ahLst/>
              <a:cxnLst/>
              <a:rect l="l" t="t" r="r" b="b"/>
              <a:pathLst>
                <a:path w="65012" h="120327">
                  <a:moveTo>
                    <a:pt x="243" y="57180"/>
                  </a:moveTo>
                  <a:cubicBezTo>
                    <a:pt x="2148" y="37177"/>
                    <a:pt x="7863" y="15270"/>
                    <a:pt x="25008" y="4792"/>
                  </a:cubicBezTo>
                  <a:cubicBezTo>
                    <a:pt x="35485" y="-923"/>
                    <a:pt x="48820" y="-1875"/>
                    <a:pt x="59298" y="3840"/>
                  </a:cubicBezTo>
                  <a:cubicBezTo>
                    <a:pt x="61203" y="4792"/>
                    <a:pt x="63108" y="6697"/>
                    <a:pt x="63108" y="8602"/>
                  </a:cubicBezTo>
                  <a:cubicBezTo>
                    <a:pt x="64060" y="11460"/>
                    <a:pt x="61203" y="14317"/>
                    <a:pt x="58345" y="16222"/>
                  </a:cubicBezTo>
                  <a:cubicBezTo>
                    <a:pt x="52630" y="20032"/>
                    <a:pt x="46915" y="21937"/>
                    <a:pt x="40248" y="23842"/>
                  </a:cubicBezTo>
                  <a:cubicBezTo>
                    <a:pt x="50725" y="22890"/>
                    <a:pt x="61203" y="28605"/>
                    <a:pt x="65013" y="39082"/>
                  </a:cubicBezTo>
                  <a:cubicBezTo>
                    <a:pt x="58345" y="46702"/>
                    <a:pt x="49773" y="51465"/>
                    <a:pt x="40248" y="52417"/>
                  </a:cubicBezTo>
                  <a:cubicBezTo>
                    <a:pt x="46915" y="50512"/>
                    <a:pt x="53583" y="53370"/>
                    <a:pt x="57393" y="58132"/>
                  </a:cubicBezTo>
                  <a:cubicBezTo>
                    <a:pt x="64060" y="67657"/>
                    <a:pt x="58345" y="69562"/>
                    <a:pt x="51678" y="75277"/>
                  </a:cubicBezTo>
                  <a:cubicBezTo>
                    <a:pt x="54535" y="74325"/>
                    <a:pt x="57393" y="75277"/>
                    <a:pt x="60250" y="76230"/>
                  </a:cubicBezTo>
                  <a:cubicBezTo>
                    <a:pt x="63108" y="77182"/>
                    <a:pt x="65013" y="80992"/>
                    <a:pt x="65013" y="83850"/>
                  </a:cubicBezTo>
                  <a:cubicBezTo>
                    <a:pt x="64060" y="89565"/>
                    <a:pt x="57393" y="91470"/>
                    <a:pt x="52630" y="94327"/>
                  </a:cubicBezTo>
                  <a:cubicBezTo>
                    <a:pt x="48820" y="97185"/>
                    <a:pt x="45963" y="100042"/>
                    <a:pt x="44058" y="104805"/>
                  </a:cubicBezTo>
                  <a:cubicBezTo>
                    <a:pt x="43105" y="107662"/>
                    <a:pt x="43105" y="109567"/>
                    <a:pt x="41200" y="112425"/>
                  </a:cubicBezTo>
                  <a:cubicBezTo>
                    <a:pt x="31675" y="129570"/>
                    <a:pt x="9768" y="115282"/>
                    <a:pt x="5005" y="102900"/>
                  </a:cubicBezTo>
                  <a:cubicBezTo>
                    <a:pt x="1195" y="88612"/>
                    <a:pt x="-710" y="72420"/>
                    <a:pt x="243" y="57180"/>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17" name="Freeform 217"/>
            <p:cNvSpPr/>
            <p:nvPr/>
          </p:nvSpPr>
          <p:spPr>
            <a:xfrm>
              <a:off x="6298407" y="5973292"/>
              <a:ext cx="76433" cy="130279"/>
            </a:xfrm>
            <a:custGeom>
              <a:avLst/>
              <a:gdLst/>
              <a:ahLst/>
              <a:cxnLst/>
              <a:rect l="l" t="t" r="r" b="b"/>
              <a:pathLst>
                <a:path w="76433" h="130279">
                  <a:moveTo>
                    <a:pt x="34524" y="130280"/>
                  </a:moveTo>
                  <a:lnTo>
                    <a:pt x="33571" y="130280"/>
                  </a:lnTo>
                  <a:cubicBezTo>
                    <a:pt x="22141" y="128375"/>
                    <a:pt x="11664" y="120755"/>
                    <a:pt x="6901" y="110277"/>
                  </a:cubicBezTo>
                  <a:cubicBezTo>
                    <a:pt x="1186" y="95037"/>
                    <a:pt x="-719" y="77892"/>
                    <a:pt x="234" y="61700"/>
                  </a:cubicBezTo>
                  <a:lnTo>
                    <a:pt x="234" y="61700"/>
                  </a:lnTo>
                  <a:cubicBezTo>
                    <a:pt x="1186" y="42650"/>
                    <a:pt x="6901" y="16932"/>
                    <a:pt x="26904" y="5502"/>
                  </a:cubicBezTo>
                  <a:cubicBezTo>
                    <a:pt x="39286" y="-1165"/>
                    <a:pt x="53574" y="-2118"/>
                    <a:pt x="65956" y="4550"/>
                  </a:cubicBezTo>
                  <a:cubicBezTo>
                    <a:pt x="68814" y="5502"/>
                    <a:pt x="71671" y="8360"/>
                    <a:pt x="72624" y="12170"/>
                  </a:cubicBezTo>
                  <a:cubicBezTo>
                    <a:pt x="73576" y="15027"/>
                    <a:pt x="72624" y="19790"/>
                    <a:pt x="65956" y="24552"/>
                  </a:cubicBezTo>
                  <a:lnTo>
                    <a:pt x="62146" y="27410"/>
                  </a:lnTo>
                  <a:cubicBezTo>
                    <a:pt x="67861" y="30267"/>
                    <a:pt x="72624" y="35982"/>
                    <a:pt x="75481" y="41697"/>
                  </a:cubicBezTo>
                  <a:cubicBezTo>
                    <a:pt x="76434" y="43602"/>
                    <a:pt x="75481" y="45507"/>
                    <a:pt x="74529" y="46460"/>
                  </a:cubicBezTo>
                  <a:cubicBezTo>
                    <a:pt x="71671" y="50270"/>
                    <a:pt x="67861" y="53127"/>
                    <a:pt x="63099" y="55985"/>
                  </a:cubicBezTo>
                  <a:cubicBezTo>
                    <a:pt x="65004" y="56937"/>
                    <a:pt x="65956" y="58842"/>
                    <a:pt x="66909" y="60747"/>
                  </a:cubicBezTo>
                  <a:cubicBezTo>
                    <a:pt x="71671" y="68367"/>
                    <a:pt x="71671" y="73130"/>
                    <a:pt x="68814" y="76940"/>
                  </a:cubicBezTo>
                  <a:lnTo>
                    <a:pt x="68814" y="76940"/>
                  </a:lnTo>
                  <a:cubicBezTo>
                    <a:pt x="73576" y="78845"/>
                    <a:pt x="76434" y="83607"/>
                    <a:pt x="76434" y="89322"/>
                  </a:cubicBezTo>
                  <a:cubicBezTo>
                    <a:pt x="75481" y="96942"/>
                    <a:pt x="69766" y="99800"/>
                    <a:pt x="65004" y="101705"/>
                  </a:cubicBezTo>
                  <a:lnTo>
                    <a:pt x="62146" y="103610"/>
                  </a:lnTo>
                  <a:cubicBezTo>
                    <a:pt x="59289" y="105515"/>
                    <a:pt x="56431" y="108372"/>
                    <a:pt x="55479" y="111230"/>
                  </a:cubicBezTo>
                  <a:cubicBezTo>
                    <a:pt x="55479" y="112182"/>
                    <a:pt x="54526" y="113135"/>
                    <a:pt x="54526" y="113135"/>
                  </a:cubicBezTo>
                  <a:cubicBezTo>
                    <a:pt x="54526" y="115040"/>
                    <a:pt x="53574" y="116945"/>
                    <a:pt x="52621" y="118850"/>
                  </a:cubicBezTo>
                  <a:cubicBezTo>
                    <a:pt x="47859" y="126470"/>
                    <a:pt x="41191" y="130280"/>
                    <a:pt x="34524" y="130280"/>
                  </a:cubicBezTo>
                  <a:close/>
                  <a:moveTo>
                    <a:pt x="8806" y="62652"/>
                  </a:moveTo>
                  <a:cubicBezTo>
                    <a:pt x="7854" y="77892"/>
                    <a:pt x="9759" y="92180"/>
                    <a:pt x="14521" y="106467"/>
                  </a:cubicBezTo>
                  <a:cubicBezTo>
                    <a:pt x="18331" y="114087"/>
                    <a:pt x="24999" y="118850"/>
                    <a:pt x="33571" y="120755"/>
                  </a:cubicBezTo>
                  <a:cubicBezTo>
                    <a:pt x="37381" y="120755"/>
                    <a:pt x="41191" y="118850"/>
                    <a:pt x="42144" y="115040"/>
                  </a:cubicBezTo>
                  <a:cubicBezTo>
                    <a:pt x="43096" y="114087"/>
                    <a:pt x="43096" y="112182"/>
                    <a:pt x="43096" y="111230"/>
                  </a:cubicBezTo>
                  <a:cubicBezTo>
                    <a:pt x="43096" y="110277"/>
                    <a:pt x="44049" y="109325"/>
                    <a:pt x="44049" y="108372"/>
                  </a:cubicBezTo>
                  <a:cubicBezTo>
                    <a:pt x="45954" y="102657"/>
                    <a:pt x="49764" y="97895"/>
                    <a:pt x="54526" y="95037"/>
                  </a:cubicBezTo>
                  <a:lnTo>
                    <a:pt x="58336" y="93132"/>
                  </a:lnTo>
                  <a:cubicBezTo>
                    <a:pt x="62146" y="91227"/>
                    <a:pt x="64051" y="90275"/>
                    <a:pt x="65004" y="88370"/>
                  </a:cubicBezTo>
                  <a:cubicBezTo>
                    <a:pt x="65004" y="86465"/>
                    <a:pt x="64051" y="86465"/>
                    <a:pt x="63099" y="85512"/>
                  </a:cubicBezTo>
                  <a:cubicBezTo>
                    <a:pt x="61194" y="84560"/>
                    <a:pt x="59289" y="84560"/>
                    <a:pt x="57384" y="84560"/>
                  </a:cubicBezTo>
                  <a:cubicBezTo>
                    <a:pt x="54526" y="84560"/>
                    <a:pt x="52621" y="82655"/>
                    <a:pt x="51669" y="80750"/>
                  </a:cubicBezTo>
                  <a:cubicBezTo>
                    <a:pt x="51669" y="78845"/>
                    <a:pt x="51669" y="76940"/>
                    <a:pt x="53574" y="75987"/>
                  </a:cubicBezTo>
                  <a:lnTo>
                    <a:pt x="55479" y="74082"/>
                  </a:lnTo>
                  <a:cubicBezTo>
                    <a:pt x="61194" y="69320"/>
                    <a:pt x="61194" y="69320"/>
                    <a:pt x="58336" y="65510"/>
                  </a:cubicBezTo>
                  <a:cubicBezTo>
                    <a:pt x="55479" y="60747"/>
                    <a:pt x="51669" y="60747"/>
                    <a:pt x="45954" y="61700"/>
                  </a:cubicBezTo>
                  <a:cubicBezTo>
                    <a:pt x="43096" y="61700"/>
                    <a:pt x="41191" y="60747"/>
                    <a:pt x="40239" y="57890"/>
                  </a:cubicBezTo>
                  <a:cubicBezTo>
                    <a:pt x="40239" y="57890"/>
                    <a:pt x="40239" y="57890"/>
                    <a:pt x="40239" y="57890"/>
                  </a:cubicBezTo>
                  <a:cubicBezTo>
                    <a:pt x="40239" y="55032"/>
                    <a:pt x="42144" y="53127"/>
                    <a:pt x="44049" y="52175"/>
                  </a:cubicBezTo>
                  <a:cubicBezTo>
                    <a:pt x="51669" y="51222"/>
                    <a:pt x="58336" y="47412"/>
                    <a:pt x="63099" y="42650"/>
                  </a:cubicBezTo>
                  <a:cubicBezTo>
                    <a:pt x="59289" y="35982"/>
                    <a:pt x="51669" y="32172"/>
                    <a:pt x="45001" y="33125"/>
                  </a:cubicBezTo>
                  <a:cubicBezTo>
                    <a:pt x="42144" y="33125"/>
                    <a:pt x="40239" y="32172"/>
                    <a:pt x="39286" y="29315"/>
                  </a:cubicBezTo>
                  <a:cubicBezTo>
                    <a:pt x="38334" y="26457"/>
                    <a:pt x="40239" y="24552"/>
                    <a:pt x="43096" y="23600"/>
                  </a:cubicBezTo>
                  <a:cubicBezTo>
                    <a:pt x="48811" y="21695"/>
                    <a:pt x="54526" y="19790"/>
                    <a:pt x="60241" y="15980"/>
                  </a:cubicBezTo>
                  <a:cubicBezTo>
                    <a:pt x="62146" y="15027"/>
                    <a:pt x="63099" y="14075"/>
                    <a:pt x="63099" y="13122"/>
                  </a:cubicBezTo>
                  <a:lnTo>
                    <a:pt x="61194" y="12170"/>
                  </a:lnTo>
                  <a:cubicBezTo>
                    <a:pt x="51669" y="7407"/>
                    <a:pt x="40239" y="7407"/>
                    <a:pt x="31666" y="13122"/>
                  </a:cubicBezTo>
                  <a:cubicBezTo>
                    <a:pt x="14521" y="23600"/>
                    <a:pt x="9759" y="45507"/>
                    <a:pt x="8806" y="62652"/>
                  </a:cubicBezTo>
                  <a:lnTo>
                    <a:pt x="8806" y="62652"/>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18" name="Freeform 218"/>
            <p:cNvSpPr/>
            <p:nvPr/>
          </p:nvSpPr>
          <p:spPr>
            <a:xfrm>
              <a:off x="6517716" y="5405390"/>
              <a:ext cx="72390" cy="72389"/>
            </a:xfrm>
            <a:custGeom>
              <a:avLst/>
              <a:gdLst/>
              <a:ahLst/>
              <a:cxnLst/>
              <a:rect l="l" t="t" r="r" b="b"/>
              <a:pathLst>
                <a:path w="72390" h="72389">
                  <a:moveTo>
                    <a:pt x="36195" y="72390"/>
                  </a:moveTo>
                  <a:cubicBezTo>
                    <a:pt x="16192" y="72390"/>
                    <a:pt x="0" y="56197"/>
                    <a:pt x="0" y="36195"/>
                  </a:cubicBezTo>
                  <a:cubicBezTo>
                    <a:pt x="0" y="16192"/>
                    <a:pt x="16192" y="0"/>
                    <a:pt x="36195" y="0"/>
                  </a:cubicBezTo>
                  <a:cubicBezTo>
                    <a:pt x="56197" y="0"/>
                    <a:pt x="72390" y="16192"/>
                    <a:pt x="72390" y="36195"/>
                  </a:cubicBezTo>
                  <a:cubicBezTo>
                    <a:pt x="72390" y="57150"/>
                    <a:pt x="56197" y="72390"/>
                    <a:pt x="36195" y="72390"/>
                  </a:cubicBezTo>
                  <a:close/>
                  <a:moveTo>
                    <a:pt x="36195" y="10477"/>
                  </a:moveTo>
                  <a:cubicBezTo>
                    <a:pt x="21908" y="10477"/>
                    <a:pt x="10478" y="21907"/>
                    <a:pt x="10478" y="36195"/>
                  </a:cubicBezTo>
                  <a:cubicBezTo>
                    <a:pt x="10478" y="50482"/>
                    <a:pt x="21908" y="61913"/>
                    <a:pt x="36195" y="61913"/>
                  </a:cubicBezTo>
                  <a:cubicBezTo>
                    <a:pt x="50483" y="61913"/>
                    <a:pt x="61913" y="50482"/>
                    <a:pt x="61913" y="36195"/>
                  </a:cubicBezTo>
                  <a:cubicBezTo>
                    <a:pt x="62865" y="22860"/>
                    <a:pt x="51435" y="11430"/>
                    <a:pt x="36195" y="10477"/>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19" name="Freeform 219"/>
            <p:cNvSpPr/>
            <p:nvPr/>
          </p:nvSpPr>
          <p:spPr>
            <a:xfrm>
              <a:off x="6597726" y="5405390"/>
              <a:ext cx="72390" cy="72389"/>
            </a:xfrm>
            <a:custGeom>
              <a:avLst/>
              <a:gdLst/>
              <a:ahLst/>
              <a:cxnLst/>
              <a:rect l="l" t="t" r="r" b="b"/>
              <a:pathLst>
                <a:path w="72390" h="72389">
                  <a:moveTo>
                    <a:pt x="36195" y="72390"/>
                  </a:moveTo>
                  <a:cubicBezTo>
                    <a:pt x="16193" y="72390"/>
                    <a:pt x="0" y="56197"/>
                    <a:pt x="0" y="36195"/>
                  </a:cubicBezTo>
                  <a:cubicBezTo>
                    <a:pt x="0" y="16192"/>
                    <a:pt x="16193" y="0"/>
                    <a:pt x="36195" y="0"/>
                  </a:cubicBezTo>
                  <a:cubicBezTo>
                    <a:pt x="56198" y="0"/>
                    <a:pt x="72390" y="16192"/>
                    <a:pt x="72390" y="36195"/>
                  </a:cubicBezTo>
                  <a:cubicBezTo>
                    <a:pt x="72390" y="57150"/>
                    <a:pt x="56198" y="72390"/>
                    <a:pt x="36195" y="72390"/>
                  </a:cubicBezTo>
                  <a:lnTo>
                    <a:pt x="36195" y="72390"/>
                  </a:lnTo>
                  <a:close/>
                  <a:moveTo>
                    <a:pt x="36195" y="10477"/>
                  </a:moveTo>
                  <a:cubicBezTo>
                    <a:pt x="21908" y="10477"/>
                    <a:pt x="10478" y="21907"/>
                    <a:pt x="10478" y="36195"/>
                  </a:cubicBezTo>
                  <a:cubicBezTo>
                    <a:pt x="10478" y="50482"/>
                    <a:pt x="21908" y="61913"/>
                    <a:pt x="36195" y="61913"/>
                  </a:cubicBezTo>
                  <a:cubicBezTo>
                    <a:pt x="50483" y="61913"/>
                    <a:pt x="61913" y="50482"/>
                    <a:pt x="61913" y="36195"/>
                  </a:cubicBezTo>
                  <a:cubicBezTo>
                    <a:pt x="62865" y="22860"/>
                    <a:pt x="50483" y="10477"/>
                    <a:pt x="36195" y="10477"/>
                  </a:cubicBezTo>
                  <a:lnTo>
                    <a:pt x="36195" y="10477"/>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20" name="Freeform 220"/>
            <p:cNvSpPr/>
            <p:nvPr/>
          </p:nvSpPr>
          <p:spPr>
            <a:xfrm>
              <a:off x="6564967" y="5502459"/>
              <a:ext cx="87137" cy="34435"/>
            </a:xfrm>
            <a:custGeom>
              <a:avLst/>
              <a:gdLst/>
              <a:ahLst/>
              <a:cxnLst/>
              <a:rect l="l" t="t" r="r" b="b"/>
              <a:pathLst>
                <a:path w="87137" h="34435">
                  <a:moveTo>
                    <a:pt x="37521" y="34376"/>
                  </a:moveTo>
                  <a:cubicBezTo>
                    <a:pt x="25139" y="34376"/>
                    <a:pt x="12756" y="31518"/>
                    <a:pt x="2279" y="25803"/>
                  </a:cubicBezTo>
                  <a:cubicBezTo>
                    <a:pt x="374" y="24851"/>
                    <a:pt x="-579" y="21993"/>
                    <a:pt x="374" y="19136"/>
                  </a:cubicBezTo>
                  <a:cubicBezTo>
                    <a:pt x="1326" y="17231"/>
                    <a:pt x="4184" y="16278"/>
                    <a:pt x="7041" y="17231"/>
                  </a:cubicBezTo>
                  <a:cubicBezTo>
                    <a:pt x="8946" y="18183"/>
                    <a:pt x="51809" y="41996"/>
                    <a:pt x="78479" y="1991"/>
                  </a:cubicBezTo>
                  <a:cubicBezTo>
                    <a:pt x="80384" y="86"/>
                    <a:pt x="83241" y="-867"/>
                    <a:pt x="85146" y="1038"/>
                  </a:cubicBezTo>
                  <a:cubicBezTo>
                    <a:pt x="87051" y="2943"/>
                    <a:pt x="88004" y="5801"/>
                    <a:pt x="86099" y="7706"/>
                  </a:cubicBezTo>
                  <a:cubicBezTo>
                    <a:pt x="75621" y="24851"/>
                    <a:pt x="56571" y="35328"/>
                    <a:pt x="37521" y="34376"/>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21" name="Freeform 221"/>
            <p:cNvSpPr/>
            <p:nvPr/>
          </p:nvSpPr>
          <p:spPr>
            <a:xfrm>
              <a:off x="6580581" y="5437774"/>
              <a:ext cx="27622" cy="9525"/>
            </a:xfrm>
            <a:custGeom>
              <a:avLst/>
              <a:gdLst/>
              <a:ahLst/>
              <a:cxnLst/>
              <a:rect l="l" t="t" r="r" b="b"/>
              <a:pathLst>
                <a:path w="27622" h="9525">
                  <a:moveTo>
                    <a:pt x="22860" y="9525"/>
                  </a:moveTo>
                  <a:lnTo>
                    <a:pt x="4763" y="9525"/>
                  </a:lnTo>
                  <a:cubicBezTo>
                    <a:pt x="1905" y="9525"/>
                    <a:pt x="0" y="7620"/>
                    <a:pt x="0" y="4763"/>
                  </a:cubicBezTo>
                  <a:cubicBezTo>
                    <a:pt x="0" y="1905"/>
                    <a:pt x="1905" y="0"/>
                    <a:pt x="4763" y="0"/>
                  </a:cubicBezTo>
                  <a:lnTo>
                    <a:pt x="22860" y="0"/>
                  </a:lnTo>
                  <a:cubicBezTo>
                    <a:pt x="25717" y="0"/>
                    <a:pt x="27622" y="1905"/>
                    <a:pt x="27622" y="4763"/>
                  </a:cubicBezTo>
                  <a:cubicBezTo>
                    <a:pt x="27622" y="7620"/>
                    <a:pt x="24765" y="9525"/>
                    <a:pt x="22860" y="952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22" name="Freeform 222"/>
            <p:cNvSpPr/>
            <p:nvPr/>
          </p:nvSpPr>
          <p:spPr>
            <a:xfrm>
              <a:off x="6659638" y="5437774"/>
              <a:ext cx="80962" cy="28575"/>
            </a:xfrm>
            <a:custGeom>
              <a:avLst/>
              <a:gdLst/>
              <a:ahLst/>
              <a:cxnLst/>
              <a:rect l="l" t="t" r="r" b="b"/>
              <a:pathLst>
                <a:path w="80962" h="28575">
                  <a:moveTo>
                    <a:pt x="76200" y="28575"/>
                  </a:moveTo>
                  <a:cubicBezTo>
                    <a:pt x="76200" y="28575"/>
                    <a:pt x="75248" y="28575"/>
                    <a:pt x="75248" y="28575"/>
                  </a:cubicBezTo>
                  <a:lnTo>
                    <a:pt x="3810" y="9525"/>
                  </a:lnTo>
                  <a:cubicBezTo>
                    <a:pt x="953" y="8573"/>
                    <a:pt x="0" y="5715"/>
                    <a:pt x="0" y="3810"/>
                  </a:cubicBezTo>
                  <a:cubicBezTo>
                    <a:pt x="953" y="953"/>
                    <a:pt x="3810" y="0"/>
                    <a:pt x="5715" y="0"/>
                  </a:cubicBezTo>
                  <a:lnTo>
                    <a:pt x="77153" y="19050"/>
                  </a:lnTo>
                  <a:cubicBezTo>
                    <a:pt x="80010" y="20003"/>
                    <a:pt x="80963" y="22860"/>
                    <a:pt x="80963" y="24765"/>
                  </a:cubicBezTo>
                  <a:cubicBezTo>
                    <a:pt x="80963" y="27623"/>
                    <a:pt x="79058" y="28575"/>
                    <a:pt x="76200" y="2857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23" name="Freeform 223"/>
            <p:cNvSpPr/>
            <p:nvPr/>
          </p:nvSpPr>
          <p:spPr>
            <a:xfrm>
              <a:off x="6696786" y="5446728"/>
              <a:ext cx="59377" cy="68644"/>
            </a:xfrm>
            <a:custGeom>
              <a:avLst/>
              <a:gdLst/>
              <a:ahLst/>
              <a:cxnLst/>
              <a:rect l="l" t="t" r="r" b="b"/>
              <a:pathLst>
                <a:path w="59377" h="68644">
                  <a:moveTo>
                    <a:pt x="0" y="26289"/>
                  </a:moveTo>
                  <a:cubicBezTo>
                    <a:pt x="1905" y="19622"/>
                    <a:pt x="5715" y="12954"/>
                    <a:pt x="11430" y="9144"/>
                  </a:cubicBezTo>
                  <a:cubicBezTo>
                    <a:pt x="20002" y="1524"/>
                    <a:pt x="31433" y="-1334"/>
                    <a:pt x="42863" y="572"/>
                  </a:cubicBezTo>
                  <a:cubicBezTo>
                    <a:pt x="54292" y="5334"/>
                    <a:pt x="60960" y="17716"/>
                    <a:pt x="59055" y="29147"/>
                  </a:cubicBezTo>
                  <a:cubicBezTo>
                    <a:pt x="57150" y="45339"/>
                    <a:pt x="46672" y="59627"/>
                    <a:pt x="31433" y="66294"/>
                  </a:cubicBezTo>
                  <a:cubicBezTo>
                    <a:pt x="21908" y="70104"/>
                    <a:pt x="10477" y="69152"/>
                    <a:pt x="952" y="64389"/>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24" name="Freeform 224"/>
            <p:cNvSpPr/>
            <p:nvPr/>
          </p:nvSpPr>
          <p:spPr>
            <a:xfrm>
              <a:off x="6692976" y="5443878"/>
              <a:ext cx="68177" cy="76764"/>
            </a:xfrm>
            <a:custGeom>
              <a:avLst/>
              <a:gdLst/>
              <a:ahLst/>
              <a:cxnLst/>
              <a:rect l="l" t="t" r="r" b="b"/>
              <a:pathLst>
                <a:path w="68177" h="76764">
                  <a:moveTo>
                    <a:pt x="21908" y="76764"/>
                  </a:moveTo>
                  <a:cubicBezTo>
                    <a:pt x="15240" y="76764"/>
                    <a:pt x="8573" y="74859"/>
                    <a:pt x="2858" y="72002"/>
                  </a:cubicBezTo>
                  <a:cubicBezTo>
                    <a:pt x="953" y="71049"/>
                    <a:pt x="-952" y="68192"/>
                    <a:pt x="953" y="65334"/>
                  </a:cubicBezTo>
                  <a:cubicBezTo>
                    <a:pt x="953" y="65334"/>
                    <a:pt x="953" y="65334"/>
                    <a:pt x="953" y="65334"/>
                  </a:cubicBezTo>
                  <a:cubicBezTo>
                    <a:pt x="1905" y="62477"/>
                    <a:pt x="4763" y="61524"/>
                    <a:pt x="7620" y="63429"/>
                  </a:cubicBezTo>
                  <a:cubicBezTo>
                    <a:pt x="7620" y="63429"/>
                    <a:pt x="7620" y="63429"/>
                    <a:pt x="7620" y="63429"/>
                  </a:cubicBezTo>
                  <a:cubicBezTo>
                    <a:pt x="16193" y="67239"/>
                    <a:pt x="25718" y="68192"/>
                    <a:pt x="34290" y="65334"/>
                  </a:cubicBezTo>
                  <a:cubicBezTo>
                    <a:pt x="47625" y="59619"/>
                    <a:pt x="57150" y="47237"/>
                    <a:pt x="58103" y="31997"/>
                  </a:cubicBezTo>
                  <a:cubicBezTo>
                    <a:pt x="60008" y="22472"/>
                    <a:pt x="54293" y="11994"/>
                    <a:pt x="45720" y="8184"/>
                  </a:cubicBezTo>
                  <a:cubicBezTo>
                    <a:pt x="36195" y="7232"/>
                    <a:pt x="25718" y="10089"/>
                    <a:pt x="19050" y="15804"/>
                  </a:cubicBezTo>
                  <a:cubicBezTo>
                    <a:pt x="14288" y="19614"/>
                    <a:pt x="10478" y="24377"/>
                    <a:pt x="9525" y="31044"/>
                  </a:cubicBezTo>
                  <a:cubicBezTo>
                    <a:pt x="8573" y="33902"/>
                    <a:pt x="5715" y="34854"/>
                    <a:pt x="3810" y="34854"/>
                  </a:cubicBezTo>
                  <a:cubicBezTo>
                    <a:pt x="953" y="33902"/>
                    <a:pt x="0" y="31044"/>
                    <a:pt x="0" y="29139"/>
                  </a:cubicBezTo>
                  <a:cubicBezTo>
                    <a:pt x="1905" y="21519"/>
                    <a:pt x="6668" y="14852"/>
                    <a:pt x="13335" y="10089"/>
                  </a:cubicBezTo>
                  <a:cubicBezTo>
                    <a:pt x="22860" y="1517"/>
                    <a:pt x="36195" y="-1341"/>
                    <a:pt x="48578" y="564"/>
                  </a:cubicBezTo>
                  <a:cubicBezTo>
                    <a:pt x="61913" y="6279"/>
                    <a:pt x="70485" y="20567"/>
                    <a:pt x="67628" y="34854"/>
                  </a:cubicBezTo>
                  <a:cubicBezTo>
                    <a:pt x="65723" y="52952"/>
                    <a:pt x="54293" y="69144"/>
                    <a:pt x="37148" y="75812"/>
                  </a:cubicBezTo>
                  <a:cubicBezTo>
                    <a:pt x="32385" y="75812"/>
                    <a:pt x="26670" y="76764"/>
                    <a:pt x="21908" y="76764"/>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25" name="Freeform 225"/>
            <p:cNvSpPr/>
            <p:nvPr/>
          </p:nvSpPr>
          <p:spPr>
            <a:xfrm>
              <a:off x="6757372" y="5851738"/>
              <a:ext cx="161417" cy="232904"/>
            </a:xfrm>
            <a:custGeom>
              <a:avLst/>
              <a:gdLst/>
              <a:ahLst/>
              <a:cxnLst/>
              <a:rect l="l" t="t" r="r" b="b"/>
              <a:pathLst>
                <a:path w="161417" h="232904">
                  <a:moveTo>
                    <a:pt x="121341" y="232784"/>
                  </a:moveTo>
                  <a:cubicBezTo>
                    <a:pt x="76574" y="232784"/>
                    <a:pt x="11804" y="196589"/>
                    <a:pt x="2279" y="191826"/>
                  </a:cubicBezTo>
                  <a:cubicBezTo>
                    <a:pt x="374" y="190874"/>
                    <a:pt x="-579" y="187064"/>
                    <a:pt x="374" y="185159"/>
                  </a:cubicBezTo>
                  <a:cubicBezTo>
                    <a:pt x="1326" y="183254"/>
                    <a:pt x="5136" y="182301"/>
                    <a:pt x="7041" y="183254"/>
                  </a:cubicBezTo>
                  <a:cubicBezTo>
                    <a:pt x="38474" y="201351"/>
                    <a:pt x="124199" y="241356"/>
                    <a:pt x="147059" y="214686"/>
                  </a:cubicBezTo>
                  <a:cubicBezTo>
                    <a:pt x="169919" y="188016"/>
                    <a:pt x="101339" y="55619"/>
                    <a:pt x="73716" y="7041"/>
                  </a:cubicBezTo>
                  <a:cubicBezTo>
                    <a:pt x="72764" y="4184"/>
                    <a:pt x="73716" y="1326"/>
                    <a:pt x="76574" y="374"/>
                  </a:cubicBezTo>
                  <a:cubicBezTo>
                    <a:pt x="78479" y="-579"/>
                    <a:pt x="81336" y="374"/>
                    <a:pt x="82289" y="2279"/>
                  </a:cubicBezTo>
                  <a:cubicBezTo>
                    <a:pt x="92766" y="20376"/>
                    <a:pt x="187064" y="184206"/>
                    <a:pt x="154679" y="221354"/>
                  </a:cubicBezTo>
                  <a:cubicBezTo>
                    <a:pt x="145154" y="228974"/>
                    <a:pt x="133724" y="233736"/>
                    <a:pt x="121341" y="232784"/>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26" name="Freeform 226"/>
            <p:cNvSpPr/>
            <p:nvPr/>
          </p:nvSpPr>
          <p:spPr>
            <a:xfrm>
              <a:off x="6740227" y="6170826"/>
              <a:ext cx="175881" cy="78478"/>
            </a:xfrm>
            <a:custGeom>
              <a:avLst/>
              <a:gdLst/>
              <a:ahLst/>
              <a:cxnLst/>
              <a:rect l="l" t="t" r="r" b="b"/>
              <a:pathLst>
                <a:path w="175881" h="78478">
                  <a:moveTo>
                    <a:pt x="171824" y="78479"/>
                  </a:moveTo>
                  <a:lnTo>
                    <a:pt x="171824" y="78479"/>
                  </a:lnTo>
                  <a:cubicBezTo>
                    <a:pt x="99434" y="68001"/>
                    <a:pt x="7041" y="10851"/>
                    <a:pt x="2279" y="8946"/>
                  </a:cubicBezTo>
                  <a:cubicBezTo>
                    <a:pt x="374" y="7994"/>
                    <a:pt x="-579" y="4184"/>
                    <a:pt x="374" y="2279"/>
                  </a:cubicBezTo>
                  <a:cubicBezTo>
                    <a:pt x="374" y="2279"/>
                    <a:pt x="374" y="2279"/>
                    <a:pt x="374" y="2279"/>
                  </a:cubicBezTo>
                  <a:cubicBezTo>
                    <a:pt x="1326" y="374"/>
                    <a:pt x="4184" y="-579"/>
                    <a:pt x="7041" y="374"/>
                  </a:cubicBezTo>
                  <a:cubicBezTo>
                    <a:pt x="7041" y="374"/>
                    <a:pt x="7041" y="374"/>
                    <a:pt x="7041" y="374"/>
                  </a:cubicBezTo>
                  <a:cubicBezTo>
                    <a:pt x="7994" y="1326"/>
                    <a:pt x="102291" y="58476"/>
                    <a:pt x="171824" y="68954"/>
                  </a:cubicBezTo>
                  <a:cubicBezTo>
                    <a:pt x="174681" y="68954"/>
                    <a:pt x="176586" y="71811"/>
                    <a:pt x="175634" y="73716"/>
                  </a:cubicBezTo>
                  <a:cubicBezTo>
                    <a:pt x="175634" y="73716"/>
                    <a:pt x="175634" y="73716"/>
                    <a:pt x="175634" y="73716"/>
                  </a:cubicBezTo>
                  <a:cubicBezTo>
                    <a:pt x="176586" y="76574"/>
                    <a:pt x="174681" y="77526"/>
                    <a:pt x="171824" y="78479"/>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27" name="Freeform 227"/>
            <p:cNvSpPr/>
            <p:nvPr/>
          </p:nvSpPr>
          <p:spPr>
            <a:xfrm rot="16994313">
              <a:off x="4385153" y="6381572"/>
              <a:ext cx="283837" cy="344796"/>
            </a:xfrm>
            <a:custGeom>
              <a:avLst/>
              <a:gdLst/>
              <a:ahLst/>
              <a:cxnLst/>
              <a:rect l="l" t="t" r="r" b="b"/>
              <a:pathLst>
                <a:path w="283837" h="344796">
                  <a:moveTo>
                    <a:pt x="0" y="0"/>
                  </a:moveTo>
                  <a:lnTo>
                    <a:pt x="283838" y="0"/>
                  </a:lnTo>
                  <a:lnTo>
                    <a:pt x="283838" y="344796"/>
                  </a:lnTo>
                  <a:lnTo>
                    <a:pt x="0" y="344796"/>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28" name="Freeform 228"/>
            <p:cNvSpPr/>
            <p:nvPr/>
          </p:nvSpPr>
          <p:spPr>
            <a:xfrm>
              <a:off x="4321950" y="6372876"/>
              <a:ext cx="410780" cy="364108"/>
            </a:xfrm>
            <a:custGeom>
              <a:avLst/>
              <a:gdLst/>
              <a:ahLst/>
              <a:cxnLst/>
              <a:rect l="l" t="t" r="r" b="b"/>
              <a:pathLst>
                <a:path w="410780" h="364108">
                  <a:moveTo>
                    <a:pt x="340296" y="363156"/>
                  </a:moveTo>
                  <a:lnTo>
                    <a:pt x="339343" y="363156"/>
                  </a:lnTo>
                  <a:lnTo>
                    <a:pt x="3111" y="284098"/>
                  </a:lnTo>
                  <a:cubicBezTo>
                    <a:pt x="1206" y="283146"/>
                    <a:pt x="-699" y="281241"/>
                    <a:pt x="253" y="279336"/>
                  </a:cubicBezTo>
                  <a:cubicBezTo>
                    <a:pt x="253" y="279336"/>
                    <a:pt x="253" y="279336"/>
                    <a:pt x="253" y="279336"/>
                  </a:cubicBezTo>
                  <a:lnTo>
                    <a:pt x="65023" y="3111"/>
                  </a:lnTo>
                  <a:cubicBezTo>
                    <a:pt x="65976" y="1206"/>
                    <a:pt x="67881" y="-699"/>
                    <a:pt x="70738" y="253"/>
                  </a:cubicBezTo>
                  <a:lnTo>
                    <a:pt x="406971" y="79311"/>
                  </a:lnTo>
                  <a:cubicBezTo>
                    <a:pt x="407923" y="79311"/>
                    <a:pt x="408876" y="80263"/>
                    <a:pt x="409828" y="81216"/>
                  </a:cubicBezTo>
                  <a:cubicBezTo>
                    <a:pt x="410781" y="82168"/>
                    <a:pt x="410781" y="83121"/>
                    <a:pt x="410781" y="85026"/>
                  </a:cubicBezTo>
                  <a:lnTo>
                    <a:pt x="346011" y="361251"/>
                  </a:lnTo>
                  <a:cubicBezTo>
                    <a:pt x="346011" y="362203"/>
                    <a:pt x="345058" y="363156"/>
                    <a:pt x="344106" y="364108"/>
                  </a:cubicBezTo>
                  <a:cubicBezTo>
                    <a:pt x="342201" y="363156"/>
                    <a:pt x="341248" y="363156"/>
                    <a:pt x="340296" y="363156"/>
                  </a:cubicBezTo>
                  <a:close/>
                  <a:moveTo>
                    <a:pt x="9778" y="276478"/>
                  </a:moveTo>
                  <a:lnTo>
                    <a:pt x="337438" y="353631"/>
                  </a:lnTo>
                  <a:lnTo>
                    <a:pt x="400303" y="85978"/>
                  </a:lnTo>
                  <a:lnTo>
                    <a:pt x="72643" y="8826"/>
                  </a:lnTo>
                  <a:lnTo>
                    <a:pt x="9778" y="276478"/>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29" name="Freeform 229"/>
            <p:cNvSpPr/>
            <p:nvPr/>
          </p:nvSpPr>
          <p:spPr>
            <a:xfrm>
              <a:off x="4498416" y="6300510"/>
              <a:ext cx="97155" cy="156810"/>
            </a:xfrm>
            <a:custGeom>
              <a:avLst/>
              <a:gdLst/>
              <a:ahLst/>
              <a:cxnLst/>
              <a:rect l="l" t="t" r="r" b="b"/>
              <a:pathLst>
                <a:path w="97155" h="156810">
                  <a:moveTo>
                    <a:pt x="97155" y="22137"/>
                  </a:moveTo>
                  <a:cubicBezTo>
                    <a:pt x="97155" y="22137"/>
                    <a:pt x="91440" y="165012"/>
                    <a:pt x="77153" y="156440"/>
                  </a:cubicBezTo>
                  <a:cubicBezTo>
                    <a:pt x="58103" y="145010"/>
                    <a:pt x="65723" y="112625"/>
                    <a:pt x="65723" y="112625"/>
                  </a:cubicBezTo>
                  <a:lnTo>
                    <a:pt x="0" y="98337"/>
                  </a:lnTo>
                  <a:cubicBezTo>
                    <a:pt x="0" y="98337"/>
                    <a:pt x="27622" y="4040"/>
                    <a:pt x="29528" y="230"/>
                  </a:cubicBezTo>
                  <a:cubicBezTo>
                    <a:pt x="31432" y="-2628"/>
                    <a:pt x="97155" y="22137"/>
                    <a:pt x="97155" y="22137"/>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30" name="Freeform 230"/>
            <p:cNvSpPr/>
            <p:nvPr/>
          </p:nvSpPr>
          <p:spPr>
            <a:xfrm>
              <a:off x="4494606" y="6295871"/>
              <a:ext cx="106679" cy="165840"/>
            </a:xfrm>
            <a:custGeom>
              <a:avLst/>
              <a:gdLst/>
              <a:ahLst/>
              <a:cxnLst/>
              <a:rect l="l" t="t" r="r" b="b"/>
              <a:pathLst>
                <a:path w="106679" h="165840">
                  <a:moveTo>
                    <a:pt x="81915" y="165841"/>
                  </a:moveTo>
                  <a:cubicBezTo>
                    <a:pt x="80963" y="165841"/>
                    <a:pt x="79057" y="165841"/>
                    <a:pt x="78105" y="164888"/>
                  </a:cubicBezTo>
                  <a:cubicBezTo>
                    <a:pt x="60007" y="154411"/>
                    <a:pt x="61913" y="130598"/>
                    <a:pt x="63817" y="120121"/>
                  </a:cubicBezTo>
                  <a:lnTo>
                    <a:pt x="2857" y="106786"/>
                  </a:lnTo>
                  <a:cubicBezTo>
                    <a:pt x="1905" y="106786"/>
                    <a:pt x="953" y="105833"/>
                    <a:pt x="0" y="104881"/>
                  </a:cubicBezTo>
                  <a:cubicBezTo>
                    <a:pt x="0" y="103928"/>
                    <a:pt x="0" y="102976"/>
                    <a:pt x="0" y="101071"/>
                  </a:cubicBezTo>
                  <a:cubicBezTo>
                    <a:pt x="10478" y="65828"/>
                    <a:pt x="28575" y="5821"/>
                    <a:pt x="30480" y="2011"/>
                  </a:cubicBezTo>
                  <a:cubicBezTo>
                    <a:pt x="32385" y="-847"/>
                    <a:pt x="34290" y="-4657"/>
                    <a:pt x="103823" y="22013"/>
                  </a:cubicBezTo>
                  <a:cubicBezTo>
                    <a:pt x="105728" y="22966"/>
                    <a:pt x="106680" y="23918"/>
                    <a:pt x="106680" y="25823"/>
                  </a:cubicBezTo>
                  <a:cubicBezTo>
                    <a:pt x="104775" y="64876"/>
                    <a:pt x="100013" y="156316"/>
                    <a:pt x="86678" y="163936"/>
                  </a:cubicBezTo>
                  <a:cubicBezTo>
                    <a:pt x="84773" y="165841"/>
                    <a:pt x="82867" y="165841"/>
                    <a:pt x="81915" y="165841"/>
                  </a:cubicBezTo>
                  <a:close/>
                  <a:moveTo>
                    <a:pt x="9525" y="100118"/>
                  </a:moveTo>
                  <a:lnTo>
                    <a:pt x="70485" y="112501"/>
                  </a:lnTo>
                  <a:cubicBezTo>
                    <a:pt x="71438" y="112501"/>
                    <a:pt x="72390" y="113453"/>
                    <a:pt x="73342" y="114406"/>
                  </a:cubicBezTo>
                  <a:cubicBezTo>
                    <a:pt x="73342" y="115358"/>
                    <a:pt x="73342" y="116311"/>
                    <a:pt x="73342" y="118216"/>
                  </a:cubicBezTo>
                  <a:cubicBezTo>
                    <a:pt x="73342" y="118216"/>
                    <a:pt x="66675" y="146791"/>
                    <a:pt x="80963" y="157268"/>
                  </a:cubicBezTo>
                  <a:cubicBezTo>
                    <a:pt x="87630" y="147743"/>
                    <a:pt x="93345" y="85831"/>
                    <a:pt x="96203" y="30586"/>
                  </a:cubicBezTo>
                  <a:cubicBezTo>
                    <a:pt x="71438" y="21061"/>
                    <a:pt x="44767" y="11536"/>
                    <a:pt x="36195" y="10583"/>
                  </a:cubicBezTo>
                  <a:cubicBezTo>
                    <a:pt x="33338" y="21061"/>
                    <a:pt x="19050" y="66781"/>
                    <a:pt x="9525" y="100118"/>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31" name="Freeform 231"/>
            <p:cNvSpPr/>
            <p:nvPr/>
          </p:nvSpPr>
          <p:spPr>
            <a:xfrm>
              <a:off x="4691666" y="7119889"/>
              <a:ext cx="170423" cy="186888"/>
            </a:xfrm>
            <a:custGeom>
              <a:avLst/>
              <a:gdLst/>
              <a:ahLst/>
              <a:cxnLst/>
              <a:rect l="l" t="t" r="r" b="b"/>
              <a:pathLst>
                <a:path w="170423" h="186888">
                  <a:moveTo>
                    <a:pt x="4870" y="4763"/>
                  </a:moveTo>
                  <a:cubicBezTo>
                    <a:pt x="4870" y="4763"/>
                    <a:pt x="-845" y="94298"/>
                    <a:pt x="107" y="127635"/>
                  </a:cubicBezTo>
                  <a:cubicBezTo>
                    <a:pt x="107" y="161925"/>
                    <a:pt x="107" y="193358"/>
                    <a:pt x="40112" y="185738"/>
                  </a:cubicBezTo>
                  <a:cubicBezTo>
                    <a:pt x="62020" y="181928"/>
                    <a:pt x="181082" y="151448"/>
                    <a:pt x="169652" y="129540"/>
                  </a:cubicBezTo>
                  <a:cubicBezTo>
                    <a:pt x="159175" y="107633"/>
                    <a:pt x="81070" y="101918"/>
                    <a:pt x="81070" y="101918"/>
                  </a:cubicBezTo>
                  <a:lnTo>
                    <a:pt x="87737" y="0"/>
                  </a:ln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32" name="Freeform 232"/>
            <p:cNvSpPr/>
            <p:nvPr/>
          </p:nvSpPr>
          <p:spPr>
            <a:xfrm>
              <a:off x="4687964" y="7115127"/>
              <a:ext cx="177641" cy="196215"/>
            </a:xfrm>
            <a:custGeom>
              <a:avLst/>
              <a:gdLst/>
              <a:ahLst/>
              <a:cxnLst/>
              <a:rect l="l" t="t" r="r" b="b"/>
              <a:pathLst>
                <a:path w="177641" h="196215">
                  <a:moveTo>
                    <a:pt x="33338" y="196215"/>
                  </a:moveTo>
                  <a:cubicBezTo>
                    <a:pt x="25717" y="196215"/>
                    <a:pt x="19050" y="194310"/>
                    <a:pt x="13335" y="189548"/>
                  </a:cubicBezTo>
                  <a:cubicBezTo>
                    <a:pt x="0" y="179070"/>
                    <a:pt x="0" y="157163"/>
                    <a:pt x="0" y="133350"/>
                  </a:cubicBezTo>
                  <a:lnTo>
                    <a:pt x="0" y="132398"/>
                  </a:lnTo>
                  <a:cubicBezTo>
                    <a:pt x="0" y="99060"/>
                    <a:pt x="4763" y="9525"/>
                    <a:pt x="4763" y="8573"/>
                  </a:cubicBezTo>
                  <a:cubicBezTo>
                    <a:pt x="4763" y="5715"/>
                    <a:pt x="6667" y="4763"/>
                    <a:pt x="9525" y="4763"/>
                  </a:cubicBezTo>
                  <a:cubicBezTo>
                    <a:pt x="9525" y="4763"/>
                    <a:pt x="9525" y="4763"/>
                    <a:pt x="9525" y="4763"/>
                  </a:cubicBezTo>
                  <a:cubicBezTo>
                    <a:pt x="11430" y="4763"/>
                    <a:pt x="13335" y="6668"/>
                    <a:pt x="13335" y="9525"/>
                  </a:cubicBezTo>
                  <a:cubicBezTo>
                    <a:pt x="13335" y="9525"/>
                    <a:pt x="13335" y="9525"/>
                    <a:pt x="13335" y="9525"/>
                  </a:cubicBezTo>
                  <a:cubicBezTo>
                    <a:pt x="13335" y="10478"/>
                    <a:pt x="7620" y="99060"/>
                    <a:pt x="8572" y="132398"/>
                  </a:cubicBezTo>
                  <a:lnTo>
                    <a:pt x="8572" y="133350"/>
                  </a:lnTo>
                  <a:cubicBezTo>
                    <a:pt x="8572" y="154305"/>
                    <a:pt x="8572" y="174308"/>
                    <a:pt x="19050" y="182880"/>
                  </a:cubicBezTo>
                  <a:cubicBezTo>
                    <a:pt x="26670" y="187643"/>
                    <a:pt x="35242" y="188595"/>
                    <a:pt x="42863" y="186690"/>
                  </a:cubicBezTo>
                  <a:cubicBezTo>
                    <a:pt x="70485" y="181928"/>
                    <a:pt x="160972" y="156210"/>
                    <a:pt x="169545" y="139065"/>
                  </a:cubicBezTo>
                  <a:cubicBezTo>
                    <a:pt x="170497" y="138113"/>
                    <a:pt x="170497" y="137160"/>
                    <a:pt x="169545" y="136208"/>
                  </a:cubicBezTo>
                  <a:cubicBezTo>
                    <a:pt x="161925" y="121920"/>
                    <a:pt x="114300" y="113348"/>
                    <a:pt x="84772" y="110490"/>
                  </a:cubicBezTo>
                  <a:cubicBezTo>
                    <a:pt x="81915" y="110490"/>
                    <a:pt x="80963" y="108585"/>
                    <a:pt x="80963" y="105728"/>
                  </a:cubicBezTo>
                  <a:lnTo>
                    <a:pt x="87630" y="3810"/>
                  </a:lnTo>
                  <a:cubicBezTo>
                    <a:pt x="87630" y="953"/>
                    <a:pt x="89535" y="0"/>
                    <a:pt x="92392" y="0"/>
                  </a:cubicBezTo>
                  <a:cubicBezTo>
                    <a:pt x="95250" y="0"/>
                    <a:pt x="96202" y="1905"/>
                    <a:pt x="96202" y="4763"/>
                  </a:cubicBezTo>
                  <a:lnTo>
                    <a:pt x="89535" y="102870"/>
                  </a:lnTo>
                  <a:cubicBezTo>
                    <a:pt x="107632" y="104775"/>
                    <a:pt x="166688" y="111443"/>
                    <a:pt x="176213" y="132398"/>
                  </a:cubicBezTo>
                  <a:cubicBezTo>
                    <a:pt x="178117" y="135255"/>
                    <a:pt x="178117" y="140018"/>
                    <a:pt x="176213" y="142875"/>
                  </a:cubicBezTo>
                  <a:cubicBezTo>
                    <a:pt x="162877" y="169545"/>
                    <a:pt x="44767" y="194310"/>
                    <a:pt x="43815" y="195263"/>
                  </a:cubicBezTo>
                  <a:cubicBezTo>
                    <a:pt x="40005" y="196215"/>
                    <a:pt x="37147" y="196215"/>
                    <a:pt x="33338" y="19621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33" name="Freeform 233"/>
            <p:cNvSpPr/>
            <p:nvPr/>
          </p:nvSpPr>
          <p:spPr>
            <a:xfrm>
              <a:off x="4969796" y="7130367"/>
              <a:ext cx="179787" cy="186888"/>
            </a:xfrm>
            <a:custGeom>
              <a:avLst/>
              <a:gdLst/>
              <a:ahLst/>
              <a:cxnLst/>
              <a:rect l="l" t="t" r="r" b="b"/>
              <a:pathLst>
                <a:path w="179787" h="186888">
                  <a:moveTo>
                    <a:pt x="4870" y="4763"/>
                  </a:moveTo>
                  <a:cubicBezTo>
                    <a:pt x="4870" y="4763"/>
                    <a:pt x="-845" y="94297"/>
                    <a:pt x="107" y="127635"/>
                  </a:cubicBezTo>
                  <a:cubicBezTo>
                    <a:pt x="107" y="161925"/>
                    <a:pt x="107" y="193358"/>
                    <a:pt x="40112" y="185738"/>
                  </a:cubicBezTo>
                  <a:cubicBezTo>
                    <a:pt x="62020" y="181928"/>
                    <a:pt x="189655" y="160972"/>
                    <a:pt x="179177" y="139065"/>
                  </a:cubicBezTo>
                  <a:cubicBezTo>
                    <a:pt x="168700" y="117158"/>
                    <a:pt x="82022" y="101917"/>
                    <a:pt x="82022" y="101917"/>
                  </a:cubicBezTo>
                  <a:lnTo>
                    <a:pt x="88690" y="0"/>
                  </a:ln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34" name="Freeform 234"/>
            <p:cNvSpPr/>
            <p:nvPr/>
          </p:nvSpPr>
          <p:spPr>
            <a:xfrm>
              <a:off x="4965141" y="7125605"/>
              <a:ext cx="189071" cy="196215"/>
            </a:xfrm>
            <a:custGeom>
              <a:avLst/>
              <a:gdLst/>
              <a:ahLst/>
              <a:cxnLst/>
              <a:rect l="l" t="t" r="r" b="b"/>
              <a:pathLst>
                <a:path w="189071" h="196215">
                  <a:moveTo>
                    <a:pt x="33338" y="196215"/>
                  </a:moveTo>
                  <a:cubicBezTo>
                    <a:pt x="25717" y="196215"/>
                    <a:pt x="19050" y="194310"/>
                    <a:pt x="13335" y="189547"/>
                  </a:cubicBezTo>
                  <a:cubicBezTo>
                    <a:pt x="0" y="179070"/>
                    <a:pt x="0" y="157163"/>
                    <a:pt x="0" y="133350"/>
                  </a:cubicBezTo>
                  <a:lnTo>
                    <a:pt x="0" y="131445"/>
                  </a:lnTo>
                  <a:cubicBezTo>
                    <a:pt x="0" y="98108"/>
                    <a:pt x="4763" y="8572"/>
                    <a:pt x="4763" y="7620"/>
                  </a:cubicBezTo>
                  <a:cubicBezTo>
                    <a:pt x="4763" y="4763"/>
                    <a:pt x="6667" y="3810"/>
                    <a:pt x="9525" y="3810"/>
                  </a:cubicBezTo>
                  <a:cubicBezTo>
                    <a:pt x="11430" y="3810"/>
                    <a:pt x="13335" y="5715"/>
                    <a:pt x="13335" y="8572"/>
                  </a:cubicBezTo>
                  <a:cubicBezTo>
                    <a:pt x="13335" y="8572"/>
                    <a:pt x="13335" y="8572"/>
                    <a:pt x="13335" y="8572"/>
                  </a:cubicBezTo>
                  <a:cubicBezTo>
                    <a:pt x="13335" y="9525"/>
                    <a:pt x="7620" y="98108"/>
                    <a:pt x="8573" y="131445"/>
                  </a:cubicBezTo>
                  <a:lnTo>
                    <a:pt x="8573" y="132397"/>
                  </a:lnTo>
                  <a:cubicBezTo>
                    <a:pt x="8573" y="153353"/>
                    <a:pt x="8573" y="173355"/>
                    <a:pt x="19050" y="181928"/>
                  </a:cubicBezTo>
                  <a:cubicBezTo>
                    <a:pt x="26670" y="186690"/>
                    <a:pt x="35242" y="187642"/>
                    <a:pt x="42863" y="185738"/>
                  </a:cubicBezTo>
                  <a:lnTo>
                    <a:pt x="49530" y="184785"/>
                  </a:lnTo>
                  <a:cubicBezTo>
                    <a:pt x="149542" y="167640"/>
                    <a:pt x="175260" y="155258"/>
                    <a:pt x="178117" y="147638"/>
                  </a:cubicBezTo>
                  <a:cubicBezTo>
                    <a:pt x="178117" y="146685"/>
                    <a:pt x="178117" y="146685"/>
                    <a:pt x="178117" y="145733"/>
                  </a:cubicBezTo>
                  <a:cubicBezTo>
                    <a:pt x="170498" y="131445"/>
                    <a:pt x="116205" y="117158"/>
                    <a:pt x="83820" y="110490"/>
                  </a:cubicBezTo>
                  <a:cubicBezTo>
                    <a:pt x="81915" y="110490"/>
                    <a:pt x="80010" y="107633"/>
                    <a:pt x="80010" y="105728"/>
                  </a:cubicBezTo>
                  <a:lnTo>
                    <a:pt x="86677" y="3810"/>
                  </a:lnTo>
                  <a:cubicBezTo>
                    <a:pt x="86677" y="953"/>
                    <a:pt x="88583" y="0"/>
                    <a:pt x="91440" y="0"/>
                  </a:cubicBezTo>
                  <a:cubicBezTo>
                    <a:pt x="94298" y="0"/>
                    <a:pt x="95250" y="1905"/>
                    <a:pt x="95250" y="4763"/>
                  </a:cubicBezTo>
                  <a:lnTo>
                    <a:pt x="90488" y="103822"/>
                  </a:lnTo>
                  <a:cubicBezTo>
                    <a:pt x="108585" y="107633"/>
                    <a:pt x="177165" y="120967"/>
                    <a:pt x="187642" y="142875"/>
                  </a:cubicBezTo>
                  <a:cubicBezTo>
                    <a:pt x="189548" y="145733"/>
                    <a:pt x="189548" y="149542"/>
                    <a:pt x="187642" y="152400"/>
                  </a:cubicBezTo>
                  <a:cubicBezTo>
                    <a:pt x="180975" y="166688"/>
                    <a:pt x="139065" y="179070"/>
                    <a:pt x="52388" y="194310"/>
                  </a:cubicBezTo>
                  <a:lnTo>
                    <a:pt x="45720" y="195263"/>
                  </a:lnTo>
                  <a:cubicBezTo>
                    <a:pt x="40958" y="196215"/>
                    <a:pt x="37148" y="196215"/>
                    <a:pt x="33338" y="19621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35" name="Freeform 235"/>
            <p:cNvSpPr/>
            <p:nvPr/>
          </p:nvSpPr>
          <p:spPr>
            <a:xfrm>
              <a:off x="4667669" y="6083569"/>
              <a:ext cx="415582" cy="1110882"/>
            </a:xfrm>
            <a:custGeom>
              <a:avLst/>
              <a:gdLst/>
              <a:ahLst/>
              <a:cxnLst/>
              <a:rect l="l" t="t" r="r" b="b"/>
              <a:pathLst>
                <a:path w="415582" h="1110882">
                  <a:moveTo>
                    <a:pt x="17437" y="32385"/>
                  </a:moveTo>
                  <a:cubicBezTo>
                    <a:pt x="17437" y="32385"/>
                    <a:pt x="-10185" y="983932"/>
                    <a:pt x="4102" y="1065848"/>
                  </a:cubicBezTo>
                  <a:cubicBezTo>
                    <a:pt x="4102" y="1065848"/>
                    <a:pt x="60300" y="1128713"/>
                    <a:pt x="131737" y="1097280"/>
                  </a:cubicBezTo>
                  <a:lnTo>
                    <a:pt x="223177" y="325755"/>
                  </a:lnTo>
                  <a:lnTo>
                    <a:pt x="271755" y="1097280"/>
                  </a:lnTo>
                  <a:cubicBezTo>
                    <a:pt x="271755" y="1097280"/>
                    <a:pt x="318427" y="1143000"/>
                    <a:pt x="415582" y="1066800"/>
                  </a:cubicBezTo>
                  <a:lnTo>
                    <a:pt x="415582" y="0"/>
                  </a:lnTo>
                  <a:lnTo>
                    <a:pt x="17437" y="32385"/>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36" name="Freeform 236"/>
            <p:cNvSpPr/>
            <p:nvPr/>
          </p:nvSpPr>
          <p:spPr>
            <a:xfrm>
              <a:off x="4663659" y="6077855"/>
              <a:ext cx="425307" cy="1121195"/>
            </a:xfrm>
            <a:custGeom>
              <a:avLst/>
              <a:gdLst/>
              <a:ahLst/>
              <a:cxnLst/>
              <a:rect l="l" t="t" r="r" b="b"/>
              <a:pathLst>
                <a:path w="425307" h="1121195">
                  <a:moveTo>
                    <a:pt x="318627" y="1121093"/>
                  </a:moveTo>
                  <a:cubicBezTo>
                    <a:pt x="302435" y="1122045"/>
                    <a:pt x="285290" y="1116330"/>
                    <a:pt x="272907" y="1105853"/>
                  </a:cubicBezTo>
                  <a:cubicBezTo>
                    <a:pt x="271955" y="1104900"/>
                    <a:pt x="271955" y="1103948"/>
                    <a:pt x="271002" y="1102995"/>
                  </a:cubicBezTo>
                  <a:lnTo>
                    <a:pt x="226235" y="384810"/>
                  </a:lnTo>
                  <a:lnTo>
                    <a:pt x="141462" y="1103948"/>
                  </a:lnTo>
                  <a:cubicBezTo>
                    <a:pt x="141462" y="1105853"/>
                    <a:pt x="140510" y="1106805"/>
                    <a:pt x="138605" y="1107758"/>
                  </a:cubicBezTo>
                  <a:cubicBezTo>
                    <a:pt x="64310" y="1140143"/>
                    <a:pt x="5255" y="1075373"/>
                    <a:pt x="5255" y="1075373"/>
                  </a:cubicBezTo>
                  <a:cubicBezTo>
                    <a:pt x="4302" y="1074420"/>
                    <a:pt x="4302" y="1073468"/>
                    <a:pt x="4302" y="1072515"/>
                  </a:cubicBezTo>
                  <a:cubicBezTo>
                    <a:pt x="-9985" y="991553"/>
                    <a:pt x="15732" y="77152"/>
                    <a:pt x="17637" y="38100"/>
                  </a:cubicBezTo>
                  <a:cubicBezTo>
                    <a:pt x="17637" y="35242"/>
                    <a:pt x="19542" y="33338"/>
                    <a:pt x="22400" y="33338"/>
                  </a:cubicBezTo>
                  <a:lnTo>
                    <a:pt x="420545" y="0"/>
                  </a:lnTo>
                  <a:cubicBezTo>
                    <a:pt x="423402" y="0"/>
                    <a:pt x="425307" y="1905"/>
                    <a:pt x="425307" y="4763"/>
                  </a:cubicBezTo>
                  <a:cubicBezTo>
                    <a:pt x="425307" y="4763"/>
                    <a:pt x="425307" y="4763"/>
                    <a:pt x="425307" y="4763"/>
                  </a:cubicBezTo>
                  <a:lnTo>
                    <a:pt x="425307" y="1072515"/>
                  </a:lnTo>
                  <a:cubicBezTo>
                    <a:pt x="425307" y="1074420"/>
                    <a:pt x="424355" y="1075373"/>
                    <a:pt x="423402" y="1076325"/>
                  </a:cubicBezTo>
                  <a:cubicBezTo>
                    <a:pt x="377682" y="1110615"/>
                    <a:pt x="343392" y="1121093"/>
                    <a:pt x="318627" y="1121093"/>
                  </a:cubicBezTo>
                  <a:close/>
                  <a:moveTo>
                    <a:pt x="281480" y="1100138"/>
                  </a:moveTo>
                  <a:cubicBezTo>
                    <a:pt x="289100" y="1106805"/>
                    <a:pt x="331962" y="1134428"/>
                    <a:pt x="414830" y="1069658"/>
                  </a:cubicBezTo>
                  <a:lnTo>
                    <a:pt x="414830" y="9525"/>
                  </a:lnTo>
                  <a:lnTo>
                    <a:pt x="26210" y="42863"/>
                  </a:lnTo>
                  <a:cubicBezTo>
                    <a:pt x="24305" y="112395"/>
                    <a:pt x="-460" y="983933"/>
                    <a:pt x="12875" y="1069658"/>
                  </a:cubicBezTo>
                  <a:cubicBezTo>
                    <a:pt x="20495" y="1077278"/>
                    <a:pt x="69072" y="1125855"/>
                    <a:pt x="131937" y="1100138"/>
                  </a:cubicBezTo>
                  <a:lnTo>
                    <a:pt x="223377" y="331470"/>
                  </a:lnTo>
                  <a:cubicBezTo>
                    <a:pt x="223377" y="328613"/>
                    <a:pt x="225282" y="326708"/>
                    <a:pt x="228140" y="327660"/>
                  </a:cubicBezTo>
                  <a:cubicBezTo>
                    <a:pt x="228140" y="327660"/>
                    <a:pt x="228140" y="327660"/>
                    <a:pt x="228140" y="327660"/>
                  </a:cubicBezTo>
                  <a:cubicBezTo>
                    <a:pt x="230997" y="327660"/>
                    <a:pt x="232902" y="329565"/>
                    <a:pt x="232902" y="332422"/>
                  </a:cubicBezTo>
                  <a:lnTo>
                    <a:pt x="281480" y="1100138"/>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37" name="Freeform 237"/>
            <p:cNvSpPr/>
            <p:nvPr/>
          </p:nvSpPr>
          <p:spPr>
            <a:xfrm>
              <a:off x="5496636" y="5611077"/>
              <a:ext cx="167288" cy="152452"/>
            </a:xfrm>
            <a:custGeom>
              <a:avLst/>
              <a:gdLst/>
              <a:ahLst/>
              <a:cxnLst/>
              <a:rect l="l" t="t" r="r" b="b"/>
              <a:pathLst>
                <a:path w="167288" h="152452">
                  <a:moveTo>
                    <a:pt x="0" y="94350"/>
                  </a:moveTo>
                  <a:cubicBezTo>
                    <a:pt x="0" y="94350"/>
                    <a:pt x="53340" y="64823"/>
                    <a:pt x="57150" y="61013"/>
                  </a:cubicBezTo>
                  <a:cubicBezTo>
                    <a:pt x="60960" y="58155"/>
                    <a:pt x="79058" y="8625"/>
                    <a:pt x="82867" y="5768"/>
                  </a:cubicBezTo>
                  <a:cubicBezTo>
                    <a:pt x="86677" y="2910"/>
                    <a:pt x="93345" y="-2805"/>
                    <a:pt x="96202" y="3863"/>
                  </a:cubicBezTo>
                  <a:cubicBezTo>
                    <a:pt x="99060" y="10530"/>
                    <a:pt x="93345" y="48630"/>
                    <a:pt x="93345" y="48630"/>
                  </a:cubicBezTo>
                  <a:cubicBezTo>
                    <a:pt x="93345" y="48630"/>
                    <a:pt x="158115" y="-1852"/>
                    <a:pt x="162877" y="53"/>
                  </a:cubicBezTo>
                  <a:cubicBezTo>
                    <a:pt x="167640" y="2910"/>
                    <a:pt x="170497" y="8625"/>
                    <a:pt x="160972" y="22913"/>
                  </a:cubicBezTo>
                  <a:cubicBezTo>
                    <a:pt x="151447" y="34343"/>
                    <a:pt x="140970" y="43868"/>
                    <a:pt x="128588" y="51488"/>
                  </a:cubicBezTo>
                  <a:cubicBezTo>
                    <a:pt x="128588" y="51488"/>
                    <a:pt x="151447" y="77205"/>
                    <a:pt x="147638" y="85778"/>
                  </a:cubicBezTo>
                  <a:cubicBezTo>
                    <a:pt x="143827" y="94350"/>
                    <a:pt x="57150" y="152453"/>
                    <a:pt x="57150" y="152453"/>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38" name="Freeform 238"/>
            <p:cNvSpPr/>
            <p:nvPr/>
          </p:nvSpPr>
          <p:spPr>
            <a:xfrm>
              <a:off x="5491500" y="5605605"/>
              <a:ext cx="175814" cy="162687"/>
            </a:xfrm>
            <a:custGeom>
              <a:avLst/>
              <a:gdLst/>
              <a:ahLst/>
              <a:cxnLst/>
              <a:rect l="l" t="t" r="r" b="b"/>
              <a:pathLst>
                <a:path w="175814" h="162687">
                  <a:moveTo>
                    <a:pt x="61334" y="162687"/>
                  </a:moveTo>
                  <a:cubicBezTo>
                    <a:pt x="59429" y="162687"/>
                    <a:pt x="58476" y="161735"/>
                    <a:pt x="57524" y="160782"/>
                  </a:cubicBezTo>
                  <a:cubicBezTo>
                    <a:pt x="56571" y="158877"/>
                    <a:pt x="56571" y="156020"/>
                    <a:pt x="58476" y="155067"/>
                  </a:cubicBezTo>
                  <a:cubicBezTo>
                    <a:pt x="58476" y="155067"/>
                    <a:pt x="58476" y="155067"/>
                    <a:pt x="58476" y="155067"/>
                  </a:cubicBezTo>
                  <a:cubicBezTo>
                    <a:pt x="99434" y="127445"/>
                    <a:pt x="144201" y="96012"/>
                    <a:pt x="147059" y="90297"/>
                  </a:cubicBezTo>
                  <a:cubicBezTo>
                    <a:pt x="148011" y="87439"/>
                    <a:pt x="139439" y="73152"/>
                    <a:pt x="128009" y="60770"/>
                  </a:cubicBezTo>
                  <a:cubicBezTo>
                    <a:pt x="127056" y="59817"/>
                    <a:pt x="127056" y="58864"/>
                    <a:pt x="127056" y="56960"/>
                  </a:cubicBezTo>
                  <a:cubicBezTo>
                    <a:pt x="127056" y="56007"/>
                    <a:pt x="128009" y="54102"/>
                    <a:pt x="128961" y="54102"/>
                  </a:cubicBezTo>
                  <a:cubicBezTo>
                    <a:pt x="140391" y="46482"/>
                    <a:pt x="150869" y="37910"/>
                    <a:pt x="160394" y="27432"/>
                  </a:cubicBezTo>
                  <a:cubicBezTo>
                    <a:pt x="166109" y="18860"/>
                    <a:pt x="166109" y="15050"/>
                    <a:pt x="166109" y="13144"/>
                  </a:cubicBezTo>
                  <a:cubicBezTo>
                    <a:pt x="166109" y="12192"/>
                    <a:pt x="165156" y="12192"/>
                    <a:pt x="165156" y="11239"/>
                  </a:cubicBezTo>
                  <a:cubicBezTo>
                    <a:pt x="142296" y="25527"/>
                    <a:pt x="120389" y="40767"/>
                    <a:pt x="99434" y="57912"/>
                  </a:cubicBezTo>
                  <a:cubicBezTo>
                    <a:pt x="97529" y="58864"/>
                    <a:pt x="95624" y="58864"/>
                    <a:pt x="94671" y="57912"/>
                  </a:cubicBezTo>
                  <a:cubicBezTo>
                    <a:pt x="92766" y="56960"/>
                    <a:pt x="91814" y="55054"/>
                    <a:pt x="92766" y="53150"/>
                  </a:cubicBezTo>
                  <a:cubicBezTo>
                    <a:pt x="95624" y="38862"/>
                    <a:pt x="96576" y="25527"/>
                    <a:pt x="95624" y="11239"/>
                  </a:cubicBezTo>
                  <a:cubicBezTo>
                    <a:pt x="94671" y="11239"/>
                    <a:pt x="92766" y="12192"/>
                    <a:pt x="89909" y="15050"/>
                  </a:cubicBezTo>
                  <a:cubicBezTo>
                    <a:pt x="87051" y="17907"/>
                    <a:pt x="84194" y="28385"/>
                    <a:pt x="80384" y="36957"/>
                  </a:cubicBezTo>
                  <a:cubicBezTo>
                    <a:pt x="70859" y="60770"/>
                    <a:pt x="67049" y="68389"/>
                    <a:pt x="64191" y="70295"/>
                  </a:cubicBezTo>
                  <a:cubicBezTo>
                    <a:pt x="61334" y="72200"/>
                    <a:pt x="15614" y="98870"/>
                    <a:pt x="6089" y="103632"/>
                  </a:cubicBezTo>
                  <a:cubicBezTo>
                    <a:pt x="4184" y="104585"/>
                    <a:pt x="1326" y="103632"/>
                    <a:pt x="374" y="101727"/>
                  </a:cubicBezTo>
                  <a:cubicBezTo>
                    <a:pt x="-579" y="99822"/>
                    <a:pt x="374" y="96964"/>
                    <a:pt x="2279" y="96012"/>
                  </a:cubicBezTo>
                  <a:cubicBezTo>
                    <a:pt x="22281" y="84582"/>
                    <a:pt x="55619" y="65532"/>
                    <a:pt x="58476" y="62675"/>
                  </a:cubicBezTo>
                  <a:cubicBezTo>
                    <a:pt x="63239" y="53150"/>
                    <a:pt x="68001" y="42672"/>
                    <a:pt x="71811" y="32194"/>
                  </a:cubicBezTo>
                  <a:cubicBezTo>
                    <a:pt x="74669" y="23622"/>
                    <a:pt x="78479" y="15050"/>
                    <a:pt x="83241" y="7430"/>
                  </a:cubicBezTo>
                  <a:cubicBezTo>
                    <a:pt x="85146" y="5525"/>
                    <a:pt x="90861" y="-190"/>
                    <a:pt x="97529" y="762"/>
                  </a:cubicBezTo>
                  <a:cubicBezTo>
                    <a:pt x="100386" y="1714"/>
                    <a:pt x="103244" y="3619"/>
                    <a:pt x="104196" y="6477"/>
                  </a:cubicBezTo>
                  <a:cubicBezTo>
                    <a:pt x="105149" y="18860"/>
                    <a:pt x="105149" y="30289"/>
                    <a:pt x="103244" y="42672"/>
                  </a:cubicBezTo>
                  <a:cubicBezTo>
                    <a:pt x="162299" y="-3048"/>
                    <a:pt x="167061" y="-1143"/>
                    <a:pt x="169919" y="762"/>
                  </a:cubicBezTo>
                  <a:cubicBezTo>
                    <a:pt x="172776" y="2667"/>
                    <a:pt x="175634" y="5525"/>
                    <a:pt x="175634" y="9335"/>
                  </a:cubicBezTo>
                  <a:cubicBezTo>
                    <a:pt x="176586" y="16955"/>
                    <a:pt x="173729" y="24575"/>
                    <a:pt x="168014" y="30289"/>
                  </a:cubicBezTo>
                  <a:cubicBezTo>
                    <a:pt x="159441" y="40767"/>
                    <a:pt x="149916" y="49339"/>
                    <a:pt x="139439" y="56960"/>
                  </a:cubicBezTo>
                  <a:cubicBezTo>
                    <a:pt x="148011" y="66485"/>
                    <a:pt x="159441" y="83629"/>
                    <a:pt x="156584" y="92202"/>
                  </a:cubicBezTo>
                  <a:cubicBezTo>
                    <a:pt x="153726" y="100775"/>
                    <a:pt x="90861" y="143637"/>
                    <a:pt x="64191" y="161735"/>
                  </a:cubicBezTo>
                  <a:cubicBezTo>
                    <a:pt x="63239" y="161735"/>
                    <a:pt x="62286" y="161735"/>
                    <a:pt x="61334" y="162687"/>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39" name="Freeform 239"/>
            <p:cNvSpPr/>
            <p:nvPr/>
          </p:nvSpPr>
          <p:spPr>
            <a:xfrm>
              <a:off x="4650983" y="5642481"/>
              <a:ext cx="467812" cy="676356"/>
            </a:xfrm>
            <a:custGeom>
              <a:avLst/>
              <a:gdLst/>
              <a:ahLst/>
              <a:cxnLst/>
              <a:rect l="l" t="t" r="r" b="b"/>
              <a:pathLst>
                <a:path w="467812" h="676356">
                  <a:moveTo>
                    <a:pt x="387501" y="9607"/>
                  </a:moveTo>
                  <a:cubicBezTo>
                    <a:pt x="387501" y="9607"/>
                    <a:pt x="293203" y="-20874"/>
                    <a:pt x="46506" y="26751"/>
                  </a:cubicBezTo>
                  <a:cubicBezTo>
                    <a:pt x="3643" y="35324"/>
                    <a:pt x="-16359" y="435374"/>
                    <a:pt x="16026" y="676357"/>
                  </a:cubicBezTo>
                  <a:lnTo>
                    <a:pt x="449413" y="672546"/>
                  </a:lnTo>
                  <a:cubicBezTo>
                    <a:pt x="448461" y="671594"/>
                    <a:pt x="519898" y="42944"/>
                    <a:pt x="387501" y="9607"/>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240" name="Freeform 240"/>
            <p:cNvSpPr/>
            <p:nvPr/>
          </p:nvSpPr>
          <p:spPr>
            <a:xfrm>
              <a:off x="4511751" y="5610177"/>
              <a:ext cx="231913" cy="739139"/>
            </a:xfrm>
            <a:custGeom>
              <a:avLst/>
              <a:gdLst/>
              <a:ahLst/>
              <a:cxnLst/>
              <a:rect l="l" t="t" r="r" b="b"/>
              <a:pathLst>
                <a:path w="231913" h="739139">
                  <a:moveTo>
                    <a:pt x="168592" y="0"/>
                  </a:moveTo>
                  <a:cubicBezTo>
                    <a:pt x="168592" y="0"/>
                    <a:pt x="75248" y="300038"/>
                    <a:pt x="68580" y="326707"/>
                  </a:cubicBezTo>
                  <a:cubicBezTo>
                    <a:pt x="62865" y="353378"/>
                    <a:pt x="0" y="705803"/>
                    <a:pt x="0" y="705803"/>
                  </a:cubicBezTo>
                  <a:lnTo>
                    <a:pt x="98108" y="739140"/>
                  </a:lnTo>
                  <a:cubicBezTo>
                    <a:pt x="98108" y="739140"/>
                    <a:pt x="240983" y="409575"/>
                    <a:pt x="231458" y="316230"/>
                  </a:cubicBezTo>
                  <a:cubicBezTo>
                    <a:pt x="222885" y="223838"/>
                    <a:pt x="168592" y="0"/>
                    <a:pt x="168592" y="0"/>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241" name="Freeform 241"/>
            <p:cNvSpPr/>
            <p:nvPr/>
          </p:nvSpPr>
          <p:spPr>
            <a:xfrm>
              <a:off x="4952758" y="5651913"/>
              <a:ext cx="640079" cy="393839"/>
            </a:xfrm>
            <a:custGeom>
              <a:avLst/>
              <a:gdLst/>
              <a:ahLst/>
              <a:cxnLst/>
              <a:rect l="l" t="t" r="r" b="b"/>
              <a:pathLst>
                <a:path w="640079" h="393839">
                  <a:moveTo>
                    <a:pt x="77153" y="174"/>
                  </a:moveTo>
                  <a:cubicBezTo>
                    <a:pt x="152400" y="6841"/>
                    <a:pt x="309563" y="188769"/>
                    <a:pt x="321945" y="184006"/>
                  </a:cubicBezTo>
                  <a:cubicBezTo>
                    <a:pt x="334328" y="178291"/>
                    <a:pt x="566738" y="19224"/>
                    <a:pt x="566738" y="19224"/>
                  </a:cubicBezTo>
                  <a:lnTo>
                    <a:pt x="640080" y="99234"/>
                  </a:lnTo>
                  <a:cubicBezTo>
                    <a:pt x="640080" y="99234"/>
                    <a:pt x="415290" y="360219"/>
                    <a:pt x="369570" y="387841"/>
                  </a:cubicBezTo>
                  <a:cubicBezTo>
                    <a:pt x="299085" y="429751"/>
                    <a:pt x="0" y="238299"/>
                    <a:pt x="0" y="238299"/>
                  </a:cubicBezTo>
                  <a:cubicBezTo>
                    <a:pt x="0" y="238299"/>
                    <a:pt x="1905" y="-7446"/>
                    <a:pt x="77153" y="174"/>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242" name="Freeform 242"/>
            <p:cNvSpPr/>
            <p:nvPr/>
          </p:nvSpPr>
          <p:spPr>
            <a:xfrm>
              <a:off x="4543618" y="6369320"/>
              <a:ext cx="20520" cy="44767"/>
            </a:xfrm>
            <a:custGeom>
              <a:avLst/>
              <a:gdLst/>
              <a:ahLst/>
              <a:cxnLst/>
              <a:rect l="l" t="t" r="r" b="b"/>
              <a:pathLst>
                <a:path w="20520" h="44767">
                  <a:moveTo>
                    <a:pt x="20520" y="44767"/>
                  </a:moveTo>
                  <a:cubicBezTo>
                    <a:pt x="20520" y="44767"/>
                    <a:pt x="-9960" y="28575"/>
                    <a:pt x="3375" y="0"/>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43" name="Freeform 243"/>
            <p:cNvSpPr/>
            <p:nvPr/>
          </p:nvSpPr>
          <p:spPr>
            <a:xfrm>
              <a:off x="4539659" y="6365136"/>
              <a:ext cx="28663" cy="53713"/>
            </a:xfrm>
            <a:custGeom>
              <a:avLst/>
              <a:gdLst/>
              <a:ahLst/>
              <a:cxnLst/>
              <a:rect l="l" t="t" r="r" b="b"/>
              <a:pathLst>
                <a:path w="28663" h="53713">
                  <a:moveTo>
                    <a:pt x="24479" y="53714"/>
                  </a:moveTo>
                  <a:cubicBezTo>
                    <a:pt x="23527" y="53714"/>
                    <a:pt x="22574" y="53714"/>
                    <a:pt x="22574" y="52761"/>
                  </a:cubicBezTo>
                  <a:cubicBezTo>
                    <a:pt x="11144" y="46094"/>
                    <a:pt x="-7906" y="27996"/>
                    <a:pt x="3524" y="2279"/>
                  </a:cubicBezTo>
                  <a:cubicBezTo>
                    <a:pt x="4477" y="374"/>
                    <a:pt x="7334" y="-579"/>
                    <a:pt x="9239" y="374"/>
                  </a:cubicBezTo>
                  <a:cubicBezTo>
                    <a:pt x="11144" y="1326"/>
                    <a:pt x="12097" y="4184"/>
                    <a:pt x="11144" y="6089"/>
                  </a:cubicBezTo>
                  <a:cubicBezTo>
                    <a:pt x="-286" y="29901"/>
                    <a:pt x="25432" y="45141"/>
                    <a:pt x="26384" y="45141"/>
                  </a:cubicBezTo>
                  <a:cubicBezTo>
                    <a:pt x="28289" y="46094"/>
                    <a:pt x="29242" y="48951"/>
                    <a:pt x="28289" y="50856"/>
                  </a:cubicBezTo>
                  <a:cubicBezTo>
                    <a:pt x="27337" y="52761"/>
                    <a:pt x="25432" y="53714"/>
                    <a:pt x="24479" y="53714"/>
                  </a:cubicBezTo>
                  <a:lnTo>
                    <a:pt x="24479" y="53714"/>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44" name="Freeform 244"/>
            <p:cNvSpPr/>
            <p:nvPr/>
          </p:nvSpPr>
          <p:spPr>
            <a:xfrm>
              <a:off x="4988868" y="5879649"/>
              <a:ext cx="273453" cy="166773"/>
            </a:xfrm>
            <a:custGeom>
              <a:avLst/>
              <a:gdLst/>
              <a:ahLst/>
              <a:cxnLst/>
              <a:rect l="l" t="t" r="r" b="b"/>
              <a:pathLst>
                <a:path w="273453" h="166773">
                  <a:moveTo>
                    <a:pt x="269643" y="166773"/>
                  </a:moveTo>
                  <a:lnTo>
                    <a:pt x="269643" y="166773"/>
                  </a:lnTo>
                  <a:cubicBezTo>
                    <a:pt x="221066" y="157248"/>
                    <a:pt x="128673" y="102003"/>
                    <a:pt x="7706" y="12468"/>
                  </a:cubicBezTo>
                  <a:lnTo>
                    <a:pt x="1991" y="7706"/>
                  </a:lnTo>
                  <a:cubicBezTo>
                    <a:pt x="86" y="6753"/>
                    <a:pt x="-867" y="3896"/>
                    <a:pt x="1038" y="1991"/>
                  </a:cubicBezTo>
                  <a:cubicBezTo>
                    <a:pt x="1991" y="86"/>
                    <a:pt x="4848" y="-867"/>
                    <a:pt x="6753" y="1038"/>
                  </a:cubicBezTo>
                  <a:cubicBezTo>
                    <a:pt x="8658" y="1991"/>
                    <a:pt x="10563" y="3896"/>
                    <a:pt x="12468" y="5801"/>
                  </a:cubicBezTo>
                  <a:cubicBezTo>
                    <a:pt x="132483" y="95336"/>
                    <a:pt x="223923" y="149628"/>
                    <a:pt x="269643" y="159153"/>
                  </a:cubicBezTo>
                  <a:cubicBezTo>
                    <a:pt x="272501" y="160106"/>
                    <a:pt x="273453" y="162011"/>
                    <a:pt x="273453" y="163916"/>
                  </a:cubicBezTo>
                  <a:cubicBezTo>
                    <a:pt x="273453" y="164868"/>
                    <a:pt x="271548" y="166773"/>
                    <a:pt x="269643" y="166773"/>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45" name="Freeform 245"/>
            <p:cNvSpPr/>
            <p:nvPr/>
          </p:nvSpPr>
          <p:spPr>
            <a:xfrm>
              <a:off x="4974666" y="5403485"/>
              <a:ext cx="62864" cy="62864"/>
            </a:xfrm>
            <a:custGeom>
              <a:avLst/>
              <a:gdLst/>
              <a:ahLst/>
              <a:cxnLst/>
              <a:rect l="l" t="t" r="r" b="b"/>
              <a:pathLst>
                <a:path w="62864" h="62864">
                  <a:moveTo>
                    <a:pt x="31433" y="62865"/>
                  </a:moveTo>
                  <a:cubicBezTo>
                    <a:pt x="14288" y="62865"/>
                    <a:pt x="0" y="48577"/>
                    <a:pt x="0" y="31432"/>
                  </a:cubicBezTo>
                  <a:cubicBezTo>
                    <a:pt x="0" y="14288"/>
                    <a:pt x="14288" y="0"/>
                    <a:pt x="31433" y="0"/>
                  </a:cubicBezTo>
                  <a:cubicBezTo>
                    <a:pt x="48577" y="0"/>
                    <a:pt x="62865" y="14288"/>
                    <a:pt x="62865" y="31432"/>
                  </a:cubicBezTo>
                  <a:cubicBezTo>
                    <a:pt x="62865" y="48577"/>
                    <a:pt x="49530" y="62865"/>
                    <a:pt x="31433" y="62865"/>
                  </a:cubicBezTo>
                  <a:lnTo>
                    <a:pt x="31433" y="62865"/>
                  </a:lnTo>
                  <a:close/>
                  <a:moveTo>
                    <a:pt x="31433" y="9525"/>
                  </a:moveTo>
                  <a:cubicBezTo>
                    <a:pt x="19050" y="9525"/>
                    <a:pt x="9525" y="19050"/>
                    <a:pt x="9525" y="31432"/>
                  </a:cubicBezTo>
                  <a:cubicBezTo>
                    <a:pt x="9525" y="43815"/>
                    <a:pt x="19050" y="53340"/>
                    <a:pt x="31433" y="53340"/>
                  </a:cubicBezTo>
                  <a:cubicBezTo>
                    <a:pt x="43815" y="53340"/>
                    <a:pt x="53340" y="43815"/>
                    <a:pt x="53340" y="31432"/>
                  </a:cubicBezTo>
                  <a:cubicBezTo>
                    <a:pt x="53340" y="19050"/>
                    <a:pt x="43815" y="9525"/>
                    <a:pt x="31433" y="9525"/>
                  </a:cubicBezTo>
                  <a:lnTo>
                    <a:pt x="31433" y="9525"/>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46" name="Freeform 246"/>
            <p:cNvSpPr/>
            <p:nvPr/>
          </p:nvSpPr>
          <p:spPr>
            <a:xfrm>
              <a:off x="4988001" y="5455872"/>
              <a:ext cx="30718" cy="67445"/>
            </a:xfrm>
            <a:custGeom>
              <a:avLst/>
              <a:gdLst/>
              <a:ahLst/>
              <a:cxnLst/>
              <a:rect l="l" t="t" r="r" b="b"/>
              <a:pathLst>
                <a:path w="30718" h="67445">
                  <a:moveTo>
                    <a:pt x="5715" y="0"/>
                  </a:moveTo>
                  <a:cubicBezTo>
                    <a:pt x="5715" y="0"/>
                    <a:pt x="37148" y="51435"/>
                    <a:pt x="29527" y="61913"/>
                  </a:cubicBezTo>
                  <a:cubicBezTo>
                    <a:pt x="21907" y="72390"/>
                    <a:pt x="0" y="64770"/>
                    <a:pt x="0" y="64770"/>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47" name="Freeform 247"/>
            <p:cNvSpPr/>
            <p:nvPr/>
          </p:nvSpPr>
          <p:spPr>
            <a:xfrm>
              <a:off x="4982881" y="5450540"/>
              <a:ext cx="42249" cy="76952"/>
            </a:xfrm>
            <a:custGeom>
              <a:avLst/>
              <a:gdLst/>
              <a:ahLst/>
              <a:cxnLst/>
              <a:rect l="l" t="t" r="r" b="b"/>
              <a:pathLst>
                <a:path w="42249" h="76952">
                  <a:moveTo>
                    <a:pt x="21312" y="76770"/>
                  </a:moveTo>
                  <a:cubicBezTo>
                    <a:pt x="15597" y="76770"/>
                    <a:pt x="8930" y="75817"/>
                    <a:pt x="3215" y="73912"/>
                  </a:cubicBezTo>
                  <a:cubicBezTo>
                    <a:pt x="357" y="72960"/>
                    <a:pt x="-595" y="70102"/>
                    <a:pt x="357" y="67245"/>
                  </a:cubicBezTo>
                  <a:cubicBezTo>
                    <a:pt x="1310" y="64387"/>
                    <a:pt x="4167" y="63435"/>
                    <a:pt x="7025" y="64387"/>
                  </a:cubicBezTo>
                  <a:cubicBezTo>
                    <a:pt x="13692" y="66292"/>
                    <a:pt x="27980" y="69150"/>
                    <a:pt x="31790" y="63435"/>
                  </a:cubicBezTo>
                  <a:cubicBezTo>
                    <a:pt x="34647" y="58672"/>
                    <a:pt x="23217" y="32002"/>
                    <a:pt x="7977" y="7237"/>
                  </a:cubicBezTo>
                  <a:cubicBezTo>
                    <a:pt x="7025" y="5332"/>
                    <a:pt x="7025" y="2475"/>
                    <a:pt x="9882" y="570"/>
                  </a:cubicBezTo>
                  <a:cubicBezTo>
                    <a:pt x="9882" y="570"/>
                    <a:pt x="9882" y="570"/>
                    <a:pt x="9882" y="570"/>
                  </a:cubicBezTo>
                  <a:cubicBezTo>
                    <a:pt x="11787" y="-383"/>
                    <a:pt x="15597" y="-383"/>
                    <a:pt x="16550" y="2475"/>
                  </a:cubicBezTo>
                  <a:cubicBezTo>
                    <a:pt x="16550" y="2475"/>
                    <a:pt x="16550" y="2475"/>
                    <a:pt x="16550" y="2475"/>
                  </a:cubicBezTo>
                  <a:cubicBezTo>
                    <a:pt x="26075" y="18667"/>
                    <a:pt x="48935" y="58672"/>
                    <a:pt x="40362" y="70102"/>
                  </a:cubicBezTo>
                  <a:cubicBezTo>
                    <a:pt x="34647" y="74865"/>
                    <a:pt x="27980" y="77722"/>
                    <a:pt x="21312" y="76770"/>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48" name="Freeform 248"/>
            <p:cNvSpPr/>
            <p:nvPr/>
          </p:nvSpPr>
          <p:spPr>
            <a:xfrm>
              <a:off x="4818456" y="5368200"/>
              <a:ext cx="184847" cy="264837"/>
            </a:xfrm>
            <a:custGeom>
              <a:avLst/>
              <a:gdLst/>
              <a:ahLst/>
              <a:cxnLst/>
              <a:rect l="l" t="t" r="r" b="b"/>
              <a:pathLst>
                <a:path w="184847" h="264837">
                  <a:moveTo>
                    <a:pt x="170498" y="20997"/>
                  </a:moveTo>
                  <a:cubicBezTo>
                    <a:pt x="191452" y="39095"/>
                    <a:pt x="183833" y="75290"/>
                    <a:pt x="181927" y="99102"/>
                  </a:cubicBezTo>
                  <a:cubicBezTo>
                    <a:pt x="180023" y="132440"/>
                    <a:pt x="178118" y="165777"/>
                    <a:pt x="175260" y="199115"/>
                  </a:cubicBezTo>
                  <a:cubicBezTo>
                    <a:pt x="173355" y="220070"/>
                    <a:pt x="118110" y="218165"/>
                    <a:pt x="108585" y="211497"/>
                  </a:cubicBezTo>
                  <a:lnTo>
                    <a:pt x="120015" y="264837"/>
                  </a:lnTo>
                  <a:lnTo>
                    <a:pt x="0" y="247692"/>
                  </a:lnTo>
                  <a:lnTo>
                    <a:pt x="7620" y="178160"/>
                  </a:lnTo>
                  <a:cubicBezTo>
                    <a:pt x="7620" y="178160"/>
                    <a:pt x="0" y="81005"/>
                    <a:pt x="22860" y="39095"/>
                  </a:cubicBezTo>
                  <a:cubicBezTo>
                    <a:pt x="36195" y="14330"/>
                    <a:pt x="62865" y="-910"/>
                    <a:pt x="91440" y="42"/>
                  </a:cubicBezTo>
                  <a:cubicBezTo>
                    <a:pt x="92393" y="995"/>
                    <a:pt x="150495" y="2900"/>
                    <a:pt x="170498" y="20997"/>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49" name="Freeform 249"/>
            <p:cNvSpPr/>
            <p:nvPr/>
          </p:nvSpPr>
          <p:spPr>
            <a:xfrm>
              <a:off x="4814398" y="5363328"/>
              <a:ext cx="194028" cy="275424"/>
            </a:xfrm>
            <a:custGeom>
              <a:avLst/>
              <a:gdLst/>
              <a:ahLst/>
              <a:cxnLst/>
              <a:rect l="l" t="t" r="r" b="b"/>
              <a:pathLst>
                <a:path w="194028" h="275424">
                  <a:moveTo>
                    <a:pt x="124073" y="275424"/>
                  </a:moveTo>
                  <a:lnTo>
                    <a:pt x="124073" y="275424"/>
                  </a:lnTo>
                  <a:lnTo>
                    <a:pt x="4058" y="257327"/>
                  </a:lnTo>
                  <a:cubicBezTo>
                    <a:pt x="1200" y="257327"/>
                    <a:pt x="-705" y="254469"/>
                    <a:pt x="248" y="251612"/>
                  </a:cubicBezTo>
                  <a:lnTo>
                    <a:pt x="7868" y="182079"/>
                  </a:lnTo>
                  <a:cubicBezTo>
                    <a:pt x="7868" y="179222"/>
                    <a:pt x="248" y="84924"/>
                    <a:pt x="24060" y="41109"/>
                  </a:cubicBezTo>
                  <a:cubicBezTo>
                    <a:pt x="38348" y="14439"/>
                    <a:pt x="66923" y="-1753"/>
                    <a:pt x="97403" y="152"/>
                  </a:cubicBezTo>
                  <a:cubicBezTo>
                    <a:pt x="99308" y="152"/>
                    <a:pt x="157410" y="2057"/>
                    <a:pt x="178365" y="21107"/>
                  </a:cubicBezTo>
                  <a:cubicBezTo>
                    <a:pt x="197415" y="38252"/>
                    <a:pt x="194558" y="66827"/>
                    <a:pt x="192653" y="90639"/>
                  </a:cubicBezTo>
                  <a:cubicBezTo>
                    <a:pt x="192653" y="95402"/>
                    <a:pt x="191700" y="99212"/>
                    <a:pt x="191700" y="103022"/>
                  </a:cubicBezTo>
                  <a:cubicBezTo>
                    <a:pt x="189795" y="136359"/>
                    <a:pt x="187890" y="170649"/>
                    <a:pt x="185033" y="203987"/>
                  </a:cubicBezTo>
                  <a:cubicBezTo>
                    <a:pt x="184080" y="211607"/>
                    <a:pt x="179318" y="218274"/>
                    <a:pt x="171698" y="220179"/>
                  </a:cubicBezTo>
                  <a:cubicBezTo>
                    <a:pt x="155505" y="225894"/>
                    <a:pt x="137408" y="227799"/>
                    <a:pt x="120263" y="223989"/>
                  </a:cubicBezTo>
                  <a:lnTo>
                    <a:pt x="129788" y="268757"/>
                  </a:lnTo>
                  <a:cubicBezTo>
                    <a:pt x="129788" y="270662"/>
                    <a:pt x="129788" y="271614"/>
                    <a:pt x="128835" y="272567"/>
                  </a:cubicBezTo>
                  <a:cubicBezTo>
                    <a:pt x="126930" y="274472"/>
                    <a:pt x="125978" y="275424"/>
                    <a:pt x="124073" y="275424"/>
                  </a:cubicBezTo>
                  <a:close/>
                  <a:moveTo>
                    <a:pt x="9773" y="248754"/>
                  </a:moveTo>
                  <a:lnTo>
                    <a:pt x="118358" y="264947"/>
                  </a:lnTo>
                  <a:lnTo>
                    <a:pt x="108833" y="218274"/>
                  </a:lnTo>
                  <a:cubicBezTo>
                    <a:pt x="108833" y="216369"/>
                    <a:pt x="108833" y="214464"/>
                    <a:pt x="110738" y="213512"/>
                  </a:cubicBezTo>
                  <a:cubicBezTo>
                    <a:pt x="112643" y="212559"/>
                    <a:pt x="114548" y="212559"/>
                    <a:pt x="116453" y="213512"/>
                  </a:cubicBezTo>
                  <a:cubicBezTo>
                    <a:pt x="133598" y="218274"/>
                    <a:pt x="150743" y="218274"/>
                    <a:pt x="167888" y="212559"/>
                  </a:cubicBezTo>
                  <a:cubicBezTo>
                    <a:pt x="172650" y="210654"/>
                    <a:pt x="175508" y="207797"/>
                    <a:pt x="175508" y="203987"/>
                  </a:cubicBezTo>
                  <a:cubicBezTo>
                    <a:pt x="178365" y="170649"/>
                    <a:pt x="181223" y="137312"/>
                    <a:pt x="182175" y="103974"/>
                  </a:cubicBezTo>
                  <a:cubicBezTo>
                    <a:pt x="182175" y="100164"/>
                    <a:pt x="183128" y="95402"/>
                    <a:pt x="183128" y="90639"/>
                  </a:cubicBezTo>
                  <a:cubicBezTo>
                    <a:pt x="185033" y="69684"/>
                    <a:pt x="186938" y="42062"/>
                    <a:pt x="171698" y="29679"/>
                  </a:cubicBezTo>
                  <a:lnTo>
                    <a:pt x="171698" y="29679"/>
                  </a:lnTo>
                  <a:cubicBezTo>
                    <a:pt x="153600" y="13487"/>
                    <a:pt x="97403" y="11582"/>
                    <a:pt x="96450" y="11582"/>
                  </a:cubicBezTo>
                  <a:cubicBezTo>
                    <a:pt x="69780" y="9677"/>
                    <a:pt x="45015" y="23964"/>
                    <a:pt x="31680" y="46824"/>
                  </a:cubicBezTo>
                  <a:cubicBezTo>
                    <a:pt x="9773" y="87782"/>
                    <a:pt x="16440" y="182079"/>
                    <a:pt x="16440" y="183032"/>
                  </a:cubicBezTo>
                  <a:lnTo>
                    <a:pt x="9773" y="248754"/>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50" name="Freeform 250"/>
            <p:cNvSpPr/>
            <p:nvPr/>
          </p:nvSpPr>
          <p:spPr>
            <a:xfrm>
              <a:off x="4794643" y="5595890"/>
              <a:ext cx="167639" cy="61326"/>
            </a:xfrm>
            <a:custGeom>
              <a:avLst/>
              <a:gdLst/>
              <a:ahLst/>
              <a:cxnLst/>
              <a:rect l="l" t="t" r="r" b="b"/>
              <a:pathLst>
                <a:path w="167639" h="61326">
                  <a:moveTo>
                    <a:pt x="0" y="36195"/>
                  </a:moveTo>
                  <a:lnTo>
                    <a:pt x="11430" y="0"/>
                  </a:lnTo>
                  <a:lnTo>
                    <a:pt x="159068" y="14288"/>
                  </a:lnTo>
                  <a:lnTo>
                    <a:pt x="167640" y="47625"/>
                  </a:lnTo>
                  <a:cubicBezTo>
                    <a:pt x="113348" y="69532"/>
                    <a:pt x="51435" y="64770"/>
                    <a:pt x="0" y="36195"/>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51" name="Freeform 251"/>
            <p:cNvSpPr/>
            <p:nvPr/>
          </p:nvSpPr>
          <p:spPr>
            <a:xfrm>
              <a:off x="4790460" y="5591127"/>
              <a:ext cx="175887" cy="71437"/>
            </a:xfrm>
            <a:custGeom>
              <a:avLst/>
              <a:gdLst/>
              <a:ahLst/>
              <a:cxnLst/>
              <a:rect l="l" t="t" r="r" b="b"/>
              <a:pathLst>
                <a:path w="175887" h="71437">
                  <a:moveTo>
                    <a:pt x="101339" y="71438"/>
                  </a:moveTo>
                  <a:cubicBezTo>
                    <a:pt x="67049" y="71438"/>
                    <a:pt x="32759" y="62865"/>
                    <a:pt x="2279" y="45720"/>
                  </a:cubicBezTo>
                  <a:cubicBezTo>
                    <a:pt x="374" y="44767"/>
                    <a:pt x="-579" y="41910"/>
                    <a:pt x="374" y="40005"/>
                  </a:cubicBezTo>
                  <a:lnTo>
                    <a:pt x="10851" y="3810"/>
                  </a:lnTo>
                  <a:cubicBezTo>
                    <a:pt x="11804" y="1905"/>
                    <a:pt x="13709" y="0"/>
                    <a:pt x="15614" y="0"/>
                  </a:cubicBezTo>
                  <a:lnTo>
                    <a:pt x="163251" y="14288"/>
                  </a:lnTo>
                  <a:cubicBezTo>
                    <a:pt x="165156" y="14288"/>
                    <a:pt x="167061" y="16192"/>
                    <a:pt x="167061" y="18097"/>
                  </a:cubicBezTo>
                  <a:lnTo>
                    <a:pt x="175634" y="51435"/>
                  </a:lnTo>
                  <a:cubicBezTo>
                    <a:pt x="176586" y="53340"/>
                    <a:pt x="174681" y="56198"/>
                    <a:pt x="172776" y="57150"/>
                  </a:cubicBezTo>
                  <a:cubicBezTo>
                    <a:pt x="150869" y="66675"/>
                    <a:pt x="126104" y="71438"/>
                    <a:pt x="101339" y="71438"/>
                  </a:cubicBezTo>
                  <a:close/>
                  <a:moveTo>
                    <a:pt x="10851" y="39052"/>
                  </a:moveTo>
                  <a:cubicBezTo>
                    <a:pt x="59429" y="63817"/>
                    <a:pt x="115626" y="67627"/>
                    <a:pt x="166109" y="49530"/>
                  </a:cubicBezTo>
                  <a:lnTo>
                    <a:pt x="160394" y="23813"/>
                  </a:lnTo>
                  <a:lnTo>
                    <a:pt x="20376" y="10477"/>
                  </a:lnTo>
                  <a:lnTo>
                    <a:pt x="10851" y="39052"/>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52" name="Freeform 252"/>
            <p:cNvSpPr/>
            <p:nvPr/>
          </p:nvSpPr>
          <p:spPr>
            <a:xfrm>
              <a:off x="4582141" y="5276313"/>
              <a:ext cx="434752" cy="545258"/>
            </a:xfrm>
            <a:custGeom>
              <a:avLst/>
              <a:gdLst/>
              <a:ahLst/>
              <a:cxnLst/>
              <a:rect l="l" t="t" r="r" b="b"/>
              <a:pathLst>
                <a:path w="434752" h="545258">
                  <a:moveTo>
                    <a:pt x="284893" y="279571"/>
                  </a:moveTo>
                  <a:cubicBezTo>
                    <a:pt x="284893" y="336721"/>
                    <a:pt x="342043" y="451974"/>
                    <a:pt x="293465" y="496741"/>
                  </a:cubicBezTo>
                  <a:cubicBezTo>
                    <a:pt x="247745" y="539604"/>
                    <a:pt x="167735" y="550081"/>
                    <a:pt x="108680" y="543414"/>
                  </a:cubicBezTo>
                  <a:cubicBezTo>
                    <a:pt x="22003" y="533889"/>
                    <a:pt x="-23717" y="473881"/>
                    <a:pt x="12478" y="389109"/>
                  </a:cubicBezTo>
                  <a:cubicBezTo>
                    <a:pt x="29623" y="348151"/>
                    <a:pt x="61055" y="313861"/>
                    <a:pt x="86773" y="276714"/>
                  </a:cubicBezTo>
                  <a:cubicBezTo>
                    <a:pt x="109633" y="244329"/>
                    <a:pt x="128683" y="209086"/>
                    <a:pt x="142970" y="172891"/>
                  </a:cubicBezTo>
                  <a:cubicBezTo>
                    <a:pt x="155353" y="141459"/>
                    <a:pt x="164878" y="105264"/>
                    <a:pt x="182023" y="75736"/>
                  </a:cubicBezTo>
                  <a:cubicBezTo>
                    <a:pt x="220123" y="11919"/>
                    <a:pt x="287750" y="-13799"/>
                    <a:pt x="358235" y="7156"/>
                  </a:cubicBezTo>
                  <a:cubicBezTo>
                    <a:pt x="388715" y="15729"/>
                    <a:pt x="446818" y="52876"/>
                    <a:pt x="432530" y="91929"/>
                  </a:cubicBezTo>
                  <a:cubicBezTo>
                    <a:pt x="428720" y="101454"/>
                    <a:pt x="417290" y="115741"/>
                    <a:pt x="407765" y="111931"/>
                  </a:cubicBezTo>
                  <a:cubicBezTo>
                    <a:pt x="404908" y="130981"/>
                    <a:pt x="392525" y="139554"/>
                    <a:pt x="378238" y="151936"/>
                  </a:cubicBezTo>
                  <a:cubicBezTo>
                    <a:pt x="362998" y="163366"/>
                    <a:pt x="346805" y="173844"/>
                    <a:pt x="330613" y="183369"/>
                  </a:cubicBezTo>
                  <a:cubicBezTo>
                    <a:pt x="319183" y="190036"/>
                    <a:pt x="309658" y="198609"/>
                    <a:pt x="302038" y="209086"/>
                  </a:cubicBezTo>
                  <a:cubicBezTo>
                    <a:pt x="293465" y="223374"/>
                    <a:pt x="288703" y="239566"/>
                    <a:pt x="287750" y="256711"/>
                  </a:cubicBezTo>
                  <a:cubicBezTo>
                    <a:pt x="284893" y="264331"/>
                    <a:pt x="284893" y="271951"/>
                    <a:pt x="284893" y="279571"/>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53" name="Freeform 253"/>
            <p:cNvSpPr/>
            <p:nvPr/>
          </p:nvSpPr>
          <p:spPr>
            <a:xfrm>
              <a:off x="4575685" y="5271026"/>
              <a:ext cx="444129" cy="555368"/>
            </a:xfrm>
            <a:custGeom>
              <a:avLst/>
              <a:gdLst/>
              <a:ahLst/>
              <a:cxnLst/>
              <a:rect l="l" t="t" r="r" b="b"/>
              <a:pathLst>
                <a:path w="444129" h="555368">
                  <a:moveTo>
                    <a:pt x="146568" y="555368"/>
                  </a:moveTo>
                  <a:cubicBezTo>
                    <a:pt x="136091" y="555368"/>
                    <a:pt x="124661" y="554416"/>
                    <a:pt x="114183" y="553463"/>
                  </a:cubicBezTo>
                  <a:cubicBezTo>
                    <a:pt x="67511" y="548701"/>
                    <a:pt x="31316" y="528698"/>
                    <a:pt x="13218" y="498218"/>
                  </a:cubicBezTo>
                  <a:cubicBezTo>
                    <a:pt x="-4879" y="467738"/>
                    <a:pt x="-3927" y="432496"/>
                    <a:pt x="13218" y="391538"/>
                  </a:cubicBezTo>
                  <a:cubicBezTo>
                    <a:pt x="27506" y="362011"/>
                    <a:pt x="44651" y="333436"/>
                    <a:pt x="65606" y="307718"/>
                  </a:cubicBezTo>
                  <a:cubicBezTo>
                    <a:pt x="73226" y="298193"/>
                    <a:pt x="79893" y="288668"/>
                    <a:pt x="87513" y="278191"/>
                  </a:cubicBezTo>
                  <a:cubicBezTo>
                    <a:pt x="109421" y="245806"/>
                    <a:pt x="128471" y="211516"/>
                    <a:pt x="143711" y="175321"/>
                  </a:cubicBezTo>
                  <a:cubicBezTo>
                    <a:pt x="147521" y="164843"/>
                    <a:pt x="151331" y="154366"/>
                    <a:pt x="155141" y="142936"/>
                  </a:cubicBezTo>
                  <a:cubicBezTo>
                    <a:pt x="162761" y="120076"/>
                    <a:pt x="171333" y="99121"/>
                    <a:pt x="182763" y="78166"/>
                  </a:cubicBezTo>
                  <a:cubicBezTo>
                    <a:pt x="218958" y="14348"/>
                    <a:pt x="295158" y="-15179"/>
                    <a:pt x="364691" y="7681"/>
                  </a:cubicBezTo>
                  <a:cubicBezTo>
                    <a:pt x="387551" y="14348"/>
                    <a:pt x="425651" y="36256"/>
                    <a:pt x="438986" y="63878"/>
                  </a:cubicBezTo>
                  <a:cubicBezTo>
                    <a:pt x="444701" y="74356"/>
                    <a:pt x="445653" y="87691"/>
                    <a:pt x="441843" y="99121"/>
                  </a:cubicBezTo>
                  <a:cubicBezTo>
                    <a:pt x="438033" y="108646"/>
                    <a:pt x="431366" y="117218"/>
                    <a:pt x="422793" y="121981"/>
                  </a:cubicBezTo>
                  <a:cubicBezTo>
                    <a:pt x="420888" y="122933"/>
                    <a:pt x="418983" y="122933"/>
                    <a:pt x="417078" y="123886"/>
                  </a:cubicBezTo>
                  <a:cubicBezTo>
                    <a:pt x="413268" y="140078"/>
                    <a:pt x="401838" y="149603"/>
                    <a:pt x="388503" y="160081"/>
                  </a:cubicBezTo>
                  <a:lnTo>
                    <a:pt x="386598" y="161986"/>
                  </a:lnTo>
                  <a:cubicBezTo>
                    <a:pt x="376121" y="169606"/>
                    <a:pt x="365643" y="177226"/>
                    <a:pt x="355166" y="182941"/>
                  </a:cubicBezTo>
                  <a:cubicBezTo>
                    <a:pt x="349451" y="185798"/>
                    <a:pt x="344688" y="189608"/>
                    <a:pt x="338973" y="192466"/>
                  </a:cubicBezTo>
                  <a:cubicBezTo>
                    <a:pt x="328496" y="199133"/>
                    <a:pt x="318971" y="207706"/>
                    <a:pt x="311351" y="218183"/>
                  </a:cubicBezTo>
                  <a:cubicBezTo>
                    <a:pt x="303731" y="231518"/>
                    <a:pt x="298968" y="247711"/>
                    <a:pt x="298016" y="262951"/>
                  </a:cubicBezTo>
                  <a:cubicBezTo>
                    <a:pt x="297063" y="270571"/>
                    <a:pt x="297063" y="277238"/>
                    <a:pt x="297063" y="284858"/>
                  </a:cubicBezTo>
                  <a:lnTo>
                    <a:pt x="297063" y="284858"/>
                  </a:lnTo>
                  <a:cubicBezTo>
                    <a:pt x="298968" y="307718"/>
                    <a:pt x="302778" y="330578"/>
                    <a:pt x="309446" y="353438"/>
                  </a:cubicBezTo>
                  <a:cubicBezTo>
                    <a:pt x="323733" y="409636"/>
                    <a:pt x="338021" y="473453"/>
                    <a:pt x="303731" y="505838"/>
                  </a:cubicBezTo>
                  <a:cubicBezTo>
                    <a:pt x="262773" y="542986"/>
                    <a:pt x="198956" y="555368"/>
                    <a:pt x="146568" y="555368"/>
                  </a:cubicBezTo>
                  <a:close/>
                  <a:moveTo>
                    <a:pt x="316113" y="10538"/>
                  </a:moveTo>
                  <a:cubicBezTo>
                    <a:pt x="264678" y="10538"/>
                    <a:pt x="217053" y="38161"/>
                    <a:pt x="191336" y="83881"/>
                  </a:cubicBezTo>
                  <a:cubicBezTo>
                    <a:pt x="179906" y="103883"/>
                    <a:pt x="171333" y="124838"/>
                    <a:pt x="164666" y="146746"/>
                  </a:cubicBezTo>
                  <a:cubicBezTo>
                    <a:pt x="160856" y="157223"/>
                    <a:pt x="157046" y="169606"/>
                    <a:pt x="152283" y="179131"/>
                  </a:cubicBezTo>
                  <a:cubicBezTo>
                    <a:pt x="137043" y="216278"/>
                    <a:pt x="117993" y="251521"/>
                    <a:pt x="95133" y="283906"/>
                  </a:cubicBezTo>
                  <a:cubicBezTo>
                    <a:pt x="88466" y="293431"/>
                    <a:pt x="80846" y="303908"/>
                    <a:pt x="73226" y="313433"/>
                  </a:cubicBezTo>
                  <a:cubicBezTo>
                    <a:pt x="53223" y="338198"/>
                    <a:pt x="35126" y="365821"/>
                    <a:pt x="21791" y="395348"/>
                  </a:cubicBezTo>
                  <a:cubicBezTo>
                    <a:pt x="6551" y="432496"/>
                    <a:pt x="5598" y="466786"/>
                    <a:pt x="21791" y="492503"/>
                  </a:cubicBezTo>
                  <a:cubicBezTo>
                    <a:pt x="37983" y="520126"/>
                    <a:pt x="71321" y="538223"/>
                    <a:pt x="115136" y="542986"/>
                  </a:cubicBezTo>
                  <a:cubicBezTo>
                    <a:pt x="169428" y="548701"/>
                    <a:pt x="249438" y="540128"/>
                    <a:pt x="297063" y="497266"/>
                  </a:cubicBezTo>
                  <a:cubicBezTo>
                    <a:pt x="328496" y="468691"/>
                    <a:pt x="313256" y="407731"/>
                    <a:pt x="299921" y="354391"/>
                  </a:cubicBezTo>
                  <a:cubicBezTo>
                    <a:pt x="293253" y="331531"/>
                    <a:pt x="288491" y="307718"/>
                    <a:pt x="287538" y="283906"/>
                  </a:cubicBezTo>
                  <a:lnTo>
                    <a:pt x="287538" y="283906"/>
                  </a:lnTo>
                  <a:cubicBezTo>
                    <a:pt x="287538" y="276286"/>
                    <a:pt x="287538" y="268666"/>
                    <a:pt x="288491" y="261046"/>
                  </a:cubicBezTo>
                  <a:cubicBezTo>
                    <a:pt x="289443" y="243901"/>
                    <a:pt x="294206" y="226756"/>
                    <a:pt x="303731" y="211516"/>
                  </a:cubicBezTo>
                  <a:cubicBezTo>
                    <a:pt x="312303" y="200086"/>
                    <a:pt x="321828" y="191513"/>
                    <a:pt x="334211" y="183893"/>
                  </a:cubicBezTo>
                  <a:cubicBezTo>
                    <a:pt x="339926" y="180083"/>
                    <a:pt x="344688" y="177226"/>
                    <a:pt x="350403" y="173416"/>
                  </a:cubicBezTo>
                  <a:cubicBezTo>
                    <a:pt x="360881" y="167701"/>
                    <a:pt x="371358" y="160081"/>
                    <a:pt x="380883" y="152461"/>
                  </a:cubicBezTo>
                  <a:lnTo>
                    <a:pt x="382788" y="150556"/>
                  </a:lnTo>
                  <a:cubicBezTo>
                    <a:pt x="396123" y="139126"/>
                    <a:pt x="406601" y="131506"/>
                    <a:pt x="408506" y="115313"/>
                  </a:cubicBezTo>
                  <a:cubicBezTo>
                    <a:pt x="408506" y="112456"/>
                    <a:pt x="411363" y="110551"/>
                    <a:pt x="414221" y="111503"/>
                  </a:cubicBezTo>
                  <a:cubicBezTo>
                    <a:pt x="414221" y="111503"/>
                    <a:pt x="415173" y="111503"/>
                    <a:pt x="415173" y="111503"/>
                  </a:cubicBezTo>
                  <a:cubicBezTo>
                    <a:pt x="416126" y="112456"/>
                    <a:pt x="418031" y="112456"/>
                    <a:pt x="418983" y="111503"/>
                  </a:cubicBezTo>
                  <a:cubicBezTo>
                    <a:pt x="425651" y="107693"/>
                    <a:pt x="430413" y="101978"/>
                    <a:pt x="433271" y="94358"/>
                  </a:cubicBezTo>
                  <a:cubicBezTo>
                    <a:pt x="436128" y="84833"/>
                    <a:pt x="435176" y="75308"/>
                    <a:pt x="430413" y="66736"/>
                  </a:cubicBezTo>
                  <a:cubicBezTo>
                    <a:pt x="418031" y="41971"/>
                    <a:pt x="381836" y="21968"/>
                    <a:pt x="361833" y="16253"/>
                  </a:cubicBezTo>
                  <a:cubicBezTo>
                    <a:pt x="347546" y="13396"/>
                    <a:pt x="331353" y="10538"/>
                    <a:pt x="316113" y="10538"/>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54" name="Freeform 254"/>
            <p:cNvSpPr/>
            <p:nvPr/>
          </p:nvSpPr>
          <p:spPr>
            <a:xfrm>
              <a:off x="4954664" y="5530167"/>
              <a:ext cx="39052" cy="16576"/>
            </a:xfrm>
            <a:custGeom>
              <a:avLst/>
              <a:gdLst/>
              <a:ahLst/>
              <a:cxnLst/>
              <a:rect l="l" t="t" r="r" b="b"/>
              <a:pathLst>
                <a:path w="39052" h="16576">
                  <a:moveTo>
                    <a:pt x="39052" y="12382"/>
                  </a:moveTo>
                  <a:cubicBezTo>
                    <a:pt x="39052" y="12382"/>
                    <a:pt x="12382" y="27623"/>
                    <a:pt x="0" y="0"/>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55" name="Freeform 255"/>
            <p:cNvSpPr/>
            <p:nvPr/>
          </p:nvSpPr>
          <p:spPr>
            <a:xfrm>
              <a:off x="4949527" y="5525983"/>
              <a:ext cx="48568" cy="26091"/>
            </a:xfrm>
            <a:custGeom>
              <a:avLst/>
              <a:gdLst/>
              <a:ahLst/>
              <a:cxnLst/>
              <a:rect l="l" t="t" r="r" b="b"/>
              <a:pathLst>
                <a:path w="48568" h="26091">
                  <a:moveTo>
                    <a:pt x="27996" y="26091"/>
                  </a:moveTo>
                  <a:cubicBezTo>
                    <a:pt x="25139" y="26091"/>
                    <a:pt x="22281" y="26091"/>
                    <a:pt x="19424" y="25139"/>
                  </a:cubicBezTo>
                  <a:cubicBezTo>
                    <a:pt x="10851" y="22281"/>
                    <a:pt x="4184" y="15614"/>
                    <a:pt x="374" y="7041"/>
                  </a:cubicBezTo>
                  <a:cubicBezTo>
                    <a:pt x="-579" y="4184"/>
                    <a:pt x="374" y="1326"/>
                    <a:pt x="2279" y="374"/>
                  </a:cubicBezTo>
                  <a:cubicBezTo>
                    <a:pt x="5136" y="-579"/>
                    <a:pt x="7994" y="374"/>
                    <a:pt x="8946" y="2279"/>
                  </a:cubicBezTo>
                  <a:lnTo>
                    <a:pt x="8946" y="2279"/>
                  </a:lnTo>
                  <a:cubicBezTo>
                    <a:pt x="10851" y="7994"/>
                    <a:pt x="15614" y="12756"/>
                    <a:pt x="21329" y="14661"/>
                  </a:cubicBezTo>
                  <a:cubicBezTo>
                    <a:pt x="27996" y="16566"/>
                    <a:pt x="34664" y="15614"/>
                    <a:pt x="41331" y="11804"/>
                  </a:cubicBezTo>
                  <a:cubicBezTo>
                    <a:pt x="43236" y="10851"/>
                    <a:pt x="47046" y="11804"/>
                    <a:pt x="47999" y="13709"/>
                  </a:cubicBezTo>
                  <a:cubicBezTo>
                    <a:pt x="47999" y="13709"/>
                    <a:pt x="47999" y="13709"/>
                    <a:pt x="47999" y="13709"/>
                  </a:cubicBezTo>
                  <a:cubicBezTo>
                    <a:pt x="48951" y="15614"/>
                    <a:pt x="48951" y="18471"/>
                    <a:pt x="46094" y="20376"/>
                  </a:cubicBezTo>
                  <a:cubicBezTo>
                    <a:pt x="46094" y="20376"/>
                    <a:pt x="46094" y="20376"/>
                    <a:pt x="46094" y="20376"/>
                  </a:cubicBezTo>
                  <a:cubicBezTo>
                    <a:pt x="41331" y="24186"/>
                    <a:pt x="34664" y="26091"/>
                    <a:pt x="27996" y="26091"/>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56" name="Freeform 256"/>
            <p:cNvSpPr/>
            <p:nvPr/>
          </p:nvSpPr>
          <p:spPr>
            <a:xfrm>
              <a:off x="4850841" y="5431107"/>
              <a:ext cx="187642" cy="44767"/>
            </a:xfrm>
            <a:custGeom>
              <a:avLst/>
              <a:gdLst/>
              <a:ahLst/>
              <a:cxnLst/>
              <a:rect l="l" t="t" r="r" b="b"/>
              <a:pathLst>
                <a:path w="187642" h="44767">
                  <a:moveTo>
                    <a:pt x="4763" y="44768"/>
                  </a:moveTo>
                  <a:cubicBezTo>
                    <a:pt x="4763" y="44768"/>
                    <a:pt x="3810" y="44768"/>
                    <a:pt x="3810" y="44768"/>
                  </a:cubicBezTo>
                  <a:cubicBezTo>
                    <a:pt x="952" y="43815"/>
                    <a:pt x="0" y="40958"/>
                    <a:pt x="0" y="39053"/>
                  </a:cubicBezTo>
                  <a:cubicBezTo>
                    <a:pt x="4763" y="20955"/>
                    <a:pt x="9525" y="20955"/>
                    <a:pt x="11430" y="20955"/>
                  </a:cubicBezTo>
                  <a:cubicBezTo>
                    <a:pt x="13335" y="20955"/>
                    <a:pt x="124777" y="6668"/>
                    <a:pt x="181927" y="0"/>
                  </a:cubicBezTo>
                  <a:cubicBezTo>
                    <a:pt x="184785" y="0"/>
                    <a:pt x="186690" y="1905"/>
                    <a:pt x="187642" y="3810"/>
                  </a:cubicBezTo>
                  <a:cubicBezTo>
                    <a:pt x="187642" y="6668"/>
                    <a:pt x="185738" y="8573"/>
                    <a:pt x="183833" y="9525"/>
                  </a:cubicBezTo>
                  <a:cubicBezTo>
                    <a:pt x="167640" y="11430"/>
                    <a:pt x="31432" y="28575"/>
                    <a:pt x="14288" y="30480"/>
                  </a:cubicBezTo>
                  <a:cubicBezTo>
                    <a:pt x="12382" y="34290"/>
                    <a:pt x="11430" y="38100"/>
                    <a:pt x="9525" y="41910"/>
                  </a:cubicBezTo>
                  <a:cubicBezTo>
                    <a:pt x="8573" y="43815"/>
                    <a:pt x="6668" y="44768"/>
                    <a:pt x="4763" y="44768"/>
                  </a:cubicBezTo>
                  <a:close/>
                  <a:moveTo>
                    <a:pt x="12382" y="29528"/>
                  </a:moveTo>
                  <a:lnTo>
                    <a:pt x="12382" y="29528"/>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57" name="Freeform 257"/>
            <p:cNvSpPr/>
            <p:nvPr/>
          </p:nvSpPr>
          <p:spPr>
            <a:xfrm>
              <a:off x="4871590" y="5429916"/>
              <a:ext cx="56402" cy="90725"/>
            </a:xfrm>
            <a:custGeom>
              <a:avLst/>
              <a:gdLst/>
              <a:ahLst/>
              <a:cxnLst/>
              <a:rect l="l" t="t" r="r" b="b"/>
              <a:pathLst>
                <a:path w="56402" h="90725">
                  <a:moveTo>
                    <a:pt x="56403" y="45006"/>
                  </a:moveTo>
                  <a:cubicBezTo>
                    <a:pt x="55451" y="36433"/>
                    <a:pt x="52593" y="28813"/>
                    <a:pt x="47831" y="21193"/>
                  </a:cubicBezTo>
                  <a:cubicBezTo>
                    <a:pt x="44973" y="15478"/>
                    <a:pt x="41163" y="9763"/>
                    <a:pt x="36401" y="5953"/>
                  </a:cubicBezTo>
                  <a:cubicBezTo>
                    <a:pt x="31638" y="1191"/>
                    <a:pt x="24971" y="-714"/>
                    <a:pt x="18303" y="238"/>
                  </a:cubicBezTo>
                  <a:cubicBezTo>
                    <a:pt x="12588" y="1191"/>
                    <a:pt x="7826" y="5001"/>
                    <a:pt x="4968" y="9763"/>
                  </a:cubicBezTo>
                  <a:cubicBezTo>
                    <a:pt x="2111" y="14526"/>
                    <a:pt x="206" y="20241"/>
                    <a:pt x="206" y="25956"/>
                  </a:cubicBezTo>
                  <a:cubicBezTo>
                    <a:pt x="-1699" y="51673"/>
                    <a:pt x="9731" y="76438"/>
                    <a:pt x="30686" y="90726"/>
                  </a:cubicBezTo>
                  <a:lnTo>
                    <a:pt x="28781" y="88821"/>
                  </a:ln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58" name="Freeform 258"/>
            <p:cNvSpPr/>
            <p:nvPr/>
          </p:nvSpPr>
          <p:spPr>
            <a:xfrm>
              <a:off x="4866628" y="5425212"/>
              <a:ext cx="67080" cy="101145"/>
            </a:xfrm>
            <a:custGeom>
              <a:avLst/>
              <a:gdLst/>
              <a:ahLst/>
              <a:cxnLst/>
              <a:rect l="l" t="t" r="r" b="b"/>
              <a:pathLst>
                <a:path w="67080" h="101145">
                  <a:moveTo>
                    <a:pt x="35648" y="101145"/>
                  </a:moveTo>
                  <a:cubicBezTo>
                    <a:pt x="34696" y="101145"/>
                    <a:pt x="33743" y="101145"/>
                    <a:pt x="32791" y="100193"/>
                  </a:cubicBezTo>
                  <a:cubicBezTo>
                    <a:pt x="9931" y="84000"/>
                    <a:pt x="-2452" y="58283"/>
                    <a:pt x="406" y="30661"/>
                  </a:cubicBezTo>
                  <a:cubicBezTo>
                    <a:pt x="406" y="23993"/>
                    <a:pt x="2311" y="17325"/>
                    <a:pt x="6121" y="12563"/>
                  </a:cubicBezTo>
                  <a:cubicBezTo>
                    <a:pt x="9931" y="5895"/>
                    <a:pt x="15646" y="2086"/>
                    <a:pt x="23266" y="180"/>
                  </a:cubicBezTo>
                  <a:cubicBezTo>
                    <a:pt x="30886" y="-772"/>
                    <a:pt x="39458" y="2086"/>
                    <a:pt x="45173" y="7800"/>
                  </a:cubicBezTo>
                  <a:cubicBezTo>
                    <a:pt x="49936" y="12563"/>
                    <a:pt x="54698" y="18278"/>
                    <a:pt x="57556" y="24945"/>
                  </a:cubicBezTo>
                  <a:cubicBezTo>
                    <a:pt x="63271" y="32566"/>
                    <a:pt x="66128" y="41138"/>
                    <a:pt x="67081" y="50663"/>
                  </a:cubicBezTo>
                  <a:cubicBezTo>
                    <a:pt x="67081" y="53520"/>
                    <a:pt x="65176" y="55425"/>
                    <a:pt x="62318" y="55425"/>
                  </a:cubicBezTo>
                  <a:cubicBezTo>
                    <a:pt x="59461" y="55425"/>
                    <a:pt x="57556" y="53520"/>
                    <a:pt x="57556" y="50663"/>
                  </a:cubicBezTo>
                  <a:cubicBezTo>
                    <a:pt x="57556" y="50663"/>
                    <a:pt x="57556" y="50663"/>
                    <a:pt x="57556" y="50663"/>
                  </a:cubicBezTo>
                  <a:cubicBezTo>
                    <a:pt x="56603" y="43043"/>
                    <a:pt x="53746" y="36375"/>
                    <a:pt x="49936" y="29708"/>
                  </a:cubicBezTo>
                  <a:cubicBezTo>
                    <a:pt x="46126" y="23993"/>
                    <a:pt x="43268" y="18278"/>
                    <a:pt x="38506" y="14468"/>
                  </a:cubicBezTo>
                  <a:cubicBezTo>
                    <a:pt x="34696" y="10658"/>
                    <a:pt x="29933" y="8753"/>
                    <a:pt x="24218" y="9705"/>
                  </a:cubicBezTo>
                  <a:cubicBezTo>
                    <a:pt x="19456" y="10658"/>
                    <a:pt x="16598" y="13516"/>
                    <a:pt x="13741" y="17325"/>
                  </a:cubicBezTo>
                  <a:cubicBezTo>
                    <a:pt x="10883" y="22088"/>
                    <a:pt x="9931" y="26850"/>
                    <a:pt x="9931" y="31613"/>
                  </a:cubicBezTo>
                  <a:cubicBezTo>
                    <a:pt x="8026" y="53520"/>
                    <a:pt x="17551" y="75428"/>
                    <a:pt x="34696" y="89716"/>
                  </a:cubicBezTo>
                  <a:cubicBezTo>
                    <a:pt x="35648" y="89716"/>
                    <a:pt x="36601" y="90668"/>
                    <a:pt x="37553" y="91620"/>
                  </a:cubicBezTo>
                  <a:lnTo>
                    <a:pt x="39458" y="93525"/>
                  </a:lnTo>
                  <a:cubicBezTo>
                    <a:pt x="41363" y="95430"/>
                    <a:pt x="41363" y="98288"/>
                    <a:pt x="39458" y="100193"/>
                  </a:cubicBezTo>
                  <a:cubicBezTo>
                    <a:pt x="39458" y="100193"/>
                    <a:pt x="37553" y="101145"/>
                    <a:pt x="35648" y="10114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59" name="Freeform 259"/>
            <p:cNvSpPr/>
            <p:nvPr/>
          </p:nvSpPr>
          <p:spPr>
            <a:xfrm rot="21546001">
              <a:off x="4979439" y="5416833"/>
              <a:ext cx="9525" cy="24765"/>
            </a:xfrm>
            <a:custGeom>
              <a:avLst/>
              <a:gdLst/>
              <a:ahLst/>
              <a:cxnLst/>
              <a:rect l="l" t="t" r="r" b="b"/>
              <a:pathLst>
                <a:path w="9525" h="24765">
                  <a:moveTo>
                    <a:pt x="9525" y="12383"/>
                  </a:moveTo>
                  <a:cubicBezTo>
                    <a:pt x="9525" y="19222"/>
                    <a:pt x="7393" y="24766"/>
                    <a:pt x="4763" y="24766"/>
                  </a:cubicBezTo>
                  <a:cubicBezTo>
                    <a:pt x="2132" y="24766"/>
                    <a:pt x="0" y="19222"/>
                    <a:pt x="0" y="12383"/>
                  </a:cubicBezTo>
                  <a:cubicBezTo>
                    <a:pt x="0" y="5544"/>
                    <a:pt x="2132" y="0"/>
                    <a:pt x="4763" y="0"/>
                  </a:cubicBezTo>
                  <a:cubicBezTo>
                    <a:pt x="7393" y="0"/>
                    <a:pt x="9525" y="5544"/>
                    <a:pt x="9525" y="12383"/>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60" name="Freeform 260"/>
            <p:cNvSpPr/>
            <p:nvPr/>
          </p:nvSpPr>
          <p:spPr>
            <a:xfrm>
              <a:off x="4652226" y="5833062"/>
              <a:ext cx="19545" cy="426720"/>
            </a:xfrm>
            <a:custGeom>
              <a:avLst/>
              <a:gdLst/>
              <a:ahLst/>
              <a:cxnLst/>
              <a:rect l="l" t="t" r="r" b="b"/>
              <a:pathLst>
                <a:path w="19545" h="426720">
                  <a:moveTo>
                    <a:pt x="7163" y="426720"/>
                  </a:moveTo>
                  <a:cubicBezTo>
                    <a:pt x="5258" y="426720"/>
                    <a:pt x="3353" y="424815"/>
                    <a:pt x="2400" y="422910"/>
                  </a:cubicBezTo>
                  <a:cubicBezTo>
                    <a:pt x="-6172" y="309563"/>
                    <a:pt x="10973" y="7620"/>
                    <a:pt x="10973" y="3810"/>
                  </a:cubicBezTo>
                  <a:cubicBezTo>
                    <a:pt x="10973" y="952"/>
                    <a:pt x="12878" y="0"/>
                    <a:pt x="15735" y="0"/>
                  </a:cubicBezTo>
                  <a:cubicBezTo>
                    <a:pt x="15735" y="0"/>
                    <a:pt x="15735" y="0"/>
                    <a:pt x="15735" y="0"/>
                  </a:cubicBezTo>
                  <a:cubicBezTo>
                    <a:pt x="18593" y="0"/>
                    <a:pt x="19545" y="1905"/>
                    <a:pt x="19545" y="4763"/>
                  </a:cubicBezTo>
                  <a:cubicBezTo>
                    <a:pt x="19545" y="7620"/>
                    <a:pt x="2400" y="309563"/>
                    <a:pt x="10973" y="421958"/>
                  </a:cubicBezTo>
                  <a:cubicBezTo>
                    <a:pt x="11925" y="424815"/>
                    <a:pt x="10020" y="426720"/>
                    <a:pt x="7163" y="426720"/>
                  </a:cubicBezTo>
                  <a:lnTo>
                    <a:pt x="7163" y="42672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61" name="Freeform 261"/>
            <p:cNvSpPr/>
            <p:nvPr/>
          </p:nvSpPr>
          <p:spPr>
            <a:xfrm>
              <a:off x="4696536" y="6241684"/>
              <a:ext cx="395287" cy="27622"/>
            </a:xfrm>
            <a:custGeom>
              <a:avLst/>
              <a:gdLst/>
              <a:ahLst/>
              <a:cxnLst/>
              <a:rect l="l" t="t" r="r" b="b"/>
              <a:pathLst>
                <a:path w="395287" h="27622">
                  <a:moveTo>
                    <a:pt x="3810" y="27623"/>
                  </a:moveTo>
                  <a:cubicBezTo>
                    <a:pt x="953" y="27623"/>
                    <a:pt x="0" y="24765"/>
                    <a:pt x="0" y="22860"/>
                  </a:cubicBezTo>
                  <a:cubicBezTo>
                    <a:pt x="0" y="20955"/>
                    <a:pt x="1905" y="19050"/>
                    <a:pt x="3810" y="19050"/>
                  </a:cubicBezTo>
                  <a:lnTo>
                    <a:pt x="390525" y="0"/>
                  </a:lnTo>
                  <a:cubicBezTo>
                    <a:pt x="393383" y="0"/>
                    <a:pt x="395288" y="1905"/>
                    <a:pt x="395288" y="3810"/>
                  </a:cubicBezTo>
                  <a:cubicBezTo>
                    <a:pt x="395288" y="3810"/>
                    <a:pt x="395288" y="3810"/>
                    <a:pt x="395288" y="3810"/>
                  </a:cubicBezTo>
                  <a:cubicBezTo>
                    <a:pt x="395288" y="6668"/>
                    <a:pt x="393383" y="8573"/>
                    <a:pt x="391478" y="8573"/>
                  </a:cubicBezTo>
                  <a:lnTo>
                    <a:pt x="3810" y="27623"/>
                  </a:lnTo>
                  <a:lnTo>
                    <a:pt x="3810" y="27623"/>
                  </a:lnTo>
                  <a:close/>
                </a:path>
              </a:pathLst>
            </a:custGeom>
            <a:solidFill>
              <a:srgbClr val="231F20"/>
            </a:solidFill>
            <a:ln cap="flat">
              <a:prstDash val="solid"/>
            </a:ln>
          </p:spPr>
          <p:txBody>
            <a:bodyPr vert="horz" lIns="91440" tIns="45720" rIns="91440" bIns="45720" anchor="ctr">
              <a:spAutoFit/>
            </a:bodyPr>
            <a:lstStyle/>
            <a:p>
              <a:pPr marL="0" algn="l"/>
              <a:endParaRPr/>
            </a:p>
          </p:txBody>
        </p:sp>
      </p:grpSp>
      <p:sp>
        <p:nvSpPr>
          <p:cNvPr id="262" name="TextBox 262"/>
          <p:cNvSpPr txBox="1"/>
          <p:nvPr/>
        </p:nvSpPr>
        <p:spPr>
          <a:xfrm>
            <a:off x="812997" y="3866664"/>
            <a:ext cx="3312580" cy="338554"/>
          </a:xfrm>
          <a:prstGeom prst="rect">
            <a:avLst/>
          </a:prstGeom>
          <a:noFill/>
        </p:spPr>
        <p:txBody>
          <a:bodyPr vert="horz" wrap="square" lIns="91440" tIns="45720" rIns="91440" bIns="45720" rtlCol="0" anchor="t">
            <a:spAutoFit/>
          </a:bodyPr>
          <a:lstStyle/>
          <a:p>
            <a:pPr marL="0" algn="ctr">
              <a:defRPr/>
            </a:pPr>
            <a:r>
              <a:rPr lang="zh-CN" altLang="en-US" sz="1600" b="1" i="0" u="none" baseline="0">
                <a:solidFill>
                  <a:schemeClr val="accent1"/>
                </a:solidFill>
                <a:latin typeface="思源黑体 CN Bold"/>
                <a:ea typeface="思源黑体 CN Bold"/>
              </a:rPr>
              <a:t>Definition and Functionality</a:t>
            </a:r>
            <a:endParaRPr lang="en-US" sz="1100"/>
          </a:p>
        </p:txBody>
      </p:sp>
      <p:sp>
        <p:nvSpPr>
          <p:cNvPr id="263" name="TextBox 263"/>
          <p:cNvSpPr txBox="1"/>
          <p:nvPr/>
        </p:nvSpPr>
        <p:spPr>
          <a:xfrm>
            <a:off x="4378215" y="3866664"/>
            <a:ext cx="3432284" cy="338554"/>
          </a:xfrm>
          <a:prstGeom prst="rect">
            <a:avLst/>
          </a:prstGeom>
          <a:noFill/>
        </p:spPr>
        <p:txBody>
          <a:bodyPr vert="horz" wrap="square" lIns="91440" tIns="45720" rIns="91440" bIns="45720" rtlCol="0" anchor="t">
            <a:spAutoFit/>
          </a:bodyPr>
          <a:lstStyle/>
          <a:p>
            <a:pPr marL="0" algn="ctr">
              <a:defRPr/>
            </a:pPr>
            <a:r>
              <a:rPr lang="zh-CN" altLang="en-US" sz="1600" b="1" i="0" u="none" baseline="0">
                <a:solidFill>
                  <a:schemeClr val="accent1"/>
                </a:solidFill>
                <a:latin typeface="思源黑体 CN Bold"/>
                <a:ea typeface="思源黑体 CN Bold"/>
              </a:rPr>
              <a:t>Use Case Example</a:t>
            </a:r>
            <a:endParaRPr lang="en-US" sz="1100"/>
          </a:p>
        </p:txBody>
      </p:sp>
      <p:sp>
        <p:nvSpPr>
          <p:cNvPr id="264" name="TextBox 264"/>
          <p:cNvSpPr txBox="1"/>
          <p:nvPr/>
        </p:nvSpPr>
        <p:spPr>
          <a:xfrm>
            <a:off x="8039297" y="3866664"/>
            <a:ext cx="3312580" cy="338554"/>
          </a:xfrm>
          <a:prstGeom prst="rect">
            <a:avLst/>
          </a:prstGeom>
          <a:noFill/>
        </p:spPr>
        <p:txBody>
          <a:bodyPr vert="horz" wrap="square" lIns="91440" tIns="45720" rIns="91440" bIns="45720" rtlCol="0" anchor="t">
            <a:spAutoFit/>
          </a:bodyPr>
          <a:lstStyle/>
          <a:p>
            <a:pPr marL="0" algn="ctr">
              <a:defRPr/>
            </a:pPr>
            <a:r>
              <a:rPr lang="zh-CN" altLang="en-US" sz="1600" b="1" i="0" u="none" baseline="0">
                <a:solidFill>
                  <a:schemeClr val="accent1"/>
                </a:solidFill>
                <a:latin typeface="思源黑体 CN Bold"/>
                <a:ea typeface="思源黑体 CN Bold"/>
              </a:rPr>
              <a:t>Explanation of Output</a:t>
            </a:r>
            <a:endParaRPr lang="en-US" sz="1100"/>
          </a:p>
        </p:txBody>
      </p:sp>
      <p:sp>
        <p:nvSpPr>
          <p:cNvPr id="265" name="TextBox 265"/>
          <p:cNvSpPr txBox="1"/>
          <p:nvPr/>
        </p:nvSpPr>
        <p:spPr>
          <a:xfrm>
            <a:off x="580103" y="4288747"/>
            <a:ext cx="2989007" cy="2637966"/>
          </a:xfrm>
          <a:prstGeom prst="rect">
            <a:avLst/>
          </a:prstGeom>
          <a:noFill/>
        </p:spPr>
        <p:txBody>
          <a:bodyPr vert="horz" wrap="square" lIns="91440" tIns="45720" rIns="91440" bIns="45720" rtlCol="0" anchor="t">
            <a:spAutoFit/>
          </a:bodyPr>
          <a:lstStyle/>
          <a:p>
            <a:pPr marL="0" algn="ctr">
              <a:lnSpc>
                <a:spcPct val="150000"/>
              </a:lnSpc>
              <a:defRPr/>
            </a:pPr>
            <a:r>
              <a:rPr lang="zh-CN" altLang="en-US" sz="1600" b="0" i="0" u="none" baseline="0" dirty="0">
                <a:solidFill>
                  <a:srgbClr val="F0F0F0">
                    <a:lumMod val="25000"/>
                  </a:srgbClr>
                </a:solidFill>
                <a:latin typeface="思源黑体 CN Regular"/>
                <a:ea typeface="思源黑体 CN Regular"/>
              </a:rPr>
              <a:t>The OR operator returns true if at least one of the operands is true. It is widely used when a single affirmative condition is sufficient to proceed with code execution.</a:t>
            </a:r>
            <a:endParaRPr lang="en-US" altLang="zh-CN" sz="1600" b="0" i="0" u="none" baseline="0" dirty="0">
              <a:solidFill>
                <a:srgbClr val="F0F0F0">
                  <a:lumMod val="25000"/>
                </a:srgbClr>
              </a:solidFill>
              <a:latin typeface="思源黑体 CN Regular"/>
              <a:ea typeface="思源黑体 CN Regular"/>
            </a:endParaRPr>
          </a:p>
          <a:p>
            <a:pPr marL="0" algn="ctr">
              <a:lnSpc>
                <a:spcPct val="150000"/>
              </a:lnSpc>
              <a:defRPr/>
            </a:pPr>
            <a:endParaRPr lang="en-US" sz="1600" dirty="0">
              <a:solidFill>
                <a:srgbClr val="F0F0F0">
                  <a:lumMod val="25000"/>
                </a:srgbClr>
              </a:solidFill>
              <a:latin typeface="思源黑体 CN Regular"/>
            </a:endParaRPr>
          </a:p>
          <a:p>
            <a:pPr marL="0" algn="ctr">
              <a:lnSpc>
                <a:spcPct val="150000"/>
              </a:lnSpc>
              <a:defRPr/>
            </a:pPr>
            <a:endParaRPr lang="en-US" sz="1600" dirty="0"/>
          </a:p>
        </p:txBody>
      </p:sp>
      <p:sp>
        <p:nvSpPr>
          <p:cNvPr id="266" name="TextBox 266"/>
          <p:cNvSpPr txBox="1"/>
          <p:nvPr/>
        </p:nvSpPr>
        <p:spPr>
          <a:xfrm>
            <a:off x="4125577" y="4288748"/>
            <a:ext cx="3405934" cy="2268634"/>
          </a:xfrm>
          <a:prstGeom prst="rect">
            <a:avLst/>
          </a:prstGeom>
          <a:noFill/>
        </p:spPr>
        <p:txBody>
          <a:bodyPr vert="horz" wrap="square" lIns="91440" tIns="45720" rIns="91440" bIns="45720" rtlCol="0" anchor="t">
            <a:spAutoFit/>
          </a:bodyPr>
          <a:lstStyle/>
          <a:p>
            <a:pPr marL="0" algn="ctr">
              <a:lnSpc>
                <a:spcPct val="150000"/>
              </a:lnSpc>
              <a:defRPr/>
            </a:pPr>
            <a:r>
              <a:rPr lang="zh-CN" altLang="en-US" sz="1600" b="0" i="0" u="none" baseline="0" dirty="0">
                <a:solidFill>
                  <a:srgbClr val="F0F0F0">
                    <a:lumMod val="25000"/>
                  </a:srgbClr>
                </a:solidFill>
                <a:latin typeface="思源黑体 CN Regular"/>
                <a:ea typeface="思源黑体 CN Regular"/>
              </a:rPr>
              <a:t>This operator is used in scenarios such as checking if a user is a member or has a coupon to determine eligibility for discounts.</a:t>
            </a:r>
            <a:endParaRPr lang="en-US" altLang="zh-CN" sz="1600" b="0" i="0" u="none" baseline="0" dirty="0">
              <a:solidFill>
                <a:srgbClr val="F0F0F0">
                  <a:lumMod val="25000"/>
                </a:srgbClr>
              </a:solidFill>
              <a:latin typeface="思源黑体 CN Regular"/>
              <a:ea typeface="思源黑体 CN Regular"/>
            </a:endParaRPr>
          </a:p>
          <a:p>
            <a:pPr marL="0" algn="ctr">
              <a:lnSpc>
                <a:spcPct val="150000"/>
              </a:lnSpc>
              <a:defRPr/>
            </a:pPr>
            <a:r>
              <a:rPr lang="en-US" sz="1600" dirty="0"/>
              <a:t>condition1 || condition2 || condition3</a:t>
            </a:r>
          </a:p>
          <a:p>
            <a:pPr marL="0" algn="ctr">
              <a:lnSpc>
                <a:spcPct val="150000"/>
              </a:lnSpc>
              <a:defRPr/>
            </a:pPr>
            <a:endParaRPr lang="en-US" sz="1600" dirty="0"/>
          </a:p>
        </p:txBody>
      </p:sp>
      <p:sp>
        <p:nvSpPr>
          <p:cNvPr id="267" name="TextBox 267"/>
          <p:cNvSpPr txBox="1"/>
          <p:nvPr/>
        </p:nvSpPr>
        <p:spPr>
          <a:xfrm>
            <a:off x="8486892" y="4288749"/>
            <a:ext cx="2989007" cy="2321085"/>
          </a:xfrm>
          <a:prstGeom prst="rect">
            <a:avLst/>
          </a:prstGeom>
          <a:noFill/>
        </p:spPr>
        <p:txBody>
          <a:bodyPr vert="horz" wrap="square" lIns="91440" tIns="45720" rIns="91440" bIns="45720" rtlCol="0" anchor="t">
            <a:spAutoFit/>
          </a:bodyPr>
          <a:lstStyle/>
          <a:p>
            <a:pPr marL="0" algn="ctr">
              <a:lnSpc>
                <a:spcPct val="150000"/>
              </a:lnSpc>
              <a:defRPr/>
            </a:pPr>
            <a:r>
              <a:rPr lang="en-US" altLang="zh-CN" sz="1400" b="0" i="0" u="none" baseline="0" dirty="0">
                <a:solidFill>
                  <a:srgbClr val="F0F0F0">
                    <a:lumMod val="25000"/>
                  </a:srgbClr>
                </a:solidFill>
                <a:latin typeface="思源黑体 CN Regular"/>
                <a:ea typeface="思源黑体 CN Regular"/>
              </a:rPr>
              <a:t>let age = 18;</a:t>
            </a:r>
          </a:p>
          <a:p>
            <a:pPr marL="0" algn="ctr">
              <a:lnSpc>
                <a:spcPct val="150000"/>
              </a:lnSpc>
              <a:defRPr/>
            </a:pPr>
            <a:r>
              <a:rPr lang="en-US" altLang="zh-CN" sz="1400" b="0" i="0" u="none" baseline="0" dirty="0">
                <a:solidFill>
                  <a:srgbClr val="F0F0F0">
                    <a:lumMod val="25000"/>
                  </a:srgbClr>
                </a:solidFill>
                <a:latin typeface="思源黑体 CN Regular"/>
                <a:ea typeface="思源黑体 CN Regular"/>
              </a:rPr>
              <a:t>let </a:t>
            </a:r>
            <a:r>
              <a:rPr lang="en-US" altLang="zh-CN" sz="1400" b="0" i="0" u="none" baseline="0" dirty="0" err="1">
                <a:solidFill>
                  <a:srgbClr val="F0F0F0">
                    <a:lumMod val="25000"/>
                  </a:srgbClr>
                </a:solidFill>
                <a:latin typeface="思源黑体 CN Regular"/>
                <a:ea typeface="思源黑体 CN Regular"/>
              </a:rPr>
              <a:t>hasPermission</a:t>
            </a:r>
            <a:r>
              <a:rPr lang="en-US" altLang="zh-CN" sz="1400" b="0" i="0" u="none" baseline="0" dirty="0">
                <a:solidFill>
                  <a:srgbClr val="F0F0F0">
                    <a:lumMod val="25000"/>
                  </a:srgbClr>
                </a:solidFill>
                <a:latin typeface="思源黑体 CN Regular"/>
                <a:ea typeface="思源黑体 CN Regular"/>
              </a:rPr>
              <a:t> = false;</a:t>
            </a:r>
          </a:p>
          <a:p>
            <a:pPr marL="0" algn="ctr">
              <a:lnSpc>
                <a:spcPct val="150000"/>
              </a:lnSpc>
              <a:defRPr/>
            </a:pPr>
            <a:r>
              <a:rPr lang="en-US" altLang="zh-CN" sz="1400" b="0" i="0" u="none" baseline="0" dirty="0">
                <a:solidFill>
                  <a:srgbClr val="F0F0F0">
                    <a:lumMod val="25000"/>
                  </a:srgbClr>
                </a:solidFill>
                <a:latin typeface="思源黑体 CN Regular"/>
                <a:ea typeface="思源黑体 CN Regular"/>
              </a:rPr>
              <a:t>if (age &gt;= 18 || </a:t>
            </a:r>
            <a:r>
              <a:rPr lang="en-US" altLang="zh-CN" sz="1400" b="0" i="0" u="none" baseline="0" dirty="0" err="1">
                <a:solidFill>
                  <a:srgbClr val="F0F0F0">
                    <a:lumMod val="25000"/>
                  </a:srgbClr>
                </a:solidFill>
                <a:latin typeface="思源黑体 CN Regular"/>
                <a:ea typeface="思源黑体 CN Regular"/>
              </a:rPr>
              <a:t>hasPermission</a:t>
            </a:r>
            <a:r>
              <a:rPr lang="en-US" altLang="zh-CN" sz="1400" b="0" i="0" u="none" baseline="0" dirty="0">
                <a:solidFill>
                  <a:srgbClr val="F0F0F0">
                    <a:lumMod val="25000"/>
                  </a:srgbClr>
                </a:solidFill>
                <a:latin typeface="思源黑体 CN Regular"/>
                <a:ea typeface="思源黑体 CN Regular"/>
              </a:rPr>
              <a:t>) {</a:t>
            </a:r>
          </a:p>
          <a:p>
            <a:pPr marL="0" algn="ctr">
              <a:lnSpc>
                <a:spcPct val="150000"/>
              </a:lnSpc>
              <a:defRPr/>
            </a:pPr>
            <a:r>
              <a:rPr lang="en-US" altLang="zh-CN" sz="1400" b="0" i="0" u="none" baseline="0" dirty="0">
                <a:solidFill>
                  <a:srgbClr val="F0F0F0">
                    <a:lumMod val="25000"/>
                  </a:srgbClr>
                </a:solidFill>
                <a:latin typeface="思源黑体 CN Regular"/>
                <a:ea typeface="思源黑体 CN Regular"/>
              </a:rPr>
              <a:t>    console.log("Access granted");</a:t>
            </a:r>
          </a:p>
          <a:p>
            <a:pPr marL="0" algn="ctr">
              <a:lnSpc>
                <a:spcPct val="150000"/>
              </a:lnSpc>
              <a:defRPr/>
            </a:pPr>
            <a:r>
              <a:rPr lang="en-US" altLang="zh-CN" sz="1400" b="0" i="0" u="none" baseline="0" dirty="0">
                <a:solidFill>
                  <a:srgbClr val="F0F0F0">
                    <a:lumMod val="25000"/>
                  </a:srgbClr>
                </a:solidFill>
                <a:latin typeface="思源黑体 CN Regular"/>
                <a:ea typeface="思源黑体 CN Regular"/>
              </a:rPr>
              <a:t>} else {</a:t>
            </a:r>
          </a:p>
          <a:p>
            <a:pPr marL="0" algn="ctr">
              <a:lnSpc>
                <a:spcPct val="150000"/>
              </a:lnSpc>
              <a:defRPr/>
            </a:pPr>
            <a:r>
              <a:rPr lang="en-US" altLang="zh-CN" sz="1400" b="0" i="0" u="none" baseline="0" dirty="0">
                <a:solidFill>
                  <a:srgbClr val="F0F0F0">
                    <a:lumMod val="25000"/>
                  </a:srgbClr>
                </a:solidFill>
                <a:latin typeface="思源黑体 CN Regular"/>
                <a:ea typeface="思源黑体 CN Regular"/>
              </a:rPr>
              <a:t>    console.log("Access denied");</a:t>
            </a:r>
          </a:p>
          <a:p>
            <a:pPr marL="0" algn="ctr">
              <a:lnSpc>
                <a:spcPct val="150000"/>
              </a:lnSpc>
              <a:defRPr/>
            </a:pPr>
            <a:r>
              <a:rPr lang="en-US" altLang="zh-CN" sz="1400" b="0" i="0" u="none" baseline="0" dirty="0">
                <a:solidFill>
                  <a:srgbClr val="F0F0F0">
                    <a:lumMod val="25000"/>
                  </a:srgbClr>
                </a:solidFill>
                <a:latin typeface="思源黑体 CN Regular"/>
                <a:ea typeface="思源黑体 CN Regular"/>
              </a:rPr>
              <a:t>}</a:t>
            </a:r>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B591328-B6F3-2950-DF4B-863899F33B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C300BF-0AC1-4AA8-FF6F-3FC177E84CEA}"/>
              </a:ext>
            </a:extLst>
          </p:cNvPr>
          <p:cNvSpPr>
            <a:spLocks noGrp="1"/>
          </p:cNvSpPr>
          <p:nvPr>
            <p:ph type="title"/>
          </p:nvPr>
        </p:nvSpPr>
        <p:spPr>
          <a:xfrm>
            <a:off x="1024128" y="585216"/>
            <a:ext cx="9720072" cy="1282913"/>
          </a:xfrm>
        </p:spPr>
        <p:txBody>
          <a:bodyPr>
            <a:normAutofit/>
          </a:bodyPr>
          <a:lstStyle/>
          <a:p>
            <a:r>
              <a:rPr lang="en-US" b="1" dirty="0"/>
              <a:t>Truth Table Example:</a:t>
            </a:r>
            <a:br>
              <a:rPr lang="en-US" dirty="0"/>
            </a:br>
            <a:endParaRPr lang="en-US" dirty="0"/>
          </a:p>
        </p:txBody>
      </p:sp>
      <p:graphicFrame>
        <p:nvGraphicFramePr>
          <p:cNvPr id="7" name="Table 6">
            <a:extLst>
              <a:ext uri="{FF2B5EF4-FFF2-40B4-BE49-F238E27FC236}">
                <a16:creationId xmlns:a16="http://schemas.microsoft.com/office/drawing/2014/main" id="{09711B8A-FB82-226A-57E6-A5F3A67B75B2}"/>
              </a:ext>
            </a:extLst>
          </p:cNvPr>
          <p:cNvGraphicFramePr>
            <a:graphicFrameLocks noGrp="1"/>
          </p:cNvGraphicFramePr>
          <p:nvPr>
            <p:extLst>
              <p:ext uri="{D42A27DB-BD31-4B8C-83A1-F6EECF244321}">
                <p14:modId xmlns:p14="http://schemas.microsoft.com/office/powerpoint/2010/main" val="2757038802"/>
              </p:ext>
            </p:extLst>
          </p:nvPr>
        </p:nvGraphicFramePr>
        <p:xfrm>
          <a:off x="2159819" y="1681314"/>
          <a:ext cx="8370528" cy="3038170"/>
        </p:xfrm>
        <a:graphic>
          <a:graphicData uri="http://schemas.openxmlformats.org/drawingml/2006/table">
            <a:tbl>
              <a:tblPr firstRow="1" bandRow="1">
                <a:effectLst>
                  <a:reflection blurRad="6350" stA="50000" endA="275" endPos="40000" dist="101600" dir="5400000" sy="-100000" algn="bl" rotWithShape="0"/>
                </a:effectLst>
                <a:tableStyleId>{B301B821-A1FF-4177-AEE7-76D212191A09}</a:tableStyleId>
              </a:tblPr>
              <a:tblGrid>
                <a:gridCol w="2790176">
                  <a:extLst>
                    <a:ext uri="{9D8B030D-6E8A-4147-A177-3AD203B41FA5}">
                      <a16:colId xmlns:a16="http://schemas.microsoft.com/office/drawing/2014/main" val="4243818482"/>
                    </a:ext>
                  </a:extLst>
                </a:gridCol>
                <a:gridCol w="2790176">
                  <a:extLst>
                    <a:ext uri="{9D8B030D-6E8A-4147-A177-3AD203B41FA5}">
                      <a16:colId xmlns:a16="http://schemas.microsoft.com/office/drawing/2014/main" val="432622803"/>
                    </a:ext>
                  </a:extLst>
                </a:gridCol>
                <a:gridCol w="2790176">
                  <a:extLst>
                    <a:ext uri="{9D8B030D-6E8A-4147-A177-3AD203B41FA5}">
                      <a16:colId xmlns:a16="http://schemas.microsoft.com/office/drawing/2014/main" val="82121369"/>
                    </a:ext>
                  </a:extLst>
                </a:gridCol>
              </a:tblGrid>
              <a:tr h="607634">
                <a:tc>
                  <a:txBody>
                    <a:bodyPr/>
                    <a:lstStyle/>
                    <a:p>
                      <a:r>
                        <a:rPr lang="en-US" sz="2400" dirty="0"/>
                        <a:t>Condition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r>
                        <a:rPr lang="en-US" sz="2400" dirty="0"/>
                        <a:t>Condition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r>
                        <a:rPr lang="en-US" sz="2400" dirty="0"/>
                        <a:t>A || B (Result)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3999300046"/>
                  </a:ext>
                </a:extLst>
              </a:tr>
              <a:tr h="607634">
                <a:tc>
                  <a:txBody>
                    <a:bodyPr/>
                    <a:lstStyle/>
                    <a:p>
                      <a:r>
                        <a:rPr lang="en-US" sz="2400" dirty="0"/>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r>
                        <a:rPr lang="en-US" sz="2400" dirty="0"/>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r>
                        <a:rPr lang="en-US" sz="2400" dirty="0"/>
                        <a:t>true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3202916409"/>
                  </a:ext>
                </a:extLst>
              </a:tr>
              <a:tr h="607634">
                <a:tc>
                  <a:txBody>
                    <a:bodyPr/>
                    <a:lstStyle/>
                    <a:p>
                      <a:r>
                        <a:rPr lang="en-US" sz="2400" dirty="0"/>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r>
                        <a:rPr lang="en-US" sz="2400" dirty="0"/>
                        <a:t>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3005902261"/>
                  </a:ext>
                </a:extLst>
              </a:tr>
              <a:tr h="607634">
                <a:tc>
                  <a:txBody>
                    <a:bodyPr/>
                    <a:lstStyle/>
                    <a:p>
                      <a:r>
                        <a:rPr lang="en-US" sz="2400" dirty="0"/>
                        <a:t>false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r>
                        <a:rPr lang="en-US" sz="2400" dirty="0"/>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1380430314"/>
                  </a:ext>
                </a:extLst>
              </a:tr>
              <a:tr h="607634">
                <a:tc>
                  <a:txBody>
                    <a:bodyPr/>
                    <a:lstStyle/>
                    <a:p>
                      <a:r>
                        <a:rPr lang="en-US" sz="2400" dirty="0"/>
                        <a:t>false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r>
                        <a:rPr lang="en-US" sz="2400" dirty="0"/>
                        <a:t>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tc>
                  <a:txBody>
                    <a:bodyPr/>
                    <a:lstStyle/>
                    <a:p>
                      <a:r>
                        <a:rPr lang="en-US" sz="2400" dirty="0"/>
                        <a:t>false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3374660509"/>
                  </a:ext>
                </a:extLst>
              </a:tr>
            </a:tbl>
          </a:graphicData>
        </a:graphic>
      </p:graphicFrame>
    </p:spTree>
    <p:extLst>
      <p:ext uri="{BB962C8B-B14F-4D97-AF65-F5344CB8AC3E}">
        <p14:creationId xmlns:p14="http://schemas.microsoft.com/office/powerpoint/2010/main" val="904210795"/>
      </p:ext>
    </p:extLst>
  </p:cSld>
  <p:clrMapOvr>
    <a:masterClrMapping/>
  </p:clrMapOvr>
  <p:transition spd="slow">
    <p:randomBar dir="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4C015-5635-0ADB-2986-53C9AF7174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10C245-270C-A9FA-C733-583BDB35D7EB}"/>
              </a:ext>
            </a:extLst>
          </p:cNvPr>
          <p:cNvSpPr>
            <a:spLocks noGrp="1"/>
          </p:cNvSpPr>
          <p:nvPr>
            <p:ph type="title"/>
          </p:nvPr>
        </p:nvSpPr>
        <p:spPr/>
        <p:txBody>
          <a:bodyPr/>
          <a:lstStyle/>
          <a:p>
            <a:r>
              <a:rPr lang="en-US" dirty="0" err="1"/>
              <a:t>EXamples</a:t>
            </a:r>
            <a:endParaRPr lang="en-US" dirty="0"/>
          </a:p>
        </p:txBody>
      </p:sp>
      <p:sp>
        <p:nvSpPr>
          <p:cNvPr id="3" name="Text Placeholder 2">
            <a:extLst>
              <a:ext uri="{FF2B5EF4-FFF2-40B4-BE49-F238E27FC236}">
                <a16:creationId xmlns:a16="http://schemas.microsoft.com/office/drawing/2014/main" id="{626E8FD3-358B-D10E-CC33-7D5723DC2F6D}"/>
              </a:ext>
            </a:extLst>
          </p:cNvPr>
          <p:cNvSpPr>
            <a:spLocks noGrp="1"/>
          </p:cNvSpPr>
          <p:nvPr>
            <p:ph type="body" idx="1"/>
          </p:nvPr>
        </p:nvSpPr>
        <p:spPr>
          <a:xfrm>
            <a:off x="806245" y="2084832"/>
            <a:ext cx="4925175" cy="822960"/>
          </a:xfrm>
        </p:spPr>
        <p:txBody>
          <a:bodyPr>
            <a:normAutofit fontScale="92500" lnSpcReduction="20000"/>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Example 1: Login and Subscription Check</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Unicode MS"/>
            </a:endParaRPr>
          </a:p>
        </p:txBody>
      </p:sp>
      <p:sp>
        <p:nvSpPr>
          <p:cNvPr id="4" name="Content Placeholder 3">
            <a:extLst>
              <a:ext uri="{FF2B5EF4-FFF2-40B4-BE49-F238E27FC236}">
                <a16:creationId xmlns:a16="http://schemas.microsoft.com/office/drawing/2014/main" id="{E8914C01-3E8C-6179-33E4-AE6A9D14E2A0}"/>
              </a:ext>
            </a:extLst>
          </p:cNvPr>
          <p:cNvSpPr>
            <a:spLocks noGrp="1"/>
          </p:cNvSpPr>
          <p:nvPr>
            <p:ph sz="half" idx="2"/>
          </p:nvPr>
        </p:nvSpPr>
        <p:spPr/>
        <p:style>
          <a:lnRef idx="0">
            <a:schemeClr val="accent4"/>
          </a:lnRef>
          <a:fillRef idx="3">
            <a:schemeClr val="accent4"/>
          </a:fillRef>
          <a:effectRef idx="3">
            <a:schemeClr val="accent4"/>
          </a:effectRef>
          <a:fontRef idx="minor">
            <a:schemeClr val="lt1"/>
          </a:fontRef>
        </p:style>
        <p:txBody>
          <a:bodyPr>
            <a:normAutofit fontScale="77500" lnSpcReduction="20000"/>
          </a:bodyPr>
          <a:lstStyle/>
          <a:p>
            <a:r>
              <a:rPr lang="en-US" dirty="0"/>
              <a:t>let </a:t>
            </a:r>
            <a:r>
              <a:rPr lang="en-US" dirty="0" err="1"/>
              <a:t>isLoggedIn</a:t>
            </a:r>
            <a:r>
              <a:rPr lang="en-US" dirty="0"/>
              <a:t> = true;</a:t>
            </a:r>
          </a:p>
          <a:p>
            <a:r>
              <a:rPr lang="en-US" dirty="0"/>
              <a:t>let </a:t>
            </a:r>
            <a:r>
              <a:rPr lang="en-US" dirty="0" err="1"/>
              <a:t>hasSubscription</a:t>
            </a:r>
            <a:r>
              <a:rPr lang="en-US" dirty="0"/>
              <a:t> = false;</a:t>
            </a:r>
          </a:p>
          <a:p>
            <a:endParaRPr lang="en-US" dirty="0"/>
          </a:p>
          <a:p>
            <a:r>
              <a:rPr lang="en-US" dirty="0"/>
              <a:t>if (</a:t>
            </a:r>
            <a:r>
              <a:rPr lang="en-US" dirty="0" err="1"/>
              <a:t>isLoggedIn</a:t>
            </a:r>
            <a:r>
              <a:rPr lang="en-US" dirty="0"/>
              <a:t> || </a:t>
            </a:r>
            <a:r>
              <a:rPr lang="en-US" dirty="0" err="1"/>
              <a:t>hasSubscription</a:t>
            </a:r>
            <a:r>
              <a:rPr lang="en-US" dirty="0"/>
              <a:t>) {</a:t>
            </a:r>
          </a:p>
          <a:p>
            <a:r>
              <a:rPr lang="en-US" dirty="0"/>
              <a:t>    console.log("Access granted");</a:t>
            </a:r>
          </a:p>
          <a:p>
            <a:r>
              <a:rPr lang="en-US" dirty="0"/>
              <a:t>} else {</a:t>
            </a:r>
          </a:p>
          <a:p>
            <a:r>
              <a:rPr lang="en-US" dirty="0"/>
              <a:t>    console.log("Access denied");</a:t>
            </a:r>
          </a:p>
          <a:p>
            <a:r>
              <a:rPr lang="en-US" dirty="0"/>
              <a:t>}</a:t>
            </a:r>
          </a:p>
          <a:p>
            <a:r>
              <a:rPr lang="en-US" dirty="0"/>
              <a:t>// Output: Access granted</a:t>
            </a:r>
          </a:p>
          <a:p>
            <a:endParaRPr lang="en-US" dirty="0"/>
          </a:p>
        </p:txBody>
      </p:sp>
      <p:sp>
        <p:nvSpPr>
          <p:cNvPr id="5" name="Text Placeholder 4">
            <a:extLst>
              <a:ext uri="{FF2B5EF4-FFF2-40B4-BE49-F238E27FC236}">
                <a16:creationId xmlns:a16="http://schemas.microsoft.com/office/drawing/2014/main" id="{C3EE16F3-1815-E3EC-0ABE-487BAF4D321A}"/>
              </a:ext>
            </a:extLst>
          </p:cNvPr>
          <p:cNvSpPr>
            <a:spLocks noGrp="1"/>
          </p:cNvSpPr>
          <p:nvPr>
            <p:ph type="body" sz="quarter" idx="3"/>
          </p:nvPr>
        </p:nvSpPr>
        <p:spPr/>
        <p:txBody>
          <a:bodyPr>
            <a:normAutofit fontScale="92500" lnSpcReduction="20000"/>
          </a:bodyPr>
          <a:lstStyle/>
          <a:p>
            <a:r>
              <a:rPr lang="en-US" b="1" dirty="0"/>
              <a:t>Example 2: </a:t>
            </a:r>
            <a:r>
              <a:rPr lang="en-US" dirty="0"/>
              <a:t>Weather Condition and Activity Check</a:t>
            </a:r>
            <a:endParaRPr lang="en-US" b="1" dirty="0"/>
          </a:p>
          <a:p>
            <a:endParaRPr lang="en-US" dirty="0"/>
          </a:p>
        </p:txBody>
      </p:sp>
      <p:sp>
        <p:nvSpPr>
          <p:cNvPr id="6" name="Content Placeholder 5">
            <a:extLst>
              <a:ext uri="{FF2B5EF4-FFF2-40B4-BE49-F238E27FC236}">
                <a16:creationId xmlns:a16="http://schemas.microsoft.com/office/drawing/2014/main" id="{6B5371CC-E52E-94BD-2DD9-607303511A60}"/>
              </a:ext>
            </a:extLst>
          </p:cNvPr>
          <p:cNvSpPr>
            <a:spLocks noGrp="1"/>
          </p:cNvSpPr>
          <p:nvPr>
            <p:ph sz="quarter" idx="4"/>
          </p:nvPr>
        </p:nvSpPr>
        <p:spPr/>
        <p:style>
          <a:lnRef idx="1">
            <a:schemeClr val="dk1"/>
          </a:lnRef>
          <a:fillRef idx="3">
            <a:schemeClr val="dk1"/>
          </a:fillRef>
          <a:effectRef idx="2">
            <a:schemeClr val="dk1"/>
          </a:effectRef>
          <a:fontRef idx="minor">
            <a:schemeClr val="lt1"/>
          </a:fontRef>
        </p:style>
        <p:txBody>
          <a:bodyPr>
            <a:normAutofit fontScale="77500" lnSpcReduction="20000"/>
          </a:bodyPr>
          <a:lstStyle/>
          <a:p>
            <a:r>
              <a:rPr lang="en-US" dirty="0"/>
              <a:t>let </a:t>
            </a:r>
            <a:r>
              <a:rPr lang="en-US" dirty="0" err="1"/>
              <a:t>isSunny</a:t>
            </a:r>
            <a:r>
              <a:rPr lang="en-US" dirty="0"/>
              <a:t> = false;</a:t>
            </a:r>
          </a:p>
          <a:p>
            <a:r>
              <a:rPr lang="en-US" dirty="0"/>
              <a:t>let </a:t>
            </a:r>
            <a:r>
              <a:rPr lang="en-US" dirty="0" err="1"/>
              <a:t>isWeekend</a:t>
            </a:r>
            <a:r>
              <a:rPr lang="en-US" dirty="0"/>
              <a:t> = true;</a:t>
            </a:r>
          </a:p>
          <a:p>
            <a:endParaRPr lang="en-US" dirty="0"/>
          </a:p>
          <a:p>
            <a:r>
              <a:rPr lang="en-US" dirty="0"/>
              <a:t>if (</a:t>
            </a:r>
            <a:r>
              <a:rPr lang="en-US" dirty="0" err="1"/>
              <a:t>isSunny</a:t>
            </a:r>
            <a:r>
              <a:rPr lang="en-US" dirty="0"/>
              <a:t> || </a:t>
            </a:r>
            <a:r>
              <a:rPr lang="en-US" dirty="0" err="1"/>
              <a:t>isWeekend</a:t>
            </a:r>
            <a:r>
              <a:rPr lang="en-US" dirty="0"/>
              <a:t>) {</a:t>
            </a:r>
          </a:p>
          <a:p>
            <a:r>
              <a:rPr lang="en-US" dirty="0"/>
              <a:t>    console.log("Perfect for outdoor activities!");</a:t>
            </a:r>
          </a:p>
          <a:p>
            <a:r>
              <a:rPr lang="en-US" dirty="0"/>
              <a:t>} else {</a:t>
            </a:r>
          </a:p>
          <a:p>
            <a:r>
              <a:rPr lang="en-US" dirty="0"/>
              <a:t>    console.log("Stay indoors today.");</a:t>
            </a:r>
          </a:p>
          <a:p>
            <a:r>
              <a:rPr lang="en-US" dirty="0"/>
              <a:t>}</a:t>
            </a:r>
          </a:p>
          <a:p>
            <a:r>
              <a:rPr lang="en-US" dirty="0"/>
              <a:t>// Output: Perfect for outdoor activities!</a:t>
            </a:r>
          </a:p>
          <a:p>
            <a:endParaRPr lang="en-US" dirty="0"/>
          </a:p>
        </p:txBody>
      </p:sp>
    </p:spTree>
    <p:extLst>
      <p:ext uri="{BB962C8B-B14F-4D97-AF65-F5344CB8AC3E}">
        <p14:creationId xmlns:p14="http://schemas.microsoft.com/office/powerpoint/2010/main" val="249356425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a:effectLst/>
      </p:bgPr>
    </p:bg>
    <p:spTree>
      <p:nvGrpSpPr>
        <p:cNvPr id="1" name="">
          <a:extLst>
            <a:ext uri="{FF2B5EF4-FFF2-40B4-BE49-F238E27FC236}">
              <a16:creationId xmlns:a16="http://schemas.microsoft.com/office/drawing/2014/main" id="{9E6AE028-0D61-E0BE-60EB-F4E8FDB8E82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3089C5C-7377-D429-F9B0-E0C0C3517EED}"/>
              </a:ext>
            </a:extLst>
          </p:cNvPr>
          <p:cNvSpPr>
            <a:spLocks noGrp="1"/>
          </p:cNvSpPr>
          <p:nvPr>
            <p:ph type="title"/>
          </p:nvPr>
        </p:nvSpPr>
        <p:spPr>
          <a:xfrm>
            <a:off x="1592826" y="2687736"/>
            <a:ext cx="8898193" cy="923330"/>
          </a:xfrm>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anchor="t">
            <a:spAutoFit/>
          </a:bodyPr>
          <a:lstStyle/>
          <a:p>
            <a:pPr algn="ctr">
              <a:lnSpc>
                <a:spcPct val="100000"/>
              </a:lnSpc>
              <a:spcBef>
                <a:spcPct val="0"/>
              </a:spcBef>
            </a:pPr>
            <a:r>
              <a:rPr lang="en-US" sz="5400" b="1" i="0" dirty="0">
                <a:solidFill>
                  <a:srgbClr val="2F2F41"/>
                </a:solidFill>
                <a:effectLst/>
                <a:latin typeface="Microsoft YaHei" panose="020B0503020204020204" pitchFamily="34" charset="-122"/>
                <a:ea typeface="Microsoft YaHei" panose="020B0503020204020204" pitchFamily="34" charset="-122"/>
              </a:rPr>
              <a:t>NOT </a:t>
            </a:r>
            <a:r>
              <a:rPr lang="zh-CN" altLang="en-US" sz="5400" b="1" i="0" u="none" baseline="0" dirty="0">
                <a:solidFill>
                  <a:srgbClr val="000000"/>
                </a:solidFill>
                <a:latin typeface="微软雅黑"/>
                <a:ea typeface="微软雅黑"/>
              </a:rPr>
              <a:t>Operator (</a:t>
            </a:r>
            <a:r>
              <a:rPr lang="en-US" altLang="zh-CN" sz="5400" b="1" i="0" u="none" baseline="0" dirty="0">
                <a:solidFill>
                  <a:srgbClr val="000000"/>
                </a:solidFill>
                <a:latin typeface="微软雅黑"/>
                <a:ea typeface="微软雅黑"/>
              </a:rPr>
              <a:t>!</a:t>
            </a:r>
            <a:r>
              <a:rPr lang="zh-CN" altLang="en-US" sz="5400" b="1" i="0" u="none" baseline="0" dirty="0">
                <a:solidFill>
                  <a:srgbClr val="000000"/>
                </a:solidFill>
                <a:latin typeface="微软雅黑"/>
                <a:ea typeface="微软雅黑"/>
              </a:rPr>
              <a:t>)</a:t>
            </a:r>
          </a:p>
        </p:txBody>
      </p:sp>
      <p:sp>
        <p:nvSpPr>
          <p:cNvPr id="3" name="TextBox 3">
            <a:extLst>
              <a:ext uri="{FF2B5EF4-FFF2-40B4-BE49-F238E27FC236}">
                <a16:creationId xmlns:a16="http://schemas.microsoft.com/office/drawing/2014/main" id="{6E27F540-AE45-6F39-A080-82F7CFF155E8}"/>
              </a:ext>
            </a:extLst>
          </p:cNvPr>
          <p:cNvSpPr txBox="1"/>
          <p:nvPr/>
        </p:nvSpPr>
        <p:spPr>
          <a:xfrm>
            <a:off x="5430672" y="1579740"/>
            <a:ext cx="1330656" cy="1107996"/>
          </a:xfrm>
          <a:prstGeom prst="rect">
            <a:avLst/>
          </a:prstGeom>
        </p:spPr>
        <p:txBody>
          <a:bodyPr vert="horz" wrap="square" lIns="91440" tIns="45720" rIns="91440" bIns="45720" rtlCol="0" anchor="b">
            <a:spAutoFit/>
          </a:bodyPr>
          <a:lstStyle/>
          <a:p>
            <a:pPr marL="0" algn="l">
              <a:defRPr/>
            </a:pPr>
            <a:r>
              <a:rPr lang="en-US" sz="6600" b="0" i="0" u="none" baseline="0" dirty="0">
                <a:solidFill>
                  <a:srgbClr val="000000"/>
                </a:solidFill>
                <a:latin typeface="Arial"/>
                <a:ea typeface="Arial"/>
              </a:rPr>
              <a:t>03</a:t>
            </a:r>
            <a:endParaRPr lang="en-US" sz="1100" dirty="0"/>
          </a:p>
        </p:txBody>
      </p:sp>
      <p:grpSp>
        <p:nvGrpSpPr>
          <p:cNvPr id="4" name="Group 3">
            <a:extLst>
              <a:ext uri="{FF2B5EF4-FFF2-40B4-BE49-F238E27FC236}">
                <a16:creationId xmlns:a16="http://schemas.microsoft.com/office/drawing/2014/main" id="{6B7B18D4-4A36-3450-89A4-FB20829926E2}"/>
              </a:ext>
            </a:extLst>
          </p:cNvPr>
          <p:cNvGrpSpPr/>
          <p:nvPr/>
        </p:nvGrpSpPr>
        <p:grpSpPr>
          <a:xfrm>
            <a:off x="6386318" y="4016462"/>
            <a:ext cx="5327053" cy="2523596"/>
            <a:chOff x="1152366" y="1015025"/>
            <a:chExt cx="4040519" cy="1914123"/>
          </a:xfrm>
        </p:grpSpPr>
        <p:grpSp>
          <p:nvGrpSpPr>
            <p:cNvPr id="5" name="Group 4">
              <a:extLst>
                <a:ext uri="{FF2B5EF4-FFF2-40B4-BE49-F238E27FC236}">
                  <a16:creationId xmlns:a16="http://schemas.microsoft.com/office/drawing/2014/main" id="{DD386601-83CD-7212-0226-A9C6E09666C9}"/>
                </a:ext>
              </a:extLst>
            </p:cNvPr>
            <p:cNvGrpSpPr/>
            <p:nvPr/>
          </p:nvGrpSpPr>
          <p:grpSpPr>
            <a:xfrm>
              <a:off x="2360592" y="1046443"/>
              <a:ext cx="1594548" cy="1835278"/>
              <a:chOff x="4223809" y="1429500"/>
              <a:chExt cx="3633074" cy="4181560"/>
            </a:xfrm>
          </p:grpSpPr>
          <p:sp>
            <p:nvSpPr>
              <p:cNvPr id="126" name="Freeform 4">
                <a:extLst>
                  <a:ext uri="{FF2B5EF4-FFF2-40B4-BE49-F238E27FC236}">
                    <a16:creationId xmlns:a16="http://schemas.microsoft.com/office/drawing/2014/main" id="{1FD88935-6D72-B2E6-14F4-EE50AC81021C}"/>
                  </a:ext>
                </a:extLst>
              </p:cNvPr>
              <p:cNvSpPr/>
              <p:nvPr/>
            </p:nvSpPr>
            <p:spPr>
              <a:xfrm>
                <a:off x="5059405" y="1466369"/>
                <a:ext cx="2549179" cy="2766007"/>
              </a:xfrm>
              <a:custGeom>
                <a:avLst/>
                <a:gdLst/>
                <a:ahLst/>
                <a:cxnLst/>
                <a:rect l="l" t="t" r="r" b="b"/>
                <a:pathLst>
                  <a:path w="2549179" h="2766007">
                    <a:moveTo>
                      <a:pt x="2134791" y="2723795"/>
                    </a:moveTo>
                    <a:cubicBezTo>
                      <a:pt x="1956324" y="2796623"/>
                      <a:pt x="1731343" y="2774600"/>
                      <a:pt x="1573738" y="2662498"/>
                    </a:cubicBezTo>
                    <a:cubicBezTo>
                      <a:pt x="1415352" y="2549838"/>
                      <a:pt x="1270104" y="2467006"/>
                      <a:pt x="1068865" y="2461031"/>
                    </a:cubicBezTo>
                    <a:cubicBezTo>
                      <a:pt x="943877" y="2457319"/>
                      <a:pt x="826705" y="2509599"/>
                      <a:pt x="707611" y="2539448"/>
                    </a:cubicBezTo>
                    <a:cubicBezTo>
                      <a:pt x="602911" y="2565688"/>
                      <a:pt x="522925" y="2649785"/>
                      <a:pt x="410068" y="2665254"/>
                    </a:cubicBezTo>
                    <a:cubicBezTo>
                      <a:pt x="261729" y="2685584"/>
                      <a:pt x="109374" y="2594372"/>
                      <a:pt x="42663" y="2460328"/>
                    </a:cubicBezTo>
                    <a:cubicBezTo>
                      <a:pt x="-24048" y="2326289"/>
                      <a:pt x="-9479" y="2159451"/>
                      <a:pt x="65158" y="2029659"/>
                    </a:cubicBezTo>
                    <a:cubicBezTo>
                      <a:pt x="119636" y="1934915"/>
                      <a:pt x="169738" y="1864192"/>
                      <a:pt x="108513" y="1758562"/>
                    </a:cubicBezTo>
                    <a:cubicBezTo>
                      <a:pt x="95179" y="1735553"/>
                      <a:pt x="78411" y="1714238"/>
                      <a:pt x="69277" y="1689258"/>
                    </a:cubicBezTo>
                    <a:cubicBezTo>
                      <a:pt x="60657" y="1665679"/>
                      <a:pt x="59324" y="1640056"/>
                      <a:pt x="60336" y="1614973"/>
                    </a:cubicBezTo>
                    <a:cubicBezTo>
                      <a:pt x="65856" y="1478104"/>
                      <a:pt x="169532" y="1375487"/>
                      <a:pt x="238618" y="1262463"/>
                    </a:cubicBezTo>
                    <a:cubicBezTo>
                      <a:pt x="254768" y="1236042"/>
                      <a:pt x="270992" y="1208627"/>
                      <a:pt x="275870" y="1178049"/>
                    </a:cubicBezTo>
                    <a:cubicBezTo>
                      <a:pt x="288274" y="1100245"/>
                      <a:pt x="226441" y="1032964"/>
                      <a:pt x="193480" y="961392"/>
                    </a:cubicBezTo>
                    <a:cubicBezTo>
                      <a:pt x="86683" y="729485"/>
                      <a:pt x="268935" y="465709"/>
                      <a:pt x="446312" y="326551"/>
                    </a:cubicBezTo>
                    <a:cubicBezTo>
                      <a:pt x="550961" y="244453"/>
                      <a:pt x="676394" y="211320"/>
                      <a:pt x="789259" y="144416"/>
                    </a:cubicBezTo>
                    <a:cubicBezTo>
                      <a:pt x="840656" y="113949"/>
                      <a:pt x="887518" y="76209"/>
                      <a:pt x="939531" y="46805"/>
                    </a:cubicBezTo>
                    <a:cubicBezTo>
                      <a:pt x="1030220" y="-4459"/>
                      <a:pt x="1129052" y="-6645"/>
                      <a:pt x="1229753" y="7474"/>
                    </a:cubicBezTo>
                    <a:cubicBezTo>
                      <a:pt x="1516607" y="47701"/>
                      <a:pt x="1842726" y="256214"/>
                      <a:pt x="1909206" y="556316"/>
                    </a:cubicBezTo>
                    <a:cubicBezTo>
                      <a:pt x="1954271" y="759741"/>
                      <a:pt x="1880483" y="996231"/>
                      <a:pt x="2082010" y="1138646"/>
                    </a:cubicBezTo>
                    <a:cubicBezTo>
                      <a:pt x="2142707" y="1181538"/>
                      <a:pt x="2219376" y="1207054"/>
                      <a:pt x="2260772" y="1268781"/>
                    </a:cubicBezTo>
                    <a:cubicBezTo>
                      <a:pt x="2348744" y="1399970"/>
                      <a:pt x="2219492" y="1594304"/>
                      <a:pt x="2299931" y="1730238"/>
                    </a:cubicBezTo>
                    <a:cubicBezTo>
                      <a:pt x="2317874" y="1760555"/>
                      <a:pt x="2344680" y="1784378"/>
                      <a:pt x="2369086" y="1809783"/>
                    </a:cubicBezTo>
                    <a:cubicBezTo>
                      <a:pt x="2497875" y="1943856"/>
                      <a:pt x="2564351" y="2135490"/>
                      <a:pt x="2546245" y="2320515"/>
                    </a:cubicBezTo>
                    <a:cubicBezTo>
                      <a:pt x="2541826" y="2365671"/>
                      <a:pt x="2532337" y="2411173"/>
                      <a:pt x="2510035" y="2450680"/>
                    </a:cubicBezTo>
                    <a:cubicBezTo>
                      <a:pt x="2479406" y="2504935"/>
                      <a:pt x="2427516" y="2543319"/>
                      <a:pt x="2376797" y="2579503"/>
                    </a:cubicBezTo>
                    <a:cubicBezTo>
                      <a:pt x="2300896" y="2633660"/>
                      <a:pt x="2223426" y="2687101"/>
                      <a:pt x="2137277" y="2722771"/>
                    </a:cubicBezTo>
                    <a:cubicBezTo>
                      <a:pt x="2136454" y="2723114"/>
                      <a:pt x="2135622" y="2723452"/>
                      <a:pt x="2134791" y="2723795"/>
                    </a:cubicBezTo>
                    <a:close/>
                  </a:path>
                </a:pathLst>
              </a:custGeom>
              <a:solidFill>
                <a:srgbClr val="0B2D4E"/>
              </a:solidFill>
              <a:ln cap="flat">
                <a:prstDash val="solid"/>
              </a:ln>
            </p:spPr>
            <p:txBody>
              <a:bodyPr vert="horz" lIns="91440" tIns="45720" rIns="91440" bIns="45720" anchor="ctr">
                <a:normAutofit/>
              </a:bodyPr>
              <a:lstStyle/>
              <a:p>
                <a:pPr marL="0" algn="l"/>
                <a:endParaRPr/>
              </a:p>
            </p:txBody>
          </p:sp>
          <p:sp>
            <p:nvSpPr>
              <p:cNvPr id="127" name="Freeform 5">
                <a:extLst>
                  <a:ext uri="{FF2B5EF4-FFF2-40B4-BE49-F238E27FC236}">
                    <a16:creationId xmlns:a16="http://schemas.microsoft.com/office/drawing/2014/main" id="{E17C02A6-6C7E-2950-8D3E-008E976C870D}"/>
                  </a:ext>
                </a:extLst>
              </p:cNvPr>
              <p:cNvSpPr/>
              <p:nvPr/>
            </p:nvSpPr>
            <p:spPr>
              <a:xfrm>
                <a:off x="5062115" y="1429500"/>
                <a:ext cx="2392105" cy="2192895"/>
              </a:xfrm>
              <a:custGeom>
                <a:avLst/>
                <a:gdLst/>
                <a:ahLst/>
                <a:cxnLst/>
                <a:rect l="l" t="t" r="r" b="b"/>
                <a:pathLst>
                  <a:path w="2392105" h="2192895">
                    <a:moveTo>
                      <a:pt x="2392106" y="2000905"/>
                    </a:moveTo>
                    <a:cubicBezTo>
                      <a:pt x="2303029" y="1924375"/>
                      <a:pt x="2283926" y="1790562"/>
                      <a:pt x="2309699" y="1675986"/>
                    </a:cubicBezTo>
                    <a:cubicBezTo>
                      <a:pt x="2326565" y="1601007"/>
                      <a:pt x="2359847" y="1528076"/>
                      <a:pt x="2356882" y="1451280"/>
                    </a:cubicBezTo>
                    <a:cubicBezTo>
                      <a:pt x="2353165" y="1355126"/>
                      <a:pt x="2286326" y="1264446"/>
                      <a:pt x="2195577" y="1232445"/>
                    </a:cubicBezTo>
                    <a:cubicBezTo>
                      <a:pt x="2149294" y="1216123"/>
                      <a:pt x="2098365" y="1213963"/>
                      <a:pt x="2054062" y="1192853"/>
                    </a:cubicBezTo>
                    <a:cubicBezTo>
                      <a:pt x="1987025" y="1160912"/>
                      <a:pt x="1950172" y="1093468"/>
                      <a:pt x="1925693" y="1026585"/>
                    </a:cubicBezTo>
                    <a:cubicBezTo>
                      <a:pt x="1899037" y="953749"/>
                      <a:pt x="1910109" y="891564"/>
                      <a:pt x="1909779" y="815303"/>
                    </a:cubicBezTo>
                    <a:cubicBezTo>
                      <a:pt x="1909363" y="717795"/>
                      <a:pt x="1906902" y="620180"/>
                      <a:pt x="1896997" y="523118"/>
                    </a:cubicBezTo>
                    <a:cubicBezTo>
                      <a:pt x="1885574" y="411221"/>
                      <a:pt x="1818584" y="300310"/>
                      <a:pt x="1741800" y="219908"/>
                    </a:cubicBezTo>
                    <a:cubicBezTo>
                      <a:pt x="1730776" y="208366"/>
                      <a:pt x="1719285" y="197269"/>
                      <a:pt x="1707377" y="186634"/>
                    </a:cubicBezTo>
                    <a:cubicBezTo>
                      <a:pt x="1508011" y="8661"/>
                      <a:pt x="1126925" y="-69281"/>
                      <a:pt x="890671" y="75475"/>
                    </a:cubicBezTo>
                    <a:cubicBezTo>
                      <a:pt x="843599" y="104317"/>
                      <a:pt x="814341" y="144175"/>
                      <a:pt x="776987" y="182348"/>
                    </a:cubicBezTo>
                    <a:cubicBezTo>
                      <a:pt x="739006" y="221156"/>
                      <a:pt x="689792" y="252600"/>
                      <a:pt x="644044" y="281309"/>
                    </a:cubicBezTo>
                    <a:cubicBezTo>
                      <a:pt x="551307" y="339508"/>
                      <a:pt x="451622" y="385358"/>
                      <a:pt x="353690" y="433887"/>
                    </a:cubicBezTo>
                    <a:cubicBezTo>
                      <a:pt x="291102" y="464902"/>
                      <a:pt x="227537" y="498313"/>
                      <a:pt x="181545" y="550880"/>
                    </a:cubicBezTo>
                    <a:cubicBezTo>
                      <a:pt x="126116" y="614235"/>
                      <a:pt x="101632" y="700937"/>
                      <a:pt x="104101" y="785081"/>
                    </a:cubicBezTo>
                    <a:cubicBezTo>
                      <a:pt x="106566" y="869224"/>
                      <a:pt x="134217" y="951078"/>
                      <a:pt x="172780" y="1025904"/>
                    </a:cubicBezTo>
                    <a:cubicBezTo>
                      <a:pt x="200023" y="1078762"/>
                      <a:pt x="233027" y="1129318"/>
                      <a:pt x="250357" y="1186205"/>
                    </a:cubicBezTo>
                    <a:cubicBezTo>
                      <a:pt x="278595" y="1278904"/>
                      <a:pt x="224614" y="1366069"/>
                      <a:pt x="156179" y="1425541"/>
                    </a:cubicBezTo>
                    <a:cubicBezTo>
                      <a:pt x="104329" y="1470606"/>
                      <a:pt x="44728" y="1511853"/>
                      <a:pt x="16319" y="1574402"/>
                    </a:cubicBezTo>
                    <a:cubicBezTo>
                      <a:pt x="-7290" y="1626386"/>
                      <a:pt x="-5160" y="1689338"/>
                      <a:pt x="21912" y="1739607"/>
                    </a:cubicBezTo>
                    <a:cubicBezTo>
                      <a:pt x="47158" y="1786490"/>
                      <a:pt x="91633" y="1821093"/>
                      <a:pt x="115199" y="1868842"/>
                    </a:cubicBezTo>
                    <a:cubicBezTo>
                      <a:pt x="137825" y="1914692"/>
                      <a:pt x="138511" y="1970786"/>
                      <a:pt x="117016" y="2017176"/>
                    </a:cubicBezTo>
                    <a:cubicBezTo>
                      <a:pt x="89644" y="2076249"/>
                      <a:pt x="27305" y="2131100"/>
                      <a:pt x="47802" y="2192895"/>
                    </a:cubicBezTo>
                  </a:path>
                </a:pathLst>
              </a:custGeom>
              <a:noFill/>
              <a:ln w="17138" cap="flat">
                <a:solidFill>
                  <a:srgbClr val="0B2D4E"/>
                </a:solidFill>
                <a:prstDash val="solid"/>
              </a:ln>
            </p:spPr>
            <p:txBody>
              <a:bodyPr vert="horz" lIns="91440" tIns="45720" rIns="91440" bIns="45720" anchor="ctr">
                <a:normAutofit/>
              </a:bodyPr>
              <a:lstStyle/>
              <a:p>
                <a:pPr marL="0" algn="l"/>
                <a:endParaRPr/>
              </a:p>
            </p:txBody>
          </p:sp>
          <p:sp>
            <p:nvSpPr>
              <p:cNvPr id="128" name="Freeform 6">
                <a:extLst>
                  <a:ext uri="{FF2B5EF4-FFF2-40B4-BE49-F238E27FC236}">
                    <a16:creationId xmlns:a16="http://schemas.microsoft.com/office/drawing/2014/main" id="{FA6B5874-C292-EC96-FD1A-DAF05AB1541E}"/>
                  </a:ext>
                </a:extLst>
              </p:cNvPr>
              <p:cNvSpPr/>
              <p:nvPr/>
            </p:nvSpPr>
            <p:spPr>
              <a:xfrm>
                <a:off x="5437736" y="2503607"/>
                <a:ext cx="1383147" cy="1239566"/>
              </a:xfrm>
              <a:custGeom>
                <a:avLst/>
                <a:gdLst/>
                <a:ahLst/>
                <a:cxnLst/>
                <a:rect l="l" t="t" r="r" b="b"/>
                <a:pathLst>
                  <a:path w="1383147" h="1239566">
                    <a:moveTo>
                      <a:pt x="1378469" y="795052"/>
                    </a:moveTo>
                    <a:cubicBezTo>
                      <a:pt x="1389656" y="869251"/>
                      <a:pt x="1381195" y="945503"/>
                      <a:pt x="1348636" y="1013248"/>
                    </a:cubicBezTo>
                    <a:cubicBezTo>
                      <a:pt x="1260841" y="1195940"/>
                      <a:pt x="1043438" y="1231555"/>
                      <a:pt x="860115" y="1238704"/>
                    </a:cubicBezTo>
                    <a:cubicBezTo>
                      <a:pt x="792246" y="1241349"/>
                      <a:pt x="724048" y="1237950"/>
                      <a:pt x="656852" y="1227937"/>
                    </a:cubicBezTo>
                    <a:cubicBezTo>
                      <a:pt x="596991" y="1219018"/>
                      <a:pt x="543649" y="1228122"/>
                      <a:pt x="483152" y="1226742"/>
                    </a:cubicBezTo>
                    <a:cubicBezTo>
                      <a:pt x="363583" y="1224007"/>
                      <a:pt x="244678" y="1188722"/>
                      <a:pt x="143647" y="1124557"/>
                    </a:cubicBezTo>
                    <a:cubicBezTo>
                      <a:pt x="94509" y="1093349"/>
                      <a:pt x="48231" y="1053933"/>
                      <a:pt x="23019" y="1001465"/>
                    </a:cubicBezTo>
                    <a:cubicBezTo>
                      <a:pt x="-11644" y="929331"/>
                      <a:pt x="-1554" y="844103"/>
                      <a:pt x="16782" y="766205"/>
                    </a:cubicBezTo>
                    <a:cubicBezTo>
                      <a:pt x="27369" y="721234"/>
                      <a:pt x="40652" y="676348"/>
                      <a:pt x="63755" y="636336"/>
                    </a:cubicBezTo>
                    <a:cubicBezTo>
                      <a:pt x="88470" y="593529"/>
                      <a:pt x="123930" y="557148"/>
                      <a:pt x="144521" y="512215"/>
                    </a:cubicBezTo>
                    <a:cubicBezTo>
                      <a:pt x="183230" y="427746"/>
                      <a:pt x="151418" y="329021"/>
                      <a:pt x="185832" y="246163"/>
                    </a:cubicBezTo>
                    <a:cubicBezTo>
                      <a:pt x="212780" y="181282"/>
                      <a:pt x="280537" y="108043"/>
                      <a:pt x="336755" y="67482"/>
                    </a:cubicBezTo>
                    <a:cubicBezTo>
                      <a:pt x="413261" y="12288"/>
                      <a:pt x="511956" y="-5148"/>
                      <a:pt x="606078" y="1260"/>
                    </a:cubicBezTo>
                    <a:cubicBezTo>
                      <a:pt x="700195" y="7672"/>
                      <a:pt x="791278" y="36047"/>
                      <a:pt x="880951" y="65365"/>
                    </a:cubicBezTo>
                    <a:cubicBezTo>
                      <a:pt x="951549" y="88446"/>
                      <a:pt x="1012234" y="74160"/>
                      <a:pt x="1064016" y="132475"/>
                    </a:cubicBezTo>
                    <a:cubicBezTo>
                      <a:pt x="1105062" y="178702"/>
                      <a:pt x="1090733" y="254153"/>
                      <a:pt x="1103853" y="310166"/>
                    </a:cubicBezTo>
                    <a:cubicBezTo>
                      <a:pt x="1147967" y="498533"/>
                      <a:pt x="1348756" y="597940"/>
                      <a:pt x="1378469" y="795052"/>
                    </a:cubicBezTo>
                    <a:close/>
                  </a:path>
                </a:pathLst>
              </a:custGeom>
              <a:solidFill>
                <a:srgbClr val="061F33"/>
              </a:solidFill>
              <a:ln cap="flat">
                <a:prstDash val="solid"/>
              </a:ln>
            </p:spPr>
            <p:txBody>
              <a:bodyPr vert="horz" lIns="91440" tIns="45720" rIns="91440" bIns="45720" anchor="ctr">
                <a:normAutofit/>
              </a:bodyPr>
              <a:lstStyle/>
              <a:p>
                <a:pPr marL="0" algn="l"/>
                <a:endParaRPr/>
              </a:p>
            </p:txBody>
          </p:sp>
          <p:sp>
            <p:nvSpPr>
              <p:cNvPr id="129" name="Freeform 7">
                <a:extLst>
                  <a:ext uri="{FF2B5EF4-FFF2-40B4-BE49-F238E27FC236}">
                    <a16:creationId xmlns:a16="http://schemas.microsoft.com/office/drawing/2014/main" id="{005E7258-3B4A-346B-1453-8B2E41A39F9B}"/>
                  </a:ext>
                </a:extLst>
              </p:cNvPr>
              <p:cNvSpPr/>
              <p:nvPr/>
            </p:nvSpPr>
            <p:spPr>
              <a:xfrm>
                <a:off x="4223809" y="4855098"/>
                <a:ext cx="1682835" cy="614928"/>
              </a:xfrm>
              <a:custGeom>
                <a:avLst/>
                <a:gdLst/>
                <a:ahLst/>
                <a:cxnLst/>
                <a:rect l="l" t="t" r="r" b="b"/>
                <a:pathLst>
                  <a:path w="1682835" h="614928">
                    <a:moveTo>
                      <a:pt x="1079123" y="194378"/>
                    </a:moveTo>
                    <a:cubicBezTo>
                      <a:pt x="872011" y="146025"/>
                      <a:pt x="676601" y="54278"/>
                      <a:pt x="465978" y="19766"/>
                    </a:cubicBezTo>
                    <a:cubicBezTo>
                      <a:pt x="332831" y="-2052"/>
                      <a:pt x="89684" y="-36282"/>
                      <a:pt x="18961" y="110522"/>
                    </a:cubicBezTo>
                    <a:cubicBezTo>
                      <a:pt x="-16563" y="184267"/>
                      <a:pt x="-1" y="276070"/>
                      <a:pt x="50560" y="338949"/>
                    </a:cubicBezTo>
                    <a:cubicBezTo>
                      <a:pt x="163991" y="480014"/>
                      <a:pt x="400498" y="517691"/>
                      <a:pt x="566680" y="553125"/>
                    </a:cubicBezTo>
                    <a:cubicBezTo>
                      <a:pt x="832089" y="609712"/>
                      <a:pt x="1101154" y="620727"/>
                      <a:pt x="1371663" y="612507"/>
                    </a:cubicBezTo>
                    <a:cubicBezTo>
                      <a:pt x="1448040" y="610188"/>
                      <a:pt x="1527893" y="604916"/>
                      <a:pt x="1593331" y="565465"/>
                    </a:cubicBezTo>
                    <a:cubicBezTo>
                      <a:pt x="1658769" y="526014"/>
                      <a:pt x="1703449" y="441455"/>
                      <a:pt x="1673145" y="371311"/>
                    </a:cubicBezTo>
                    <a:cubicBezTo>
                      <a:pt x="1626944" y="264356"/>
                      <a:pt x="1455935" y="266203"/>
                      <a:pt x="1358324" y="250040"/>
                    </a:cubicBezTo>
                    <a:cubicBezTo>
                      <a:pt x="1264687" y="234528"/>
                      <a:pt x="1171555" y="215960"/>
                      <a:pt x="1079123" y="194378"/>
                    </a:cubicBezTo>
                    <a:close/>
                  </a:path>
                </a:pathLst>
              </a:custGeom>
              <a:solidFill>
                <a:srgbClr val="F8A17A"/>
              </a:solidFill>
              <a:ln cap="flat">
                <a:prstDash val="solid"/>
              </a:ln>
            </p:spPr>
            <p:txBody>
              <a:bodyPr vert="horz" lIns="91440" tIns="45720" rIns="91440" bIns="45720" anchor="ctr">
                <a:normAutofit lnSpcReduction="10000"/>
              </a:bodyPr>
              <a:lstStyle/>
              <a:p>
                <a:pPr marL="0" algn="l"/>
                <a:endParaRPr/>
              </a:p>
            </p:txBody>
          </p:sp>
          <p:sp>
            <p:nvSpPr>
              <p:cNvPr id="130" name="Freeform 8">
                <a:extLst>
                  <a:ext uri="{FF2B5EF4-FFF2-40B4-BE49-F238E27FC236}">
                    <a16:creationId xmlns:a16="http://schemas.microsoft.com/office/drawing/2014/main" id="{B624D702-DF37-B7B8-A093-BED1111E5732}"/>
                  </a:ext>
                </a:extLst>
              </p:cNvPr>
              <p:cNvSpPr/>
              <p:nvPr/>
            </p:nvSpPr>
            <p:spPr>
              <a:xfrm>
                <a:off x="4242765" y="3385577"/>
                <a:ext cx="1510585" cy="1580038"/>
              </a:xfrm>
              <a:custGeom>
                <a:avLst/>
                <a:gdLst/>
                <a:ahLst/>
                <a:cxnLst/>
                <a:rect l="l" t="t" r="r" b="b"/>
                <a:pathLst>
                  <a:path w="1510585" h="1580038">
                    <a:moveTo>
                      <a:pt x="1298198" y="742205"/>
                    </a:moveTo>
                    <a:cubicBezTo>
                      <a:pt x="1142925" y="922232"/>
                      <a:pt x="974376" y="1091346"/>
                      <a:pt x="811190" y="1264168"/>
                    </a:cubicBezTo>
                    <a:cubicBezTo>
                      <a:pt x="777513" y="1299833"/>
                      <a:pt x="743844" y="1335529"/>
                      <a:pt x="711556" y="1372464"/>
                    </a:cubicBezTo>
                    <a:cubicBezTo>
                      <a:pt x="695479" y="1390856"/>
                      <a:pt x="676653" y="1409502"/>
                      <a:pt x="663413" y="1430071"/>
                    </a:cubicBezTo>
                    <a:cubicBezTo>
                      <a:pt x="652560" y="1446933"/>
                      <a:pt x="628587" y="1480405"/>
                      <a:pt x="607576" y="1527532"/>
                    </a:cubicBezTo>
                    <a:cubicBezTo>
                      <a:pt x="413203" y="1469539"/>
                      <a:pt x="186452" y="1512174"/>
                      <a:pt x="0" y="1580039"/>
                    </a:cubicBezTo>
                    <a:cubicBezTo>
                      <a:pt x="21431" y="1434079"/>
                      <a:pt x="79613" y="1344457"/>
                      <a:pt x="96046" y="1307236"/>
                    </a:cubicBezTo>
                    <a:cubicBezTo>
                      <a:pt x="177879" y="1121894"/>
                      <a:pt x="311486" y="966278"/>
                      <a:pt x="437737" y="810189"/>
                    </a:cubicBezTo>
                    <a:cubicBezTo>
                      <a:pt x="590812" y="620943"/>
                      <a:pt x="751783" y="438074"/>
                      <a:pt x="898788" y="243959"/>
                    </a:cubicBezTo>
                    <a:cubicBezTo>
                      <a:pt x="1018323" y="86122"/>
                      <a:pt x="1219824" y="-91303"/>
                      <a:pt x="1418260" y="53765"/>
                    </a:cubicBezTo>
                    <a:cubicBezTo>
                      <a:pt x="1570962" y="165409"/>
                      <a:pt x="1502061" y="391196"/>
                      <a:pt x="1439820" y="533555"/>
                    </a:cubicBezTo>
                    <a:cubicBezTo>
                      <a:pt x="1406589" y="609580"/>
                      <a:pt x="1354357" y="677097"/>
                      <a:pt x="1298198" y="742205"/>
                    </a:cubicBezTo>
                    <a:close/>
                  </a:path>
                </a:pathLst>
              </a:custGeom>
              <a:solidFill>
                <a:srgbClr val="8070F2"/>
              </a:solidFill>
              <a:ln cap="flat">
                <a:prstDash val="solid"/>
              </a:ln>
            </p:spPr>
            <p:txBody>
              <a:bodyPr vert="horz" lIns="91440" tIns="45720" rIns="91440" bIns="45720" anchor="ctr">
                <a:normAutofit/>
              </a:bodyPr>
              <a:lstStyle/>
              <a:p>
                <a:pPr marL="0" algn="l"/>
                <a:endParaRPr/>
              </a:p>
            </p:txBody>
          </p:sp>
          <p:sp>
            <p:nvSpPr>
              <p:cNvPr id="131" name="Freeform 9">
                <a:extLst>
                  <a:ext uri="{FF2B5EF4-FFF2-40B4-BE49-F238E27FC236}">
                    <a16:creationId xmlns:a16="http://schemas.microsoft.com/office/drawing/2014/main" id="{810211B7-E14C-566F-0958-C5B51F39D28C}"/>
                  </a:ext>
                </a:extLst>
              </p:cNvPr>
              <p:cNvSpPr/>
              <p:nvPr/>
            </p:nvSpPr>
            <p:spPr>
              <a:xfrm>
                <a:off x="6174048" y="4855098"/>
                <a:ext cx="1682835" cy="614928"/>
              </a:xfrm>
              <a:custGeom>
                <a:avLst/>
                <a:gdLst/>
                <a:ahLst/>
                <a:cxnLst/>
                <a:rect l="l" t="t" r="r" b="b"/>
                <a:pathLst>
                  <a:path w="1682835" h="614928">
                    <a:moveTo>
                      <a:pt x="603709" y="194378"/>
                    </a:moveTo>
                    <a:cubicBezTo>
                      <a:pt x="810821" y="146025"/>
                      <a:pt x="1006235" y="54278"/>
                      <a:pt x="1216857" y="19766"/>
                    </a:cubicBezTo>
                    <a:cubicBezTo>
                      <a:pt x="1350005" y="-2052"/>
                      <a:pt x="1593151" y="-36282"/>
                      <a:pt x="1663874" y="110522"/>
                    </a:cubicBezTo>
                    <a:cubicBezTo>
                      <a:pt x="1699399" y="184267"/>
                      <a:pt x="1682836" y="276070"/>
                      <a:pt x="1632276" y="338949"/>
                    </a:cubicBezTo>
                    <a:cubicBezTo>
                      <a:pt x="1518845" y="480014"/>
                      <a:pt x="1282338" y="517691"/>
                      <a:pt x="1116156" y="553125"/>
                    </a:cubicBezTo>
                    <a:cubicBezTo>
                      <a:pt x="850747" y="609712"/>
                      <a:pt x="581682" y="620727"/>
                      <a:pt x="311173" y="612507"/>
                    </a:cubicBezTo>
                    <a:cubicBezTo>
                      <a:pt x="234795" y="610188"/>
                      <a:pt x="154943" y="604916"/>
                      <a:pt x="89505" y="565465"/>
                    </a:cubicBezTo>
                    <a:cubicBezTo>
                      <a:pt x="24067" y="526014"/>
                      <a:pt x="-20614" y="441455"/>
                      <a:pt x="9690" y="371311"/>
                    </a:cubicBezTo>
                    <a:cubicBezTo>
                      <a:pt x="55892" y="264356"/>
                      <a:pt x="226901" y="266203"/>
                      <a:pt x="324511" y="250040"/>
                    </a:cubicBezTo>
                    <a:cubicBezTo>
                      <a:pt x="418144" y="234528"/>
                      <a:pt x="511276" y="215960"/>
                      <a:pt x="603709" y="194378"/>
                    </a:cubicBezTo>
                    <a:close/>
                  </a:path>
                </a:pathLst>
              </a:custGeom>
              <a:solidFill>
                <a:srgbClr val="F8A17A"/>
              </a:solidFill>
              <a:ln cap="flat">
                <a:prstDash val="solid"/>
              </a:ln>
            </p:spPr>
            <p:txBody>
              <a:bodyPr vert="horz" lIns="91440" tIns="45720" rIns="91440" bIns="45720" anchor="ctr">
                <a:normAutofit lnSpcReduction="10000"/>
              </a:bodyPr>
              <a:lstStyle/>
              <a:p>
                <a:pPr marL="0" algn="l"/>
                <a:endParaRPr/>
              </a:p>
            </p:txBody>
          </p:sp>
          <p:sp>
            <p:nvSpPr>
              <p:cNvPr id="132" name="Freeform 10">
                <a:extLst>
                  <a:ext uri="{FF2B5EF4-FFF2-40B4-BE49-F238E27FC236}">
                    <a16:creationId xmlns:a16="http://schemas.microsoft.com/office/drawing/2014/main" id="{AEEEDCAD-D7D6-4278-CC8E-3307D5389CEC}"/>
                  </a:ext>
                </a:extLst>
              </p:cNvPr>
              <p:cNvSpPr/>
              <p:nvPr/>
            </p:nvSpPr>
            <p:spPr>
              <a:xfrm>
                <a:off x="6327330" y="3385577"/>
                <a:ext cx="1510587" cy="1580038"/>
              </a:xfrm>
              <a:custGeom>
                <a:avLst/>
                <a:gdLst/>
                <a:ahLst/>
                <a:cxnLst/>
                <a:rect l="l" t="t" r="r" b="b"/>
                <a:pathLst>
                  <a:path w="1510587" h="1580038">
                    <a:moveTo>
                      <a:pt x="212390" y="742205"/>
                    </a:moveTo>
                    <a:cubicBezTo>
                      <a:pt x="367663" y="922232"/>
                      <a:pt x="536212" y="1091346"/>
                      <a:pt x="699398" y="1264168"/>
                    </a:cubicBezTo>
                    <a:cubicBezTo>
                      <a:pt x="733075" y="1299833"/>
                      <a:pt x="766743" y="1335529"/>
                      <a:pt x="799032" y="1372464"/>
                    </a:cubicBezTo>
                    <a:cubicBezTo>
                      <a:pt x="815109" y="1390856"/>
                      <a:pt x="833935" y="1409502"/>
                      <a:pt x="847175" y="1430071"/>
                    </a:cubicBezTo>
                    <a:cubicBezTo>
                      <a:pt x="858028" y="1446933"/>
                      <a:pt x="882001" y="1480405"/>
                      <a:pt x="903012" y="1527532"/>
                    </a:cubicBezTo>
                    <a:cubicBezTo>
                      <a:pt x="1097385" y="1469539"/>
                      <a:pt x="1324136" y="1512174"/>
                      <a:pt x="1510588" y="1580039"/>
                    </a:cubicBezTo>
                    <a:cubicBezTo>
                      <a:pt x="1489157" y="1434079"/>
                      <a:pt x="1430975" y="1344457"/>
                      <a:pt x="1414542" y="1307236"/>
                    </a:cubicBezTo>
                    <a:cubicBezTo>
                      <a:pt x="1332709" y="1121894"/>
                      <a:pt x="1199106" y="966278"/>
                      <a:pt x="1072850" y="810189"/>
                    </a:cubicBezTo>
                    <a:cubicBezTo>
                      <a:pt x="919775" y="620943"/>
                      <a:pt x="758805" y="438074"/>
                      <a:pt x="611800" y="243959"/>
                    </a:cubicBezTo>
                    <a:cubicBezTo>
                      <a:pt x="492265" y="86122"/>
                      <a:pt x="290764" y="-91303"/>
                      <a:pt x="92328" y="53765"/>
                    </a:cubicBezTo>
                    <a:cubicBezTo>
                      <a:pt x="-60379" y="165409"/>
                      <a:pt x="8527" y="391196"/>
                      <a:pt x="70768" y="533555"/>
                    </a:cubicBezTo>
                    <a:cubicBezTo>
                      <a:pt x="104003" y="609580"/>
                      <a:pt x="156235" y="677097"/>
                      <a:pt x="212390" y="742205"/>
                    </a:cubicBezTo>
                    <a:close/>
                  </a:path>
                </a:pathLst>
              </a:custGeom>
              <a:solidFill>
                <a:srgbClr val="8070F2"/>
              </a:solidFill>
              <a:ln cap="flat">
                <a:prstDash val="solid"/>
              </a:ln>
            </p:spPr>
            <p:txBody>
              <a:bodyPr vert="horz" lIns="91440" tIns="45720" rIns="91440" bIns="45720" anchor="ctr">
                <a:normAutofit/>
              </a:bodyPr>
              <a:lstStyle/>
              <a:p>
                <a:pPr marL="0" algn="l"/>
                <a:endParaRPr/>
              </a:p>
            </p:txBody>
          </p:sp>
          <p:grpSp>
            <p:nvGrpSpPr>
              <p:cNvPr id="133" name="Group 11">
                <a:extLst>
                  <a:ext uri="{FF2B5EF4-FFF2-40B4-BE49-F238E27FC236}">
                    <a16:creationId xmlns:a16="http://schemas.microsoft.com/office/drawing/2014/main" id="{15D75315-1D1D-DF34-765B-C7EA88A8B243}"/>
                  </a:ext>
                </a:extLst>
              </p:cNvPr>
              <p:cNvGrpSpPr/>
              <p:nvPr/>
            </p:nvGrpSpPr>
            <p:grpSpPr>
              <a:xfrm>
                <a:off x="5200664" y="3241674"/>
                <a:ext cx="1685892" cy="2369386"/>
                <a:chOff x="5200664" y="3241674"/>
                <a:chExt cx="1685892" cy="2369386"/>
              </a:xfrm>
            </p:grpSpPr>
            <p:sp>
              <p:nvSpPr>
                <p:cNvPr id="140" name="Freeform 12">
                  <a:extLst>
                    <a:ext uri="{FF2B5EF4-FFF2-40B4-BE49-F238E27FC236}">
                      <a16:creationId xmlns:a16="http://schemas.microsoft.com/office/drawing/2014/main" id="{0AD3293D-75D3-0786-0184-00DCE10FFCB7}"/>
                    </a:ext>
                  </a:extLst>
                </p:cNvPr>
                <p:cNvSpPr/>
                <p:nvPr/>
              </p:nvSpPr>
              <p:spPr>
                <a:xfrm>
                  <a:off x="5200664" y="3301063"/>
                  <a:ext cx="1685892" cy="2309997"/>
                </a:xfrm>
                <a:custGeom>
                  <a:avLst/>
                  <a:gdLst/>
                  <a:ahLst/>
                  <a:cxnLst/>
                  <a:rect l="l" t="t" r="r" b="b"/>
                  <a:pathLst>
                    <a:path w="1685892" h="2309997">
                      <a:moveTo>
                        <a:pt x="1516194" y="2287898"/>
                      </a:moveTo>
                      <a:cubicBezTo>
                        <a:pt x="1594122" y="2218645"/>
                        <a:pt x="1520378" y="2015657"/>
                        <a:pt x="1507322" y="1939661"/>
                      </a:cubicBezTo>
                      <a:cubicBezTo>
                        <a:pt x="1482414" y="1794717"/>
                        <a:pt x="1473760" y="1636045"/>
                        <a:pt x="1522971" y="1495053"/>
                      </a:cubicBezTo>
                      <a:cubicBezTo>
                        <a:pt x="1593608" y="1292665"/>
                        <a:pt x="1680267" y="1133002"/>
                        <a:pt x="1685535" y="907563"/>
                      </a:cubicBezTo>
                      <a:cubicBezTo>
                        <a:pt x="1690044" y="714553"/>
                        <a:pt x="1651147" y="524436"/>
                        <a:pt x="1612450" y="336433"/>
                      </a:cubicBezTo>
                      <a:cubicBezTo>
                        <a:pt x="1574123" y="150225"/>
                        <a:pt x="1556764" y="96162"/>
                        <a:pt x="1374448" y="67770"/>
                      </a:cubicBezTo>
                      <a:cubicBezTo>
                        <a:pt x="1309464" y="57650"/>
                        <a:pt x="1245307" y="40051"/>
                        <a:pt x="1180478" y="28542"/>
                      </a:cubicBezTo>
                      <a:cubicBezTo>
                        <a:pt x="1070501" y="9014"/>
                        <a:pt x="959020" y="245"/>
                        <a:pt x="847303" y="0"/>
                      </a:cubicBezTo>
                      <a:cubicBezTo>
                        <a:pt x="845850" y="-4"/>
                        <a:pt x="844397" y="35"/>
                        <a:pt x="842949" y="35"/>
                      </a:cubicBezTo>
                      <a:cubicBezTo>
                        <a:pt x="841496" y="35"/>
                        <a:pt x="840043" y="0"/>
                        <a:pt x="838590" y="69"/>
                      </a:cubicBezTo>
                      <a:cubicBezTo>
                        <a:pt x="726877" y="245"/>
                        <a:pt x="615392" y="9014"/>
                        <a:pt x="505415" y="28542"/>
                      </a:cubicBezTo>
                      <a:cubicBezTo>
                        <a:pt x="440585" y="40051"/>
                        <a:pt x="376429" y="57650"/>
                        <a:pt x="311445" y="67770"/>
                      </a:cubicBezTo>
                      <a:cubicBezTo>
                        <a:pt x="129129" y="96162"/>
                        <a:pt x="111770" y="150225"/>
                        <a:pt x="73442" y="336433"/>
                      </a:cubicBezTo>
                      <a:cubicBezTo>
                        <a:pt x="34746" y="524436"/>
                        <a:pt x="-4151" y="714553"/>
                        <a:pt x="358" y="907563"/>
                      </a:cubicBezTo>
                      <a:cubicBezTo>
                        <a:pt x="5625" y="1133002"/>
                        <a:pt x="92284" y="1292661"/>
                        <a:pt x="162926" y="1495057"/>
                      </a:cubicBezTo>
                      <a:cubicBezTo>
                        <a:pt x="237889" y="1709837"/>
                        <a:pt x="181023" y="1929752"/>
                        <a:pt x="123772" y="2139054"/>
                      </a:cubicBezTo>
                      <a:cubicBezTo>
                        <a:pt x="115152" y="2170566"/>
                        <a:pt x="112259" y="2207346"/>
                        <a:pt x="132417" y="2233060"/>
                      </a:cubicBezTo>
                      <a:cubicBezTo>
                        <a:pt x="144886" y="2248966"/>
                        <a:pt x="164174" y="2257855"/>
                        <a:pt x="183239" y="2264555"/>
                      </a:cubicBezTo>
                      <a:cubicBezTo>
                        <a:pt x="247357" y="2287080"/>
                        <a:pt x="316289" y="2291095"/>
                        <a:pt x="384174" y="2294276"/>
                      </a:cubicBezTo>
                      <a:cubicBezTo>
                        <a:pt x="735775" y="2310752"/>
                        <a:pt x="1087920" y="2310396"/>
                        <a:pt x="1439903" y="2309792"/>
                      </a:cubicBezTo>
                      <a:cubicBezTo>
                        <a:pt x="1457357" y="2309762"/>
                        <a:pt x="1475312" y="2309638"/>
                        <a:pt x="1491488" y="2303084"/>
                      </a:cubicBezTo>
                      <a:cubicBezTo>
                        <a:pt x="1501042" y="2299218"/>
                        <a:pt x="1509225" y="2294092"/>
                        <a:pt x="1516194" y="2287898"/>
                      </a:cubicBezTo>
                      <a:close/>
                    </a:path>
                  </a:pathLst>
                </a:custGeom>
                <a:solidFill>
                  <a:srgbClr val="9B87FF"/>
                </a:solidFill>
                <a:ln cap="flat">
                  <a:prstDash val="solid"/>
                </a:ln>
              </p:spPr>
              <p:txBody>
                <a:bodyPr vert="horz" lIns="91440" tIns="45720" rIns="91440" bIns="45720" anchor="ctr">
                  <a:normAutofit/>
                </a:bodyPr>
                <a:lstStyle/>
                <a:p>
                  <a:pPr marL="0" algn="l"/>
                  <a:endParaRPr/>
                </a:p>
              </p:txBody>
            </p:sp>
            <p:sp>
              <p:nvSpPr>
                <p:cNvPr id="141" name="Freeform 13">
                  <a:extLst>
                    <a:ext uri="{FF2B5EF4-FFF2-40B4-BE49-F238E27FC236}">
                      <a16:creationId xmlns:a16="http://schemas.microsoft.com/office/drawing/2014/main" id="{B7C4B269-28AB-6D17-EE2D-01AA51D95F7A}"/>
                    </a:ext>
                  </a:extLst>
                </p:cNvPr>
                <p:cNvSpPr/>
                <p:nvPr/>
              </p:nvSpPr>
              <p:spPr>
                <a:xfrm>
                  <a:off x="5492164" y="3241674"/>
                  <a:ext cx="1166599" cy="636598"/>
                </a:xfrm>
                <a:custGeom>
                  <a:avLst/>
                  <a:gdLst/>
                  <a:ahLst/>
                  <a:cxnLst/>
                  <a:rect l="l" t="t" r="r" b="b"/>
                  <a:pathLst>
                    <a:path w="1166599" h="636598">
                      <a:moveTo>
                        <a:pt x="1128411" y="166250"/>
                      </a:moveTo>
                      <a:cubicBezTo>
                        <a:pt x="1139671" y="131612"/>
                        <a:pt x="1182041" y="54396"/>
                        <a:pt x="1160661" y="24147"/>
                      </a:cubicBezTo>
                      <a:cubicBezTo>
                        <a:pt x="1139161" y="-6272"/>
                        <a:pt x="1059381" y="256"/>
                        <a:pt x="1028220" y="1302"/>
                      </a:cubicBezTo>
                      <a:cubicBezTo>
                        <a:pt x="685479" y="12819"/>
                        <a:pt x="342741" y="24336"/>
                        <a:pt x="0" y="35853"/>
                      </a:cubicBezTo>
                      <a:cubicBezTo>
                        <a:pt x="19833" y="109337"/>
                        <a:pt x="20643" y="177848"/>
                        <a:pt x="48842" y="250534"/>
                      </a:cubicBezTo>
                      <a:cubicBezTo>
                        <a:pt x="72764" y="312188"/>
                        <a:pt x="104610" y="370991"/>
                        <a:pt x="145116" y="423360"/>
                      </a:cubicBezTo>
                      <a:cubicBezTo>
                        <a:pt x="226156" y="528138"/>
                        <a:pt x="340547" y="601527"/>
                        <a:pt x="470914" y="627090"/>
                      </a:cubicBezTo>
                      <a:cubicBezTo>
                        <a:pt x="691703" y="670385"/>
                        <a:pt x="935620" y="562710"/>
                        <a:pt x="1047384" y="367438"/>
                      </a:cubicBezTo>
                      <a:cubicBezTo>
                        <a:pt x="1083371" y="304575"/>
                        <a:pt x="1106016" y="235134"/>
                        <a:pt x="1128411" y="166250"/>
                      </a:cubicBezTo>
                      <a:close/>
                    </a:path>
                  </a:pathLst>
                </a:custGeom>
                <a:solidFill>
                  <a:srgbClr val="9B87FF"/>
                </a:solidFill>
                <a:ln cap="flat">
                  <a:prstDash val="solid"/>
                </a:ln>
              </p:spPr>
              <p:txBody>
                <a:bodyPr vert="horz" lIns="91440" tIns="45720" rIns="91440" bIns="45720" anchor="ctr">
                  <a:normAutofit/>
                </a:bodyPr>
                <a:lstStyle/>
                <a:p>
                  <a:pPr marL="0" algn="l"/>
                  <a:endParaRPr/>
                </a:p>
              </p:txBody>
            </p:sp>
          </p:grpSp>
          <p:sp>
            <p:nvSpPr>
              <p:cNvPr id="134" name="Freeform 14">
                <a:extLst>
                  <a:ext uri="{FF2B5EF4-FFF2-40B4-BE49-F238E27FC236}">
                    <a16:creationId xmlns:a16="http://schemas.microsoft.com/office/drawing/2014/main" id="{5A9D9CFD-5BC8-4FB9-D1D1-5064E755F1F7}"/>
                  </a:ext>
                </a:extLst>
              </p:cNvPr>
              <p:cNvSpPr/>
              <p:nvPr/>
            </p:nvSpPr>
            <p:spPr>
              <a:xfrm>
                <a:off x="5722787" y="2775098"/>
                <a:ext cx="692012" cy="999234"/>
              </a:xfrm>
              <a:custGeom>
                <a:avLst/>
                <a:gdLst/>
                <a:ahLst/>
                <a:cxnLst/>
                <a:rect l="l" t="t" r="r" b="b"/>
                <a:pathLst>
                  <a:path w="692012" h="999234">
                    <a:moveTo>
                      <a:pt x="63855" y="889113"/>
                    </a:moveTo>
                    <a:cubicBezTo>
                      <a:pt x="171230" y="1011190"/>
                      <a:pt x="377622" y="1020890"/>
                      <a:pt x="522085" y="970942"/>
                    </a:cubicBezTo>
                    <a:cubicBezTo>
                      <a:pt x="620416" y="936944"/>
                      <a:pt x="689905" y="859418"/>
                      <a:pt x="691975" y="752836"/>
                    </a:cubicBezTo>
                    <a:cubicBezTo>
                      <a:pt x="694290" y="633674"/>
                      <a:pt x="589783" y="549012"/>
                      <a:pt x="563371" y="437969"/>
                    </a:cubicBezTo>
                    <a:cubicBezTo>
                      <a:pt x="548395" y="375012"/>
                      <a:pt x="549865" y="310153"/>
                      <a:pt x="551416" y="246095"/>
                    </a:cubicBezTo>
                    <a:cubicBezTo>
                      <a:pt x="553225" y="171329"/>
                      <a:pt x="553748" y="96367"/>
                      <a:pt x="557370" y="21722"/>
                    </a:cubicBezTo>
                    <a:cubicBezTo>
                      <a:pt x="483381" y="6082"/>
                      <a:pt x="423356" y="-1762"/>
                      <a:pt x="344780" y="1483"/>
                    </a:cubicBezTo>
                    <a:cubicBezTo>
                      <a:pt x="279758" y="4170"/>
                      <a:pt x="214804" y="-2624"/>
                      <a:pt x="149816" y="1195"/>
                    </a:cubicBezTo>
                    <a:cubicBezTo>
                      <a:pt x="144587" y="1504"/>
                      <a:pt x="138912" y="2040"/>
                      <a:pt x="135208" y="5512"/>
                    </a:cubicBezTo>
                    <a:cubicBezTo>
                      <a:pt x="131488" y="9005"/>
                      <a:pt x="130806" y="14483"/>
                      <a:pt x="130370" y="19536"/>
                    </a:cubicBezTo>
                    <a:cubicBezTo>
                      <a:pt x="121655" y="120482"/>
                      <a:pt x="130219" y="222717"/>
                      <a:pt x="123387" y="323856"/>
                    </a:cubicBezTo>
                    <a:cubicBezTo>
                      <a:pt x="117112" y="416790"/>
                      <a:pt x="96285" y="510355"/>
                      <a:pt x="41863" y="587340"/>
                    </a:cubicBezTo>
                    <a:cubicBezTo>
                      <a:pt x="-24471" y="681175"/>
                      <a:pt x="-8137" y="807259"/>
                      <a:pt x="63855" y="889113"/>
                    </a:cubicBezTo>
                    <a:close/>
                  </a:path>
                </a:pathLst>
              </a:custGeom>
              <a:solidFill>
                <a:srgbClr val="F8A17A"/>
              </a:solidFill>
              <a:ln cap="flat">
                <a:prstDash val="solid"/>
              </a:ln>
            </p:spPr>
            <p:txBody>
              <a:bodyPr vert="horz" lIns="91440" tIns="45720" rIns="91440" bIns="45720" anchor="ctr">
                <a:normAutofit/>
              </a:bodyPr>
              <a:lstStyle/>
              <a:p>
                <a:pPr marL="0" algn="l"/>
                <a:endParaRPr/>
              </a:p>
            </p:txBody>
          </p:sp>
          <p:sp>
            <p:nvSpPr>
              <p:cNvPr id="135" name="Freeform 15">
                <a:extLst>
                  <a:ext uri="{FF2B5EF4-FFF2-40B4-BE49-F238E27FC236}">
                    <a16:creationId xmlns:a16="http://schemas.microsoft.com/office/drawing/2014/main" id="{7AE1C014-4BF0-1D9C-9A29-D74D63A4074D}"/>
                  </a:ext>
                </a:extLst>
              </p:cNvPr>
              <p:cNvSpPr/>
              <p:nvPr/>
            </p:nvSpPr>
            <p:spPr>
              <a:xfrm>
                <a:off x="5984201" y="1669785"/>
                <a:ext cx="1345906" cy="2118132"/>
              </a:xfrm>
              <a:custGeom>
                <a:avLst/>
                <a:gdLst/>
                <a:ahLst/>
                <a:cxnLst/>
                <a:rect l="l" t="t" r="r" b="b"/>
                <a:pathLst>
                  <a:path w="1345906" h="2118132">
                    <a:moveTo>
                      <a:pt x="0" y="44689"/>
                    </a:moveTo>
                    <a:cubicBezTo>
                      <a:pt x="54101" y="16635"/>
                      <a:pt x="115004" y="3112"/>
                      <a:pt x="175869" y="540"/>
                    </a:cubicBezTo>
                    <a:cubicBezTo>
                      <a:pt x="236910" y="-2199"/>
                      <a:pt x="298057" y="5692"/>
                      <a:pt x="357529" y="19284"/>
                    </a:cubicBezTo>
                    <a:cubicBezTo>
                      <a:pt x="476910" y="45730"/>
                      <a:pt x="588909" y="106625"/>
                      <a:pt x="675667" y="193619"/>
                    </a:cubicBezTo>
                    <a:cubicBezTo>
                      <a:pt x="762794" y="279978"/>
                      <a:pt x="823611" y="394395"/>
                      <a:pt x="840833" y="516879"/>
                    </a:cubicBezTo>
                    <a:cubicBezTo>
                      <a:pt x="849243" y="578263"/>
                      <a:pt x="846208" y="639560"/>
                      <a:pt x="847460" y="699932"/>
                    </a:cubicBezTo>
                    <a:cubicBezTo>
                      <a:pt x="848635" y="759948"/>
                      <a:pt x="853457" y="821237"/>
                      <a:pt x="878385" y="874652"/>
                    </a:cubicBezTo>
                    <a:cubicBezTo>
                      <a:pt x="903666" y="927965"/>
                      <a:pt x="947416" y="971188"/>
                      <a:pt x="995807" y="1006030"/>
                    </a:cubicBezTo>
                    <a:cubicBezTo>
                      <a:pt x="1044490" y="1041220"/>
                      <a:pt x="1098386" y="1069394"/>
                      <a:pt x="1150391" y="1101536"/>
                    </a:cubicBezTo>
                    <a:cubicBezTo>
                      <a:pt x="1175993" y="1117589"/>
                      <a:pt x="1203566" y="1134356"/>
                      <a:pt x="1222494" y="1161283"/>
                    </a:cubicBezTo>
                    <a:cubicBezTo>
                      <a:pt x="1241589" y="1188548"/>
                      <a:pt x="1245674" y="1221877"/>
                      <a:pt x="1246090" y="1252486"/>
                    </a:cubicBezTo>
                    <a:cubicBezTo>
                      <a:pt x="1246441" y="1283569"/>
                      <a:pt x="1242524" y="1314683"/>
                      <a:pt x="1234358" y="1344653"/>
                    </a:cubicBezTo>
                    <a:cubicBezTo>
                      <a:pt x="1226480" y="1374849"/>
                      <a:pt x="1212374" y="1402778"/>
                      <a:pt x="1200797" y="1430279"/>
                    </a:cubicBezTo>
                    <a:cubicBezTo>
                      <a:pt x="1188984" y="1457835"/>
                      <a:pt x="1181475" y="1486540"/>
                      <a:pt x="1184480" y="1515948"/>
                    </a:cubicBezTo>
                    <a:cubicBezTo>
                      <a:pt x="1187073" y="1545271"/>
                      <a:pt x="1197085" y="1573830"/>
                      <a:pt x="1209618" y="1601052"/>
                    </a:cubicBezTo>
                    <a:cubicBezTo>
                      <a:pt x="1235383" y="1655590"/>
                      <a:pt x="1267097" y="1707775"/>
                      <a:pt x="1293277" y="1762939"/>
                    </a:cubicBezTo>
                    <a:cubicBezTo>
                      <a:pt x="1319415" y="1817953"/>
                      <a:pt x="1339573" y="1876966"/>
                      <a:pt x="1344223" y="1938084"/>
                    </a:cubicBezTo>
                    <a:cubicBezTo>
                      <a:pt x="1349646" y="1998927"/>
                      <a:pt x="1341909" y="2060752"/>
                      <a:pt x="1321849" y="2118132"/>
                    </a:cubicBezTo>
                    <a:cubicBezTo>
                      <a:pt x="1340580" y="2060298"/>
                      <a:pt x="1346796" y="1998619"/>
                      <a:pt x="1340036" y="1938496"/>
                    </a:cubicBezTo>
                    <a:cubicBezTo>
                      <a:pt x="1334018" y="1878085"/>
                      <a:pt x="1312853" y="1820559"/>
                      <a:pt x="1285703" y="1766608"/>
                    </a:cubicBezTo>
                    <a:cubicBezTo>
                      <a:pt x="1258906" y="1712306"/>
                      <a:pt x="1226729" y="1660721"/>
                      <a:pt x="1199781" y="1605660"/>
                    </a:cubicBezTo>
                    <a:cubicBezTo>
                      <a:pt x="1186618" y="1577975"/>
                      <a:pt x="1175693" y="1548442"/>
                      <a:pt x="1172487" y="1517059"/>
                    </a:cubicBezTo>
                    <a:cubicBezTo>
                      <a:pt x="1168762" y="1485550"/>
                      <a:pt x="1176777" y="1453493"/>
                      <a:pt x="1188551" y="1425286"/>
                    </a:cubicBezTo>
                    <a:cubicBezTo>
                      <a:pt x="1200180" y="1396692"/>
                      <a:pt x="1213313" y="1369830"/>
                      <a:pt x="1220445" y="1340911"/>
                    </a:cubicBezTo>
                    <a:cubicBezTo>
                      <a:pt x="1228006" y="1312163"/>
                      <a:pt x="1231714" y="1282399"/>
                      <a:pt x="1231225" y="1252700"/>
                    </a:cubicBezTo>
                    <a:cubicBezTo>
                      <a:pt x="1230749" y="1223189"/>
                      <a:pt x="1226442" y="1193095"/>
                      <a:pt x="1209983" y="1170014"/>
                    </a:cubicBezTo>
                    <a:cubicBezTo>
                      <a:pt x="1193588" y="1146692"/>
                      <a:pt x="1167819" y="1130653"/>
                      <a:pt x="1142191" y="1114862"/>
                    </a:cubicBezTo>
                    <a:cubicBezTo>
                      <a:pt x="1090705" y="1083316"/>
                      <a:pt x="1036360" y="1055258"/>
                      <a:pt x="986215" y="1019374"/>
                    </a:cubicBezTo>
                    <a:cubicBezTo>
                      <a:pt x="936353" y="983720"/>
                      <a:pt x="890194" y="939066"/>
                      <a:pt x="862861" y="881999"/>
                    </a:cubicBezTo>
                    <a:cubicBezTo>
                      <a:pt x="836329" y="824251"/>
                      <a:pt x="832098" y="760990"/>
                      <a:pt x="831069" y="700219"/>
                    </a:cubicBezTo>
                    <a:cubicBezTo>
                      <a:pt x="830105" y="639162"/>
                      <a:pt x="833281" y="578395"/>
                      <a:pt x="825369" y="519039"/>
                    </a:cubicBezTo>
                    <a:cubicBezTo>
                      <a:pt x="809321" y="399890"/>
                      <a:pt x="750081" y="288803"/>
                      <a:pt x="666297" y="202869"/>
                    </a:cubicBezTo>
                    <a:cubicBezTo>
                      <a:pt x="582394" y="116526"/>
                      <a:pt x="473249" y="55301"/>
                      <a:pt x="355574" y="27415"/>
                    </a:cubicBezTo>
                    <a:cubicBezTo>
                      <a:pt x="296990" y="12602"/>
                      <a:pt x="236605" y="3395"/>
                      <a:pt x="176006" y="4719"/>
                    </a:cubicBezTo>
                    <a:cubicBezTo>
                      <a:pt x="115579" y="5894"/>
                      <a:pt x="54744" y="17891"/>
                      <a:pt x="0" y="44689"/>
                    </a:cubicBezTo>
                    <a:close/>
                  </a:path>
                </a:pathLst>
              </a:custGeom>
              <a:solidFill>
                <a:srgbClr val="73B8D4"/>
              </a:solidFill>
              <a:ln cap="flat">
                <a:prstDash val="solid"/>
              </a:ln>
            </p:spPr>
            <p:txBody>
              <a:bodyPr vert="horz" lIns="91440" tIns="45720" rIns="91440" bIns="45720" anchor="ctr">
                <a:normAutofit/>
              </a:bodyPr>
              <a:lstStyle/>
              <a:p>
                <a:pPr marL="0" algn="l"/>
                <a:endParaRPr/>
              </a:p>
            </p:txBody>
          </p:sp>
          <p:sp>
            <p:nvSpPr>
              <p:cNvPr id="136" name="Freeform 16">
                <a:extLst>
                  <a:ext uri="{FF2B5EF4-FFF2-40B4-BE49-F238E27FC236}">
                    <a16:creationId xmlns:a16="http://schemas.microsoft.com/office/drawing/2014/main" id="{36C0C0B3-B3D9-8852-2699-A582CFAA5020}"/>
                  </a:ext>
                </a:extLst>
              </p:cNvPr>
              <p:cNvSpPr/>
              <p:nvPr/>
            </p:nvSpPr>
            <p:spPr>
              <a:xfrm>
                <a:off x="5833881" y="2774258"/>
                <a:ext cx="447998" cy="499623"/>
              </a:xfrm>
              <a:custGeom>
                <a:avLst/>
                <a:gdLst/>
                <a:ahLst/>
                <a:cxnLst/>
                <a:rect l="l" t="t" r="r" b="b"/>
                <a:pathLst>
                  <a:path w="447998" h="499623">
                    <a:moveTo>
                      <a:pt x="447999" y="423837"/>
                    </a:moveTo>
                    <a:cubicBezTo>
                      <a:pt x="436327" y="365325"/>
                      <a:pt x="437519" y="305378"/>
                      <a:pt x="438955" y="246095"/>
                    </a:cubicBezTo>
                    <a:cubicBezTo>
                      <a:pt x="440764" y="171330"/>
                      <a:pt x="441287" y="96371"/>
                      <a:pt x="444909" y="21722"/>
                    </a:cubicBezTo>
                    <a:cubicBezTo>
                      <a:pt x="370919" y="6082"/>
                      <a:pt x="310895" y="-1762"/>
                      <a:pt x="232315" y="1482"/>
                    </a:cubicBezTo>
                    <a:cubicBezTo>
                      <a:pt x="167292" y="4170"/>
                      <a:pt x="102343" y="-2624"/>
                      <a:pt x="37346" y="1195"/>
                    </a:cubicBezTo>
                    <a:cubicBezTo>
                      <a:pt x="32117" y="1504"/>
                      <a:pt x="26446" y="2040"/>
                      <a:pt x="22743" y="5512"/>
                    </a:cubicBezTo>
                    <a:cubicBezTo>
                      <a:pt x="19022" y="9005"/>
                      <a:pt x="18345" y="14483"/>
                      <a:pt x="17908" y="19536"/>
                    </a:cubicBezTo>
                    <a:cubicBezTo>
                      <a:pt x="9190" y="120482"/>
                      <a:pt x="17758" y="222722"/>
                      <a:pt x="10926" y="323860"/>
                    </a:cubicBezTo>
                    <a:cubicBezTo>
                      <a:pt x="8967" y="352827"/>
                      <a:pt x="5358" y="381793"/>
                      <a:pt x="0" y="410357"/>
                    </a:cubicBezTo>
                    <a:cubicBezTo>
                      <a:pt x="10210" y="419289"/>
                      <a:pt x="20596" y="427857"/>
                      <a:pt x="31281" y="435761"/>
                    </a:cubicBezTo>
                    <a:cubicBezTo>
                      <a:pt x="111537" y="495113"/>
                      <a:pt x="219726" y="514825"/>
                      <a:pt x="315777" y="487586"/>
                    </a:cubicBezTo>
                    <a:cubicBezTo>
                      <a:pt x="364623" y="473724"/>
                      <a:pt x="408553" y="451852"/>
                      <a:pt x="447999" y="423837"/>
                    </a:cubicBezTo>
                    <a:close/>
                  </a:path>
                </a:pathLst>
              </a:custGeom>
              <a:solidFill>
                <a:srgbClr val="E5785C"/>
              </a:solidFill>
              <a:ln cap="flat">
                <a:prstDash val="solid"/>
              </a:ln>
            </p:spPr>
            <p:txBody>
              <a:bodyPr vert="horz" lIns="91440" tIns="45720" rIns="91440" bIns="45720" anchor="ctr">
                <a:normAutofit fontScale="85000" lnSpcReduction="20000"/>
              </a:bodyPr>
              <a:lstStyle/>
              <a:p>
                <a:pPr marL="0" algn="l"/>
                <a:endParaRPr/>
              </a:p>
            </p:txBody>
          </p:sp>
          <p:sp>
            <p:nvSpPr>
              <p:cNvPr id="137" name="Freeform 17">
                <a:extLst>
                  <a:ext uri="{FF2B5EF4-FFF2-40B4-BE49-F238E27FC236}">
                    <a16:creationId xmlns:a16="http://schemas.microsoft.com/office/drawing/2014/main" id="{3A6068C9-64D1-3011-2356-93D915B8F3FC}"/>
                  </a:ext>
                </a:extLst>
              </p:cNvPr>
              <p:cNvSpPr/>
              <p:nvPr/>
            </p:nvSpPr>
            <p:spPr>
              <a:xfrm>
                <a:off x="5569695" y="1814998"/>
                <a:ext cx="986488" cy="1345460"/>
              </a:xfrm>
              <a:custGeom>
                <a:avLst/>
                <a:gdLst/>
                <a:ahLst/>
                <a:cxnLst/>
                <a:rect l="l" t="t" r="r" b="b"/>
                <a:pathLst>
                  <a:path w="986488" h="1345460">
                    <a:moveTo>
                      <a:pt x="986257" y="580900"/>
                    </a:moveTo>
                    <a:cubicBezTo>
                      <a:pt x="984246" y="481891"/>
                      <a:pt x="969236" y="388164"/>
                      <a:pt x="942640" y="310531"/>
                    </a:cubicBezTo>
                    <a:cubicBezTo>
                      <a:pt x="827897" y="-24409"/>
                      <a:pt x="406914" y="-101527"/>
                      <a:pt x="157587" y="143655"/>
                    </a:cubicBezTo>
                    <a:cubicBezTo>
                      <a:pt x="-120449" y="417079"/>
                      <a:pt x="-3336" y="1059605"/>
                      <a:pt x="296831" y="1281598"/>
                    </a:cubicBezTo>
                    <a:cubicBezTo>
                      <a:pt x="377086" y="1340950"/>
                      <a:pt x="485280" y="1360663"/>
                      <a:pt x="581326" y="1333423"/>
                    </a:cubicBezTo>
                    <a:cubicBezTo>
                      <a:pt x="871938" y="1250999"/>
                      <a:pt x="992532" y="890191"/>
                      <a:pt x="986257" y="580900"/>
                    </a:cubicBezTo>
                    <a:close/>
                  </a:path>
                </a:pathLst>
              </a:custGeom>
              <a:solidFill>
                <a:srgbClr val="F8A17A"/>
              </a:solidFill>
              <a:ln cap="flat">
                <a:prstDash val="solid"/>
              </a:ln>
            </p:spPr>
            <p:txBody>
              <a:bodyPr vert="horz" lIns="91440" tIns="45720" rIns="91440" bIns="45720" anchor="ctr">
                <a:normAutofit/>
              </a:bodyPr>
              <a:lstStyle/>
              <a:p>
                <a:pPr marL="0" algn="l"/>
                <a:endParaRPr/>
              </a:p>
            </p:txBody>
          </p:sp>
          <p:sp>
            <p:nvSpPr>
              <p:cNvPr id="138" name="Freeform 18">
                <a:extLst>
                  <a:ext uri="{FF2B5EF4-FFF2-40B4-BE49-F238E27FC236}">
                    <a16:creationId xmlns:a16="http://schemas.microsoft.com/office/drawing/2014/main" id="{42A73DB4-AE0C-BCA1-C43D-BFC7794E2356}"/>
                  </a:ext>
                </a:extLst>
              </p:cNvPr>
              <p:cNvSpPr/>
              <p:nvPr/>
            </p:nvSpPr>
            <p:spPr>
              <a:xfrm>
                <a:off x="5554556" y="1762818"/>
                <a:ext cx="1026457" cy="920545"/>
              </a:xfrm>
              <a:custGeom>
                <a:avLst/>
                <a:gdLst/>
                <a:ahLst/>
                <a:cxnLst/>
                <a:rect l="l" t="t" r="r" b="b"/>
                <a:pathLst>
                  <a:path w="1026457" h="920545">
                    <a:moveTo>
                      <a:pt x="1000929" y="342468"/>
                    </a:moveTo>
                    <a:cubicBezTo>
                      <a:pt x="910566" y="142"/>
                      <a:pt x="496223" y="-107048"/>
                      <a:pt x="229910" y="119566"/>
                    </a:cubicBezTo>
                    <a:cubicBezTo>
                      <a:pt x="187425" y="155720"/>
                      <a:pt x="157965" y="198861"/>
                      <a:pt x="127670" y="244964"/>
                    </a:cubicBezTo>
                    <a:cubicBezTo>
                      <a:pt x="101956" y="284089"/>
                      <a:pt x="66184" y="313694"/>
                      <a:pt x="43513" y="356690"/>
                    </a:cubicBezTo>
                    <a:cubicBezTo>
                      <a:pt x="20218" y="400872"/>
                      <a:pt x="5692" y="449701"/>
                      <a:pt x="870" y="499409"/>
                    </a:cubicBezTo>
                    <a:cubicBezTo>
                      <a:pt x="-3828" y="547818"/>
                      <a:pt x="11980" y="590140"/>
                      <a:pt x="13218" y="636659"/>
                    </a:cubicBezTo>
                    <a:cubicBezTo>
                      <a:pt x="11928" y="588109"/>
                      <a:pt x="33030" y="539417"/>
                      <a:pt x="69338" y="507158"/>
                    </a:cubicBezTo>
                    <a:cubicBezTo>
                      <a:pt x="97572" y="482075"/>
                      <a:pt x="133237" y="467365"/>
                      <a:pt x="166100" y="448754"/>
                    </a:cubicBezTo>
                    <a:cubicBezTo>
                      <a:pt x="198963" y="430143"/>
                      <a:pt x="231093" y="405128"/>
                      <a:pt x="243463" y="369446"/>
                    </a:cubicBezTo>
                    <a:cubicBezTo>
                      <a:pt x="349415" y="508324"/>
                      <a:pt x="513822" y="550857"/>
                      <a:pt x="675568" y="590933"/>
                    </a:cubicBezTo>
                    <a:cubicBezTo>
                      <a:pt x="811288" y="624559"/>
                      <a:pt x="960223" y="710117"/>
                      <a:pt x="963291" y="868609"/>
                    </a:cubicBezTo>
                    <a:cubicBezTo>
                      <a:pt x="963682" y="888712"/>
                      <a:pt x="965066" y="894284"/>
                      <a:pt x="973720" y="920546"/>
                    </a:cubicBezTo>
                    <a:cubicBezTo>
                      <a:pt x="983244" y="896719"/>
                      <a:pt x="986729" y="879261"/>
                      <a:pt x="989609" y="853826"/>
                    </a:cubicBezTo>
                    <a:cubicBezTo>
                      <a:pt x="992532" y="827988"/>
                      <a:pt x="1000029" y="802250"/>
                      <a:pt x="1005086" y="776412"/>
                    </a:cubicBezTo>
                    <a:cubicBezTo>
                      <a:pt x="1015498" y="723263"/>
                      <a:pt x="1022188" y="669359"/>
                      <a:pt x="1024984" y="615266"/>
                    </a:cubicBezTo>
                    <a:cubicBezTo>
                      <a:pt x="1030097" y="516374"/>
                      <a:pt x="1021867" y="421806"/>
                      <a:pt x="1000929" y="342468"/>
                    </a:cubicBezTo>
                    <a:close/>
                  </a:path>
                </a:pathLst>
              </a:custGeom>
              <a:solidFill>
                <a:srgbClr val="E5785C"/>
              </a:solidFill>
              <a:ln cap="flat">
                <a:prstDash val="solid"/>
              </a:ln>
            </p:spPr>
            <p:txBody>
              <a:bodyPr vert="horz" lIns="91440" tIns="45720" rIns="91440" bIns="45720" anchor="ctr">
                <a:normAutofit/>
              </a:bodyPr>
              <a:lstStyle/>
              <a:p>
                <a:pPr marL="0" algn="l"/>
                <a:endParaRPr/>
              </a:p>
            </p:txBody>
          </p:sp>
          <p:sp>
            <p:nvSpPr>
              <p:cNvPr id="139" name="Freeform 19">
                <a:extLst>
                  <a:ext uri="{FF2B5EF4-FFF2-40B4-BE49-F238E27FC236}">
                    <a16:creationId xmlns:a16="http://schemas.microsoft.com/office/drawing/2014/main" id="{B07AC199-06D5-2ECC-193B-70EBE48F6CAF}"/>
                  </a:ext>
                </a:extLst>
              </p:cNvPr>
              <p:cNvSpPr/>
              <p:nvPr/>
            </p:nvSpPr>
            <p:spPr>
              <a:xfrm>
                <a:off x="5407655" y="1703466"/>
                <a:ext cx="1314612" cy="1005931"/>
              </a:xfrm>
              <a:custGeom>
                <a:avLst/>
                <a:gdLst/>
                <a:ahLst/>
                <a:cxnLst/>
                <a:rect l="l" t="t" r="r" b="b"/>
                <a:pathLst>
                  <a:path w="1314612" h="1005931">
                    <a:moveTo>
                      <a:pt x="1224978" y="989507"/>
                    </a:moveTo>
                    <a:cubicBezTo>
                      <a:pt x="1251831" y="969053"/>
                      <a:pt x="1272483" y="938994"/>
                      <a:pt x="1283961" y="907434"/>
                    </a:cubicBezTo>
                    <a:cubicBezTo>
                      <a:pt x="1320150" y="801088"/>
                      <a:pt x="1316241" y="683362"/>
                      <a:pt x="1311830" y="569408"/>
                    </a:cubicBezTo>
                    <a:cubicBezTo>
                      <a:pt x="1309366" y="505860"/>
                      <a:pt x="1306764" y="441399"/>
                      <a:pt x="1289379" y="380834"/>
                    </a:cubicBezTo>
                    <a:cubicBezTo>
                      <a:pt x="1270408" y="314766"/>
                      <a:pt x="1234455" y="256083"/>
                      <a:pt x="1191931" y="205801"/>
                    </a:cubicBezTo>
                    <a:cubicBezTo>
                      <a:pt x="1069156" y="60626"/>
                      <a:pt x="885940" y="-13132"/>
                      <a:pt x="709797" y="1925"/>
                    </a:cubicBezTo>
                    <a:cubicBezTo>
                      <a:pt x="639039" y="7973"/>
                      <a:pt x="587013" y="41873"/>
                      <a:pt x="524883" y="70643"/>
                    </a:cubicBezTo>
                    <a:cubicBezTo>
                      <a:pt x="464224" y="98730"/>
                      <a:pt x="392957" y="114152"/>
                      <a:pt x="329148" y="135193"/>
                    </a:cubicBezTo>
                    <a:cubicBezTo>
                      <a:pt x="255527" y="159471"/>
                      <a:pt x="179759" y="184944"/>
                      <a:pt x="121350" y="235912"/>
                    </a:cubicBezTo>
                    <a:cubicBezTo>
                      <a:pt x="78655" y="273168"/>
                      <a:pt x="47571" y="322327"/>
                      <a:pt x="25346" y="374452"/>
                    </a:cubicBezTo>
                    <a:cubicBezTo>
                      <a:pt x="-1301" y="436950"/>
                      <a:pt x="-3886" y="506460"/>
                      <a:pt x="3727" y="573145"/>
                    </a:cubicBezTo>
                    <a:cubicBezTo>
                      <a:pt x="10002" y="628095"/>
                      <a:pt x="17224" y="686744"/>
                      <a:pt x="41600" y="738029"/>
                    </a:cubicBezTo>
                    <a:cubicBezTo>
                      <a:pt x="64429" y="786065"/>
                      <a:pt x="115242" y="817436"/>
                      <a:pt x="160749" y="841370"/>
                    </a:cubicBezTo>
                    <a:cubicBezTo>
                      <a:pt x="154007" y="837821"/>
                      <a:pt x="159845" y="758556"/>
                      <a:pt x="159665" y="746336"/>
                    </a:cubicBezTo>
                    <a:cubicBezTo>
                      <a:pt x="158631" y="676324"/>
                      <a:pt x="162459" y="604431"/>
                      <a:pt x="184388" y="537424"/>
                    </a:cubicBezTo>
                    <a:cubicBezTo>
                      <a:pt x="205562" y="471921"/>
                      <a:pt x="247486" y="431836"/>
                      <a:pt x="302032" y="391875"/>
                    </a:cubicBezTo>
                    <a:cubicBezTo>
                      <a:pt x="323910" y="375845"/>
                      <a:pt x="345705" y="359390"/>
                      <a:pt x="363986" y="339215"/>
                    </a:cubicBezTo>
                    <a:cubicBezTo>
                      <a:pt x="373129" y="329125"/>
                      <a:pt x="412905" y="282662"/>
                      <a:pt x="406390" y="268290"/>
                    </a:cubicBezTo>
                    <a:cubicBezTo>
                      <a:pt x="437328" y="336531"/>
                      <a:pt x="485792" y="406595"/>
                      <a:pt x="546392" y="451334"/>
                    </a:cubicBezTo>
                    <a:cubicBezTo>
                      <a:pt x="661576" y="536365"/>
                      <a:pt x="789778" y="596415"/>
                      <a:pt x="919835" y="647049"/>
                    </a:cubicBezTo>
                    <a:cubicBezTo>
                      <a:pt x="929419" y="650778"/>
                      <a:pt x="939063" y="654494"/>
                      <a:pt x="948669" y="658347"/>
                    </a:cubicBezTo>
                    <a:cubicBezTo>
                      <a:pt x="984421" y="672698"/>
                      <a:pt x="1019632" y="689045"/>
                      <a:pt x="1049019" y="715783"/>
                    </a:cubicBezTo>
                    <a:cubicBezTo>
                      <a:pt x="1114603" y="775452"/>
                      <a:pt x="1119356" y="867191"/>
                      <a:pt x="1116917" y="949890"/>
                    </a:cubicBezTo>
                    <a:cubicBezTo>
                      <a:pt x="1116651" y="958951"/>
                      <a:pt x="1116476" y="968235"/>
                      <a:pt x="1119378" y="976829"/>
                    </a:cubicBezTo>
                    <a:cubicBezTo>
                      <a:pt x="1133068" y="1017407"/>
                      <a:pt x="1198682" y="1009537"/>
                      <a:pt x="1224978" y="989507"/>
                    </a:cubicBezTo>
                    <a:close/>
                  </a:path>
                </a:pathLst>
              </a:custGeom>
              <a:solidFill>
                <a:srgbClr val="0B2D4E"/>
              </a:solidFill>
              <a:ln cap="flat">
                <a:prstDash val="solid"/>
              </a:ln>
            </p:spPr>
            <p:txBody>
              <a:bodyPr vert="horz" lIns="91440" tIns="45720" rIns="91440" bIns="45720" anchor="ctr">
                <a:normAutofit/>
              </a:bodyPr>
              <a:lstStyle/>
              <a:p>
                <a:pPr marL="0" algn="l"/>
                <a:endParaRPr/>
              </a:p>
            </p:txBody>
          </p:sp>
        </p:grpSp>
        <p:sp>
          <p:nvSpPr>
            <p:cNvPr id="6" name="Freeform 20">
              <a:extLst>
                <a:ext uri="{FF2B5EF4-FFF2-40B4-BE49-F238E27FC236}">
                  <a16:creationId xmlns:a16="http://schemas.microsoft.com/office/drawing/2014/main" id="{B5BC159C-17BE-55AC-CB67-91897A12560E}"/>
                </a:ext>
              </a:extLst>
            </p:cNvPr>
            <p:cNvSpPr/>
            <p:nvPr/>
          </p:nvSpPr>
          <p:spPr>
            <a:xfrm>
              <a:off x="1152366" y="2793256"/>
              <a:ext cx="4006635" cy="135892"/>
            </a:xfrm>
            <a:custGeom>
              <a:avLst/>
              <a:gdLst/>
              <a:ahLst/>
              <a:cxnLst/>
              <a:rect l="l" t="t" r="r" b="b"/>
              <a:pathLst>
                <a:path w="9128855" h="309621">
                  <a:moveTo>
                    <a:pt x="8966467" y="309622"/>
                  </a:moveTo>
                  <a:lnTo>
                    <a:pt x="162393" y="309622"/>
                  </a:lnTo>
                  <a:cubicBezTo>
                    <a:pt x="72708" y="309622"/>
                    <a:pt x="0" y="240313"/>
                    <a:pt x="0" y="154811"/>
                  </a:cubicBezTo>
                  <a:lnTo>
                    <a:pt x="0" y="154811"/>
                  </a:lnTo>
                  <a:cubicBezTo>
                    <a:pt x="0" y="69313"/>
                    <a:pt x="72703" y="0"/>
                    <a:pt x="162393" y="0"/>
                  </a:cubicBezTo>
                  <a:lnTo>
                    <a:pt x="8966467" y="0"/>
                  </a:lnTo>
                  <a:cubicBezTo>
                    <a:pt x="9056153" y="0"/>
                    <a:pt x="9128856" y="69309"/>
                    <a:pt x="9128856" y="154811"/>
                  </a:cubicBezTo>
                  <a:lnTo>
                    <a:pt x="9128856" y="154811"/>
                  </a:lnTo>
                  <a:cubicBezTo>
                    <a:pt x="9128856" y="240309"/>
                    <a:pt x="9056153" y="309622"/>
                    <a:pt x="8966467" y="309622"/>
                  </a:cubicBezTo>
                  <a:close/>
                </a:path>
              </a:pathLst>
            </a:custGeom>
            <a:solidFill>
              <a:srgbClr val="DBCDFE"/>
            </a:solidFill>
            <a:ln cap="flat">
              <a:prstDash val="solid"/>
            </a:ln>
          </p:spPr>
          <p:txBody>
            <a:bodyPr vert="horz" lIns="91440" tIns="45720" rIns="91440" bIns="45720" anchor="ctr">
              <a:normAutofit fontScale="40000" lnSpcReduction="20000"/>
            </a:bodyPr>
            <a:lstStyle/>
            <a:p>
              <a:pPr marL="0" algn="l"/>
              <a:endParaRPr/>
            </a:p>
          </p:txBody>
        </p:sp>
        <p:grpSp>
          <p:nvGrpSpPr>
            <p:cNvPr id="7" name="Group 21">
              <a:extLst>
                <a:ext uri="{FF2B5EF4-FFF2-40B4-BE49-F238E27FC236}">
                  <a16:creationId xmlns:a16="http://schemas.microsoft.com/office/drawing/2014/main" id="{65EBB423-7CEE-31D8-95B7-F05E5E76309D}"/>
                </a:ext>
              </a:extLst>
            </p:cNvPr>
            <p:cNvGrpSpPr/>
            <p:nvPr/>
          </p:nvGrpSpPr>
          <p:grpSpPr>
            <a:xfrm>
              <a:off x="2604960" y="1993824"/>
              <a:ext cx="1114359" cy="801739"/>
              <a:chOff x="4780587" y="3588045"/>
              <a:chExt cx="2538994" cy="1826709"/>
            </a:xfrm>
          </p:grpSpPr>
          <p:sp>
            <p:nvSpPr>
              <p:cNvPr id="122" name="Freeform 22">
                <a:extLst>
                  <a:ext uri="{FF2B5EF4-FFF2-40B4-BE49-F238E27FC236}">
                    <a16:creationId xmlns:a16="http://schemas.microsoft.com/office/drawing/2014/main" id="{4AA4E9DF-3371-81F9-A4AC-4DFBC3DDDB49}"/>
                  </a:ext>
                </a:extLst>
              </p:cNvPr>
              <p:cNvSpPr/>
              <p:nvPr/>
            </p:nvSpPr>
            <p:spPr>
              <a:xfrm>
                <a:off x="4800201" y="3588045"/>
                <a:ext cx="2499767" cy="1681941"/>
              </a:xfrm>
              <a:custGeom>
                <a:avLst/>
                <a:gdLst/>
                <a:ahLst/>
                <a:cxnLst/>
                <a:rect l="l" t="t" r="r" b="b"/>
                <a:pathLst>
                  <a:path w="2499767" h="1681941">
                    <a:moveTo>
                      <a:pt x="2342903" y="1681942"/>
                    </a:moveTo>
                    <a:lnTo>
                      <a:pt x="156855" y="1681942"/>
                    </a:lnTo>
                    <a:lnTo>
                      <a:pt x="236" y="54465"/>
                    </a:lnTo>
                    <a:cubicBezTo>
                      <a:pt x="-2571" y="25285"/>
                      <a:pt x="20004" y="0"/>
                      <a:pt x="48877" y="0"/>
                    </a:cubicBezTo>
                    <a:lnTo>
                      <a:pt x="2450891" y="0"/>
                    </a:lnTo>
                    <a:cubicBezTo>
                      <a:pt x="2479759" y="0"/>
                      <a:pt x="2502339" y="25285"/>
                      <a:pt x="2499531" y="54470"/>
                    </a:cubicBezTo>
                    <a:lnTo>
                      <a:pt x="2342903" y="1681942"/>
                    </a:lnTo>
                    <a:close/>
                  </a:path>
                </a:pathLst>
              </a:custGeom>
              <a:solidFill>
                <a:srgbClr val="B8D1CE"/>
              </a:solidFill>
              <a:ln cap="flat">
                <a:prstDash val="solid"/>
              </a:ln>
            </p:spPr>
            <p:txBody>
              <a:bodyPr vert="horz" lIns="91440" tIns="45720" rIns="91440" bIns="45720" anchor="ctr">
                <a:normAutofit/>
              </a:bodyPr>
              <a:lstStyle/>
              <a:p>
                <a:pPr marL="0" algn="l"/>
                <a:endParaRPr/>
              </a:p>
            </p:txBody>
          </p:sp>
          <p:sp>
            <p:nvSpPr>
              <p:cNvPr id="123" name="Freeform 23">
                <a:extLst>
                  <a:ext uri="{FF2B5EF4-FFF2-40B4-BE49-F238E27FC236}">
                    <a16:creationId xmlns:a16="http://schemas.microsoft.com/office/drawing/2014/main" id="{B7D4819C-A6E9-279A-0B49-5A06CE6E9D89}"/>
                  </a:ext>
                </a:extLst>
              </p:cNvPr>
              <p:cNvSpPr/>
              <p:nvPr/>
            </p:nvSpPr>
            <p:spPr>
              <a:xfrm>
                <a:off x="4780587" y="3634062"/>
                <a:ext cx="2538994" cy="1681937"/>
              </a:xfrm>
              <a:custGeom>
                <a:avLst/>
                <a:gdLst/>
                <a:ahLst/>
                <a:cxnLst/>
                <a:rect l="l" t="t" r="r" b="b"/>
                <a:pathLst>
                  <a:path w="2538994" h="1681937">
                    <a:moveTo>
                      <a:pt x="2379671" y="1681937"/>
                    </a:moveTo>
                    <a:lnTo>
                      <a:pt x="159316" y="1681937"/>
                    </a:lnTo>
                    <a:lnTo>
                      <a:pt x="240" y="54466"/>
                    </a:lnTo>
                    <a:cubicBezTo>
                      <a:pt x="-2614" y="25280"/>
                      <a:pt x="20322" y="0"/>
                      <a:pt x="49644" y="0"/>
                    </a:cubicBezTo>
                    <a:lnTo>
                      <a:pt x="2489352" y="0"/>
                    </a:lnTo>
                    <a:cubicBezTo>
                      <a:pt x="2518674" y="0"/>
                      <a:pt x="2541605" y="25280"/>
                      <a:pt x="2538755" y="54466"/>
                    </a:cubicBezTo>
                    <a:lnTo>
                      <a:pt x="2379671" y="1681937"/>
                    </a:lnTo>
                    <a:close/>
                  </a:path>
                </a:pathLst>
              </a:custGeom>
              <a:solidFill>
                <a:srgbClr val="FFFFFF"/>
              </a:solidFill>
              <a:ln cap="flat">
                <a:prstDash val="solid"/>
              </a:ln>
            </p:spPr>
            <p:txBody>
              <a:bodyPr vert="horz" lIns="91440" tIns="45720" rIns="91440" bIns="45720" anchor="ctr">
                <a:normAutofit/>
              </a:bodyPr>
              <a:lstStyle/>
              <a:p>
                <a:pPr marL="0" algn="l"/>
                <a:endParaRPr/>
              </a:p>
            </p:txBody>
          </p:sp>
          <p:sp>
            <p:nvSpPr>
              <p:cNvPr id="124" name="Freeform 24">
                <a:extLst>
                  <a:ext uri="{FF2B5EF4-FFF2-40B4-BE49-F238E27FC236}">
                    <a16:creationId xmlns:a16="http://schemas.microsoft.com/office/drawing/2014/main" id="{5F5AC510-16F4-EA67-369C-898AC975A253}"/>
                  </a:ext>
                </a:extLst>
              </p:cNvPr>
              <p:cNvSpPr/>
              <p:nvPr/>
            </p:nvSpPr>
            <p:spPr>
              <a:xfrm>
                <a:off x="4939903" y="5316000"/>
                <a:ext cx="2219025" cy="98755"/>
              </a:xfrm>
              <a:custGeom>
                <a:avLst/>
                <a:gdLst/>
                <a:ahLst/>
                <a:cxnLst/>
                <a:rect l="l" t="t" r="r" b="b"/>
                <a:pathLst>
                  <a:path w="2219025" h="98755">
                    <a:moveTo>
                      <a:pt x="0" y="0"/>
                    </a:moveTo>
                    <a:lnTo>
                      <a:pt x="2219026" y="0"/>
                    </a:lnTo>
                    <a:lnTo>
                      <a:pt x="2219026" y="98755"/>
                    </a:lnTo>
                    <a:lnTo>
                      <a:pt x="0" y="98755"/>
                    </a:lnTo>
                    <a:close/>
                  </a:path>
                </a:pathLst>
              </a:custGeom>
              <a:solidFill>
                <a:srgbClr val="B8D1CE"/>
              </a:solidFill>
              <a:ln cap="flat">
                <a:prstDash val="solid"/>
              </a:ln>
            </p:spPr>
            <p:txBody>
              <a:bodyPr vert="horz" lIns="91440" tIns="45720" rIns="91440" bIns="45720" anchor="ctr">
                <a:normAutofit fontScale="25000" lnSpcReduction="20000"/>
              </a:bodyPr>
              <a:lstStyle/>
              <a:p>
                <a:pPr marL="0" algn="l"/>
                <a:endParaRPr/>
              </a:p>
            </p:txBody>
          </p:sp>
          <p:sp>
            <p:nvSpPr>
              <p:cNvPr id="125" name="Freeform 25">
                <a:extLst>
                  <a:ext uri="{FF2B5EF4-FFF2-40B4-BE49-F238E27FC236}">
                    <a16:creationId xmlns:a16="http://schemas.microsoft.com/office/drawing/2014/main" id="{4D130CD4-6C7C-F5CE-A302-7102EA211708}"/>
                  </a:ext>
                </a:extLst>
              </p:cNvPr>
              <p:cNvSpPr/>
              <p:nvPr/>
            </p:nvSpPr>
            <p:spPr>
              <a:xfrm>
                <a:off x="5896131" y="4321079"/>
                <a:ext cx="307906" cy="307903"/>
              </a:xfrm>
              <a:custGeom>
                <a:avLst/>
                <a:gdLst/>
                <a:ahLst/>
                <a:cxnLst/>
                <a:rect l="l" t="t" r="r" b="b"/>
                <a:pathLst>
                  <a:path w="307906" h="307903">
                    <a:moveTo>
                      <a:pt x="307907" y="153953"/>
                    </a:moveTo>
                    <a:cubicBezTo>
                      <a:pt x="307907" y="238980"/>
                      <a:pt x="238980" y="307903"/>
                      <a:pt x="153953" y="307903"/>
                    </a:cubicBezTo>
                    <a:cubicBezTo>
                      <a:pt x="68927" y="307903"/>
                      <a:pt x="0" y="238976"/>
                      <a:pt x="0" y="153953"/>
                    </a:cubicBezTo>
                    <a:cubicBezTo>
                      <a:pt x="0" y="68927"/>
                      <a:pt x="68927" y="0"/>
                      <a:pt x="153953" y="0"/>
                    </a:cubicBezTo>
                    <a:cubicBezTo>
                      <a:pt x="238980" y="0"/>
                      <a:pt x="307907" y="68927"/>
                      <a:pt x="307907" y="153953"/>
                    </a:cubicBezTo>
                    <a:close/>
                  </a:path>
                </a:pathLst>
              </a:custGeom>
              <a:solidFill>
                <a:srgbClr val="B8D1CE"/>
              </a:solidFill>
              <a:ln cap="flat">
                <a:prstDash val="solid"/>
              </a:ln>
            </p:spPr>
            <p:txBody>
              <a:bodyPr vert="horz" lIns="91440" tIns="45720" rIns="91440" bIns="45720" anchor="ctr">
                <a:normAutofit fontScale="40000" lnSpcReduction="20000"/>
              </a:bodyPr>
              <a:lstStyle/>
              <a:p>
                <a:pPr marL="0" algn="l"/>
                <a:endParaRPr/>
              </a:p>
            </p:txBody>
          </p:sp>
        </p:grpSp>
        <p:grpSp>
          <p:nvGrpSpPr>
            <p:cNvPr id="8" name="Group 26">
              <a:extLst>
                <a:ext uri="{FF2B5EF4-FFF2-40B4-BE49-F238E27FC236}">
                  <a16:creationId xmlns:a16="http://schemas.microsoft.com/office/drawing/2014/main" id="{BF50605F-AC12-4053-1853-D9D5B1C60074}"/>
                </a:ext>
              </a:extLst>
            </p:cNvPr>
            <p:cNvGrpSpPr/>
            <p:nvPr/>
          </p:nvGrpSpPr>
          <p:grpSpPr>
            <a:xfrm>
              <a:off x="1275308" y="1015025"/>
              <a:ext cx="1129612" cy="1777304"/>
              <a:chOff x="1751062" y="1357917"/>
              <a:chExt cx="2573746" cy="4049469"/>
            </a:xfrm>
          </p:grpSpPr>
          <p:sp>
            <p:nvSpPr>
              <p:cNvPr id="101" name="Freeform 27">
                <a:extLst>
                  <a:ext uri="{FF2B5EF4-FFF2-40B4-BE49-F238E27FC236}">
                    <a16:creationId xmlns:a16="http://schemas.microsoft.com/office/drawing/2014/main" id="{D0CB087A-544E-4041-AE84-505647D2B533}"/>
                  </a:ext>
                </a:extLst>
              </p:cNvPr>
              <p:cNvSpPr/>
              <p:nvPr/>
            </p:nvSpPr>
            <p:spPr>
              <a:xfrm rot="-803821">
                <a:off x="2043421" y="3084254"/>
                <a:ext cx="58739" cy="2243099"/>
              </a:xfrm>
              <a:custGeom>
                <a:avLst/>
                <a:gdLst/>
                <a:ahLst/>
                <a:cxnLst/>
                <a:rect l="l" t="t" r="r" b="b"/>
                <a:pathLst>
                  <a:path w="58739" h="2243099">
                    <a:moveTo>
                      <a:pt x="0" y="0"/>
                    </a:moveTo>
                    <a:lnTo>
                      <a:pt x="58740" y="0"/>
                    </a:lnTo>
                    <a:lnTo>
                      <a:pt x="58740" y="2243100"/>
                    </a:lnTo>
                    <a:lnTo>
                      <a:pt x="0" y="2243100"/>
                    </a:lnTo>
                    <a:close/>
                  </a:path>
                </a:pathLst>
              </a:custGeom>
              <a:solidFill>
                <a:srgbClr val="9B87FF"/>
              </a:solidFill>
              <a:ln cap="flat">
                <a:prstDash val="solid"/>
              </a:ln>
            </p:spPr>
            <p:txBody>
              <a:bodyPr vert="horz" lIns="91440" tIns="45720" rIns="91440" bIns="45720" anchor="ctr">
                <a:normAutofit/>
              </a:bodyPr>
              <a:lstStyle/>
              <a:p>
                <a:pPr marL="0" algn="l"/>
                <a:endParaRPr/>
              </a:p>
            </p:txBody>
          </p:sp>
          <p:sp>
            <p:nvSpPr>
              <p:cNvPr id="102" name="Freeform 28">
                <a:extLst>
                  <a:ext uri="{FF2B5EF4-FFF2-40B4-BE49-F238E27FC236}">
                    <a16:creationId xmlns:a16="http://schemas.microsoft.com/office/drawing/2014/main" id="{3DA220CE-C336-3B76-51AF-D88D9D3B9F12}"/>
                  </a:ext>
                </a:extLst>
              </p:cNvPr>
              <p:cNvSpPr/>
              <p:nvPr/>
            </p:nvSpPr>
            <p:spPr>
              <a:xfrm rot="-803821">
                <a:off x="2165936" y="3059506"/>
                <a:ext cx="58739" cy="2300784"/>
              </a:xfrm>
              <a:custGeom>
                <a:avLst/>
                <a:gdLst/>
                <a:ahLst/>
                <a:cxnLst/>
                <a:rect l="l" t="t" r="r" b="b"/>
                <a:pathLst>
                  <a:path w="58739" h="2300784">
                    <a:moveTo>
                      <a:pt x="0" y="0"/>
                    </a:moveTo>
                    <a:lnTo>
                      <a:pt x="58739" y="0"/>
                    </a:lnTo>
                    <a:lnTo>
                      <a:pt x="58739" y="2300785"/>
                    </a:lnTo>
                    <a:lnTo>
                      <a:pt x="0" y="2300785"/>
                    </a:lnTo>
                    <a:close/>
                  </a:path>
                </a:pathLst>
              </a:custGeom>
              <a:solidFill>
                <a:srgbClr val="9B87FF"/>
              </a:solidFill>
              <a:ln cap="flat">
                <a:prstDash val="solid"/>
              </a:ln>
            </p:spPr>
            <p:txBody>
              <a:bodyPr vert="horz" lIns="91440" tIns="45720" rIns="91440" bIns="45720" anchor="ctr">
                <a:normAutofit/>
              </a:bodyPr>
              <a:lstStyle/>
              <a:p>
                <a:pPr marL="0" algn="l"/>
                <a:endParaRPr/>
              </a:p>
            </p:txBody>
          </p:sp>
          <p:sp>
            <p:nvSpPr>
              <p:cNvPr id="103" name="Freeform 29">
                <a:extLst>
                  <a:ext uri="{FF2B5EF4-FFF2-40B4-BE49-F238E27FC236}">
                    <a16:creationId xmlns:a16="http://schemas.microsoft.com/office/drawing/2014/main" id="{521E6770-8C24-3D1A-B76D-D1D38C1F149A}"/>
                  </a:ext>
                </a:extLst>
              </p:cNvPr>
              <p:cNvSpPr/>
              <p:nvPr/>
            </p:nvSpPr>
            <p:spPr>
              <a:xfrm rot="2871441">
                <a:off x="2495592" y="1638718"/>
                <a:ext cx="58740" cy="1570608"/>
              </a:xfrm>
              <a:custGeom>
                <a:avLst/>
                <a:gdLst/>
                <a:ahLst/>
                <a:cxnLst/>
                <a:rect l="l" t="t" r="r" b="b"/>
                <a:pathLst>
                  <a:path w="58740" h="1570608">
                    <a:moveTo>
                      <a:pt x="0" y="0"/>
                    </a:moveTo>
                    <a:lnTo>
                      <a:pt x="58741" y="0"/>
                    </a:lnTo>
                    <a:lnTo>
                      <a:pt x="58741" y="1570609"/>
                    </a:lnTo>
                    <a:lnTo>
                      <a:pt x="0" y="1570609"/>
                    </a:lnTo>
                    <a:close/>
                  </a:path>
                </a:pathLst>
              </a:custGeom>
              <a:solidFill>
                <a:srgbClr val="9B87FF"/>
              </a:solidFill>
              <a:ln cap="flat">
                <a:prstDash val="solid"/>
              </a:ln>
            </p:spPr>
            <p:txBody>
              <a:bodyPr vert="horz" lIns="91440" tIns="45720" rIns="91440" bIns="45720" anchor="ctr">
                <a:normAutofit/>
              </a:bodyPr>
              <a:lstStyle/>
              <a:p>
                <a:pPr marL="0" algn="l"/>
                <a:endParaRPr/>
              </a:p>
            </p:txBody>
          </p:sp>
          <p:sp>
            <p:nvSpPr>
              <p:cNvPr id="104" name="Freeform 30">
                <a:extLst>
                  <a:ext uri="{FF2B5EF4-FFF2-40B4-BE49-F238E27FC236}">
                    <a16:creationId xmlns:a16="http://schemas.microsoft.com/office/drawing/2014/main" id="{71B998F0-D0A9-06A7-A77C-6F9B26863FB3}"/>
                  </a:ext>
                </a:extLst>
              </p:cNvPr>
              <p:cNvSpPr/>
              <p:nvPr/>
            </p:nvSpPr>
            <p:spPr>
              <a:xfrm rot="2871441">
                <a:off x="2529489" y="1767456"/>
                <a:ext cx="58740" cy="1570608"/>
              </a:xfrm>
              <a:custGeom>
                <a:avLst/>
                <a:gdLst/>
                <a:ahLst/>
                <a:cxnLst/>
                <a:rect l="l" t="t" r="r" b="b"/>
                <a:pathLst>
                  <a:path w="58740" h="1570608">
                    <a:moveTo>
                      <a:pt x="0" y="0"/>
                    </a:moveTo>
                    <a:lnTo>
                      <a:pt x="58741" y="0"/>
                    </a:lnTo>
                    <a:lnTo>
                      <a:pt x="58741" y="1570609"/>
                    </a:lnTo>
                    <a:lnTo>
                      <a:pt x="0" y="1570609"/>
                    </a:lnTo>
                    <a:close/>
                  </a:path>
                </a:pathLst>
              </a:custGeom>
              <a:solidFill>
                <a:srgbClr val="9B87FF"/>
              </a:solidFill>
              <a:ln cap="flat">
                <a:prstDash val="solid"/>
              </a:ln>
            </p:spPr>
            <p:txBody>
              <a:bodyPr vert="horz" lIns="91440" tIns="45720" rIns="91440" bIns="45720" anchor="ctr">
                <a:normAutofit/>
              </a:bodyPr>
              <a:lstStyle/>
              <a:p>
                <a:pPr marL="0" algn="l"/>
                <a:endParaRPr/>
              </a:p>
            </p:txBody>
          </p:sp>
          <p:sp>
            <p:nvSpPr>
              <p:cNvPr id="105" name="Freeform 31">
                <a:extLst>
                  <a:ext uri="{FF2B5EF4-FFF2-40B4-BE49-F238E27FC236}">
                    <a16:creationId xmlns:a16="http://schemas.microsoft.com/office/drawing/2014/main" id="{D4B631A7-AF27-24F9-AD03-0CD83AF17833}"/>
                  </a:ext>
                </a:extLst>
              </p:cNvPr>
              <p:cNvSpPr/>
              <p:nvPr/>
            </p:nvSpPr>
            <p:spPr>
              <a:xfrm>
                <a:off x="2222124" y="5315820"/>
                <a:ext cx="1181834" cy="91567"/>
              </a:xfrm>
              <a:custGeom>
                <a:avLst/>
                <a:gdLst/>
                <a:ahLst/>
                <a:cxnLst/>
                <a:rect l="l" t="t" r="r" b="b"/>
                <a:pathLst>
                  <a:path w="1181834" h="91567">
                    <a:moveTo>
                      <a:pt x="0" y="0"/>
                    </a:moveTo>
                    <a:lnTo>
                      <a:pt x="1181835" y="0"/>
                    </a:lnTo>
                    <a:lnTo>
                      <a:pt x="1181835" y="91567"/>
                    </a:lnTo>
                    <a:lnTo>
                      <a:pt x="0" y="91567"/>
                    </a:lnTo>
                    <a:close/>
                  </a:path>
                </a:pathLst>
              </a:custGeom>
              <a:solidFill>
                <a:srgbClr val="8070F2"/>
              </a:solidFill>
              <a:ln cap="flat">
                <a:prstDash val="solid"/>
              </a:ln>
            </p:spPr>
            <p:txBody>
              <a:bodyPr vert="horz" lIns="91440" tIns="45720" rIns="91440" bIns="45720" anchor="ctr">
                <a:normAutofit fontScale="25000" lnSpcReduction="20000"/>
              </a:bodyPr>
              <a:lstStyle/>
              <a:p>
                <a:pPr marL="0" algn="l"/>
                <a:endParaRPr/>
              </a:p>
            </p:txBody>
          </p:sp>
          <p:sp>
            <p:nvSpPr>
              <p:cNvPr id="106" name="Freeform 32">
                <a:extLst>
                  <a:ext uri="{FF2B5EF4-FFF2-40B4-BE49-F238E27FC236}">
                    <a16:creationId xmlns:a16="http://schemas.microsoft.com/office/drawing/2014/main" id="{D00E14F1-83CC-306B-F3C2-24CEC8EA89FB}"/>
                  </a:ext>
                </a:extLst>
              </p:cNvPr>
              <p:cNvSpPr/>
              <p:nvPr/>
            </p:nvSpPr>
            <p:spPr>
              <a:xfrm>
                <a:off x="2222125" y="5132686"/>
                <a:ext cx="1181834" cy="183134"/>
              </a:xfrm>
              <a:custGeom>
                <a:avLst/>
                <a:gdLst/>
                <a:ahLst/>
                <a:cxnLst/>
                <a:rect l="l" t="t" r="r" b="b"/>
                <a:pathLst>
                  <a:path w="1181834" h="183134">
                    <a:moveTo>
                      <a:pt x="1013226" y="0"/>
                    </a:moveTo>
                    <a:lnTo>
                      <a:pt x="168608" y="0"/>
                    </a:lnTo>
                    <a:cubicBezTo>
                      <a:pt x="75489" y="0"/>
                      <a:pt x="0" y="75489"/>
                      <a:pt x="0" y="168608"/>
                    </a:cubicBezTo>
                    <a:lnTo>
                      <a:pt x="0" y="183134"/>
                    </a:lnTo>
                    <a:lnTo>
                      <a:pt x="1181835" y="183134"/>
                    </a:lnTo>
                    <a:lnTo>
                      <a:pt x="1181835" y="168608"/>
                    </a:lnTo>
                    <a:cubicBezTo>
                      <a:pt x="1181835" y="75489"/>
                      <a:pt x="1106345" y="0"/>
                      <a:pt x="1013226" y="0"/>
                    </a:cubicBezTo>
                    <a:close/>
                  </a:path>
                </a:pathLst>
              </a:custGeom>
              <a:solidFill>
                <a:srgbClr val="9B87FF"/>
              </a:solidFill>
              <a:ln cap="flat">
                <a:prstDash val="solid"/>
              </a:ln>
            </p:spPr>
            <p:txBody>
              <a:bodyPr vert="horz" lIns="91440" tIns="45720" rIns="91440" bIns="45720" anchor="ctr">
                <a:normAutofit fontScale="25000" lnSpcReduction="20000"/>
              </a:bodyPr>
              <a:lstStyle/>
              <a:p>
                <a:pPr marL="0" algn="l"/>
                <a:endParaRPr/>
              </a:p>
            </p:txBody>
          </p:sp>
          <p:sp>
            <p:nvSpPr>
              <p:cNvPr id="107" name="Freeform 33">
                <a:extLst>
                  <a:ext uri="{FF2B5EF4-FFF2-40B4-BE49-F238E27FC236}">
                    <a16:creationId xmlns:a16="http://schemas.microsoft.com/office/drawing/2014/main" id="{2DB7C04C-E2D2-71C9-2CD0-B3E1B1C6461E}"/>
                  </a:ext>
                </a:extLst>
              </p:cNvPr>
              <p:cNvSpPr/>
              <p:nvPr/>
            </p:nvSpPr>
            <p:spPr>
              <a:xfrm rot="3599956">
                <a:off x="3281713" y="1723738"/>
                <a:ext cx="58737" cy="404073"/>
              </a:xfrm>
              <a:custGeom>
                <a:avLst/>
                <a:gdLst/>
                <a:ahLst/>
                <a:cxnLst/>
                <a:rect l="l" t="t" r="r" b="b"/>
                <a:pathLst>
                  <a:path w="58737" h="404073">
                    <a:moveTo>
                      <a:pt x="0" y="0"/>
                    </a:moveTo>
                    <a:lnTo>
                      <a:pt x="58737" y="0"/>
                    </a:lnTo>
                    <a:lnTo>
                      <a:pt x="58737" y="404073"/>
                    </a:lnTo>
                    <a:lnTo>
                      <a:pt x="0" y="404073"/>
                    </a:lnTo>
                    <a:close/>
                  </a:path>
                </a:pathLst>
              </a:custGeom>
              <a:solidFill>
                <a:srgbClr val="9B87FF"/>
              </a:solidFill>
              <a:ln cap="flat">
                <a:prstDash val="solid"/>
              </a:ln>
            </p:spPr>
            <p:txBody>
              <a:bodyPr vert="horz" lIns="91440" tIns="45720" rIns="91440" bIns="45720" anchor="ctr">
                <a:normAutofit fontScale="62500" lnSpcReduction="20000"/>
              </a:bodyPr>
              <a:lstStyle/>
              <a:p>
                <a:pPr marL="0" algn="l"/>
                <a:endParaRPr/>
              </a:p>
            </p:txBody>
          </p:sp>
          <p:sp>
            <p:nvSpPr>
              <p:cNvPr id="108" name="Freeform 34">
                <a:extLst>
                  <a:ext uri="{FF2B5EF4-FFF2-40B4-BE49-F238E27FC236}">
                    <a16:creationId xmlns:a16="http://schemas.microsoft.com/office/drawing/2014/main" id="{FF3D6411-8801-9A19-6F13-54F378605CE2}"/>
                  </a:ext>
                </a:extLst>
              </p:cNvPr>
              <p:cNvSpPr/>
              <p:nvPr/>
            </p:nvSpPr>
            <p:spPr>
              <a:xfrm>
                <a:off x="1751062" y="2878015"/>
                <a:ext cx="340657" cy="353274"/>
              </a:xfrm>
              <a:custGeom>
                <a:avLst/>
                <a:gdLst/>
                <a:ahLst/>
                <a:cxnLst/>
                <a:rect l="l" t="t" r="r" b="b"/>
                <a:pathLst>
                  <a:path w="340657" h="353274">
                    <a:moveTo>
                      <a:pt x="332796" y="220720"/>
                    </a:moveTo>
                    <a:lnTo>
                      <a:pt x="249836" y="335939"/>
                    </a:lnTo>
                    <a:cubicBezTo>
                      <a:pt x="237804" y="352651"/>
                      <a:pt x="215375" y="358073"/>
                      <a:pt x="197034" y="348708"/>
                    </a:cubicBezTo>
                    <a:lnTo>
                      <a:pt x="22738" y="259682"/>
                    </a:lnTo>
                    <a:cubicBezTo>
                      <a:pt x="-134" y="247998"/>
                      <a:pt x="-7107" y="218616"/>
                      <a:pt x="8074" y="197905"/>
                    </a:cubicBezTo>
                    <a:lnTo>
                      <a:pt x="140627" y="17046"/>
                    </a:lnTo>
                    <a:cubicBezTo>
                      <a:pt x="156811" y="-5036"/>
                      <a:pt x="189528" y="-5791"/>
                      <a:pt x="206716" y="15525"/>
                    </a:cubicBezTo>
                    <a:lnTo>
                      <a:pt x="331420" y="170190"/>
                    </a:lnTo>
                    <a:cubicBezTo>
                      <a:pt x="343203" y="184802"/>
                      <a:pt x="343769" y="205487"/>
                      <a:pt x="332796" y="220720"/>
                    </a:cubicBezTo>
                    <a:close/>
                  </a:path>
                </a:pathLst>
              </a:custGeom>
              <a:solidFill>
                <a:srgbClr val="8070F2"/>
              </a:solidFill>
              <a:ln cap="flat">
                <a:prstDash val="solid"/>
              </a:ln>
            </p:spPr>
            <p:txBody>
              <a:bodyPr vert="horz" lIns="91440" tIns="45720" rIns="91440" bIns="45720" anchor="ctr">
                <a:normAutofit fontScale="47500" lnSpcReduction="20000"/>
              </a:bodyPr>
              <a:lstStyle/>
              <a:p>
                <a:pPr marL="0" algn="l"/>
                <a:endParaRPr/>
              </a:p>
            </p:txBody>
          </p:sp>
          <p:sp>
            <p:nvSpPr>
              <p:cNvPr id="109" name="Freeform 35">
                <a:extLst>
                  <a:ext uri="{FF2B5EF4-FFF2-40B4-BE49-F238E27FC236}">
                    <a16:creationId xmlns:a16="http://schemas.microsoft.com/office/drawing/2014/main" id="{75DD0CF4-4AA5-88AD-63DC-8163222E6F72}"/>
                  </a:ext>
                </a:extLst>
              </p:cNvPr>
              <p:cNvSpPr/>
              <p:nvPr/>
            </p:nvSpPr>
            <p:spPr>
              <a:xfrm>
                <a:off x="1772715" y="3077248"/>
                <a:ext cx="38216" cy="38216"/>
              </a:xfrm>
              <a:custGeom>
                <a:avLst/>
                <a:gdLst/>
                <a:ahLst/>
                <a:cxnLst/>
                <a:rect l="l" t="t" r="r" b="b"/>
                <a:pathLst>
                  <a:path w="38216" h="38216">
                    <a:moveTo>
                      <a:pt x="38216" y="19108"/>
                    </a:moveTo>
                    <a:cubicBezTo>
                      <a:pt x="38216" y="29661"/>
                      <a:pt x="29661" y="38216"/>
                      <a:pt x="19108" y="38216"/>
                    </a:cubicBezTo>
                    <a:cubicBezTo>
                      <a:pt x="8555" y="38216"/>
                      <a:pt x="0" y="29661"/>
                      <a:pt x="0" y="19108"/>
                    </a:cubicBezTo>
                    <a:cubicBezTo>
                      <a:pt x="0" y="8555"/>
                      <a:pt x="8555" y="0"/>
                      <a:pt x="19108" y="0"/>
                    </a:cubicBezTo>
                    <a:cubicBezTo>
                      <a:pt x="29661" y="0"/>
                      <a:pt x="38216" y="8555"/>
                      <a:pt x="38216" y="19108"/>
                    </a:cubicBez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110" name="Freeform 36">
                <a:extLst>
                  <a:ext uri="{FF2B5EF4-FFF2-40B4-BE49-F238E27FC236}">
                    <a16:creationId xmlns:a16="http://schemas.microsoft.com/office/drawing/2014/main" id="{832574C8-24DF-DEE4-C34B-7114C38AF2F7}"/>
                  </a:ext>
                </a:extLst>
              </p:cNvPr>
              <p:cNvSpPr/>
              <p:nvPr/>
            </p:nvSpPr>
            <p:spPr>
              <a:xfrm>
                <a:off x="1950788" y="3168455"/>
                <a:ext cx="38216" cy="38216"/>
              </a:xfrm>
              <a:custGeom>
                <a:avLst/>
                <a:gdLst/>
                <a:ahLst/>
                <a:cxnLst/>
                <a:rect l="l" t="t" r="r" b="b"/>
                <a:pathLst>
                  <a:path w="38216" h="38216">
                    <a:moveTo>
                      <a:pt x="38216" y="19108"/>
                    </a:moveTo>
                    <a:cubicBezTo>
                      <a:pt x="38216" y="29661"/>
                      <a:pt x="29661" y="38216"/>
                      <a:pt x="19108" y="38216"/>
                    </a:cubicBezTo>
                    <a:cubicBezTo>
                      <a:pt x="8555" y="38216"/>
                      <a:pt x="0" y="29661"/>
                      <a:pt x="0" y="19108"/>
                    </a:cubicBezTo>
                    <a:cubicBezTo>
                      <a:pt x="0" y="8555"/>
                      <a:pt x="8555" y="0"/>
                      <a:pt x="19108" y="0"/>
                    </a:cubicBezTo>
                    <a:cubicBezTo>
                      <a:pt x="29661" y="0"/>
                      <a:pt x="38216" y="8555"/>
                      <a:pt x="38216" y="19108"/>
                    </a:cubicBez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111" name="Freeform 37">
                <a:extLst>
                  <a:ext uri="{FF2B5EF4-FFF2-40B4-BE49-F238E27FC236}">
                    <a16:creationId xmlns:a16="http://schemas.microsoft.com/office/drawing/2014/main" id="{0FA869C2-24F1-280B-DADE-598A465B711C}"/>
                  </a:ext>
                </a:extLst>
              </p:cNvPr>
              <p:cNvSpPr/>
              <p:nvPr/>
            </p:nvSpPr>
            <p:spPr>
              <a:xfrm>
                <a:off x="2030700" y="3053798"/>
                <a:ext cx="38220" cy="38220"/>
              </a:xfrm>
              <a:custGeom>
                <a:avLst/>
                <a:gdLst/>
                <a:ahLst/>
                <a:cxnLst/>
                <a:rect l="l" t="t" r="r" b="b"/>
                <a:pathLst>
                  <a:path w="38220" h="38220">
                    <a:moveTo>
                      <a:pt x="38220" y="19108"/>
                    </a:moveTo>
                    <a:cubicBezTo>
                      <a:pt x="38220" y="29661"/>
                      <a:pt x="29665" y="38220"/>
                      <a:pt x="19112" y="38220"/>
                    </a:cubicBezTo>
                    <a:cubicBezTo>
                      <a:pt x="8560" y="38220"/>
                      <a:pt x="0" y="29665"/>
                      <a:pt x="0" y="19108"/>
                    </a:cubicBezTo>
                    <a:cubicBezTo>
                      <a:pt x="0" y="8555"/>
                      <a:pt x="8555" y="0"/>
                      <a:pt x="19112" y="0"/>
                    </a:cubicBezTo>
                    <a:cubicBezTo>
                      <a:pt x="29665" y="-4"/>
                      <a:pt x="38220" y="8551"/>
                      <a:pt x="38220" y="19108"/>
                    </a:cubicBez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112" name="Freeform 38">
                <a:extLst>
                  <a:ext uri="{FF2B5EF4-FFF2-40B4-BE49-F238E27FC236}">
                    <a16:creationId xmlns:a16="http://schemas.microsoft.com/office/drawing/2014/main" id="{3EAFA636-1B0B-D290-1F18-F744398845D6}"/>
                  </a:ext>
                </a:extLst>
              </p:cNvPr>
              <p:cNvSpPr/>
              <p:nvPr/>
            </p:nvSpPr>
            <p:spPr>
              <a:xfrm>
                <a:off x="3014264" y="1854108"/>
                <a:ext cx="297727" cy="300030"/>
              </a:xfrm>
              <a:custGeom>
                <a:avLst/>
                <a:gdLst/>
                <a:ahLst/>
                <a:cxnLst/>
                <a:rect l="l" t="t" r="r" b="b"/>
                <a:pathLst>
                  <a:path w="297727" h="300030">
                    <a:moveTo>
                      <a:pt x="1044" y="42587"/>
                    </a:moveTo>
                    <a:lnTo>
                      <a:pt x="58462" y="273976"/>
                    </a:lnTo>
                    <a:cubicBezTo>
                      <a:pt x="64819" y="299595"/>
                      <a:pt x="96524" y="308725"/>
                      <a:pt x="115534" y="290410"/>
                    </a:cubicBezTo>
                    <a:lnTo>
                      <a:pt x="287211" y="124995"/>
                    </a:lnTo>
                    <a:cubicBezTo>
                      <a:pt x="306220" y="106680"/>
                      <a:pt x="298274" y="74657"/>
                      <a:pt x="272908" y="67349"/>
                    </a:cubicBezTo>
                    <a:lnTo>
                      <a:pt x="43812" y="1379"/>
                    </a:lnTo>
                    <a:cubicBezTo>
                      <a:pt x="18446" y="-5929"/>
                      <a:pt x="-5317" y="16968"/>
                      <a:pt x="1044" y="42587"/>
                    </a:cubicBezTo>
                    <a:close/>
                  </a:path>
                </a:pathLst>
              </a:custGeom>
              <a:solidFill>
                <a:srgbClr val="8070F2"/>
              </a:solidFill>
              <a:ln cap="flat">
                <a:prstDash val="solid"/>
              </a:ln>
            </p:spPr>
            <p:txBody>
              <a:bodyPr vert="horz" lIns="91440" tIns="45720" rIns="91440" bIns="45720" anchor="ctr">
                <a:normAutofit fontScale="32500" lnSpcReduction="20000"/>
              </a:bodyPr>
              <a:lstStyle/>
              <a:p>
                <a:pPr marL="0" algn="l"/>
                <a:endParaRPr/>
              </a:p>
            </p:txBody>
          </p:sp>
          <p:sp>
            <p:nvSpPr>
              <p:cNvPr id="113" name="Freeform 39">
                <a:extLst>
                  <a:ext uri="{FF2B5EF4-FFF2-40B4-BE49-F238E27FC236}">
                    <a16:creationId xmlns:a16="http://schemas.microsoft.com/office/drawing/2014/main" id="{2170FFE7-6488-7251-6A51-37E6A722BE9B}"/>
                  </a:ext>
                </a:extLst>
              </p:cNvPr>
              <p:cNvSpPr/>
              <p:nvPr/>
            </p:nvSpPr>
            <p:spPr>
              <a:xfrm>
                <a:off x="3093636" y="2081052"/>
                <a:ext cx="38226" cy="38226"/>
              </a:xfrm>
              <a:custGeom>
                <a:avLst/>
                <a:gdLst/>
                <a:ahLst/>
                <a:cxnLst/>
                <a:rect l="l" t="t" r="r" b="b"/>
                <a:pathLst>
                  <a:path w="38226" h="38226">
                    <a:moveTo>
                      <a:pt x="35116" y="29561"/>
                    </a:moveTo>
                    <a:cubicBezTo>
                      <a:pt x="29346" y="38399"/>
                      <a:pt x="17504" y="40885"/>
                      <a:pt x="8666" y="35116"/>
                    </a:cubicBezTo>
                    <a:cubicBezTo>
                      <a:pt x="-173" y="29347"/>
                      <a:pt x="-2659" y="17504"/>
                      <a:pt x="3110" y="8665"/>
                    </a:cubicBezTo>
                    <a:cubicBezTo>
                      <a:pt x="8880" y="-173"/>
                      <a:pt x="20723" y="-2659"/>
                      <a:pt x="29561" y="3110"/>
                    </a:cubicBezTo>
                    <a:cubicBezTo>
                      <a:pt x="38399" y="8884"/>
                      <a:pt x="40885" y="20723"/>
                      <a:pt x="35116" y="29561"/>
                    </a:cubicBez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114" name="Freeform 40">
                <a:extLst>
                  <a:ext uri="{FF2B5EF4-FFF2-40B4-BE49-F238E27FC236}">
                    <a16:creationId xmlns:a16="http://schemas.microsoft.com/office/drawing/2014/main" id="{7358B215-D2C3-5086-2134-EFFA62B9BED3}"/>
                  </a:ext>
                </a:extLst>
              </p:cNvPr>
              <p:cNvSpPr/>
              <p:nvPr/>
            </p:nvSpPr>
            <p:spPr>
              <a:xfrm>
                <a:off x="3040105" y="1877023"/>
                <a:ext cx="38225" cy="38226"/>
              </a:xfrm>
              <a:custGeom>
                <a:avLst/>
                <a:gdLst/>
                <a:ahLst/>
                <a:cxnLst/>
                <a:rect l="l" t="t" r="r" b="b"/>
                <a:pathLst>
                  <a:path w="38225" h="38226">
                    <a:moveTo>
                      <a:pt x="35116" y="29561"/>
                    </a:moveTo>
                    <a:cubicBezTo>
                      <a:pt x="29347" y="38399"/>
                      <a:pt x="17504" y="40885"/>
                      <a:pt x="8666" y="35116"/>
                    </a:cubicBezTo>
                    <a:cubicBezTo>
                      <a:pt x="-173" y="29347"/>
                      <a:pt x="-2659" y="17504"/>
                      <a:pt x="3110" y="8665"/>
                    </a:cubicBezTo>
                    <a:cubicBezTo>
                      <a:pt x="8880" y="-173"/>
                      <a:pt x="20723" y="-2659"/>
                      <a:pt x="29557" y="3110"/>
                    </a:cubicBezTo>
                    <a:cubicBezTo>
                      <a:pt x="38395" y="8880"/>
                      <a:pt x="40885" y="20723"/>
                      <a:pt x="35116" y="29561"/>
                    </a:cubicBez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115" name="Freeform 41">
                <a:extLst>
                  <a:ext uri="{FF2B5EF4-FFF2-40B4-BE49-F238E27FC236}">
                    <a16:creationId xmlns:a16="http://schemas.microsoft.com/office/drawing/2014/main" id="{1318D92D-59CA-F4ED-B992-2736476D085E}"/>
                  </a:ext>
                </a:extLst>
              </p:cNvPr>
              <p:cNvSpPr/>
              <p:nvPr/>
            </p:nvSpPr>
            <p:spPr>
              <a:xfrm>
                <a:off x="3246398" y="1940163"/>
                <a:ext cx="38223" cy="38226"/>
              </a:xfrm>
              <a:custGeom>
                <a:avLst/>
                <a:gdLst/>
                <a:ahLst/>
                <a:cxnLst/>
                <a:rect l="l" t="t" r="r" b="b"/>
                <a:pathLst>
                  <a:path w="38223" h="38226">
                    <a:moveTo>
                      <a:pt x="35116" y="29561"/>
                    </a:moveTo>
                    <a:cubicBezTo>
                      <a:pt x="29347" y="38399"/>
                      <a:pt x="17504" y="40885"/>
                      <a:pt x="8665" y="35116"/>
                    </a:cubicBezTo>
                    <a:cubicBezTo>
                      <a:pt x="-173" y="29347"/>
                      <a:pt x="-2659" y="17504"/>
                      <a:pt x="3111" y="8665"/>
                    </a:cubicBezTo>
                    <a:cubicBezTo>
                      <a:pt x="8880" y="-173"/>
                      <a:pt x="20723" y="-2659"/>
                      <a:pt x="29557" y="3110"/>
                    </a:cubicBezTo>
                    <a:cubicBezTo>
                      <a:pt x="38390" y="8880"/>
                      <a:pt x="40885" y="20723"/>
                      <a:pt x="35116" y="29561"/>
                    </a:cubicBez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116" name="Freeform 42">
                <a:extLst>
                  <a:ext uri="{FF2B5EF4-FFF2-40B4-BE49-F238E27FC236}">
                    <a16:creationId xmlns:a16="http://schemas.microsoft.com/office/drawing/2014/main" id="{FB7D2552-40CD-7B39-54C8-1A2035F359ED}"/>
                  </a:ext>
                </a:extLst>
              </p:cNvPr>
              <p:cNvSpPr/>
              <p:nvPr/>
            </p:nvSpPr>
            <p:spPr>
              <a:xfrm>
                <a:off x="1907359" y="2896574"/>
                <a:ext cx="38216" cy="38216"/>
              </a:xfrm>
              <a:custGeom>
                <a:avLst/>
                <a:gdLst/>
                <a:ahLst/>
                <a:cxnLst/>
                <a:rect l="l" t="t" r="r" b="b"/>
                <a:pathLst>
                  <a:path w="38216" h="38216">
                    <a:moveTo>
                      <a:pt x="38216" y="19108"/>
                    </a:moveTo>
                    <a:cubicBezTo>
                      <a:pt x="38216" y="29661"/>
                      <a:pt x="29661" y="38216"/>
                      <a:pt x="19108" y="38216"/>
                    </a:cubicBezTo>
                    <a:cubicBezTo>
                      <a:pt x="8555" y="38216"/>
                      <a:pt x="0" y="29661"/>
                      <a:pt x="0" y="19108"/>
                    </a:cubicBezTo>
                    <a:cubicBezTo>
                      <a:pt x="0" y="8555"/>
                      <a:pt x="8555" y="0"/>
                      <a:pt x="19108" y="0"/>
                    </a:cubicBezTo>
                    <a:cubicBezTo>
                      <a:pt x="29657" y="-4"/>
                      <a:pt x="38216" y="8551"/>
                      <a:pt x="38216" y="19108"/>
                    </a:cubicBez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117" name="Freeform 43">
                <a:extLst>
                  <a:ext uri="{FF2B5EF4-FFF2-40B4-BE49-F238E27FC236}">
                    <a16:creationId xmlns:a16="http://schemas.microsoft.com/office/drawing/2014/main" id="{59DDD4CC-3423-7CE4-97B3-185C5AACE2D6}"/>
                  </a:ext>
                </a:extLst>
              </p:cNvPr>
              <p:cNvSpPr/>
              <p:nvPr/>
            </p:nvSpPr>
            <p:spPr>
              <a:xfrm>
                <a:off x="3385026" y="1357917"/>
                <a:ext cx="493090" cy="642668"/>
              </a:xfrm>
              <a:custGeom>
                <a:avLst/>
                <a:gdLst/>
                <a:ahLst/>
                <a:cxnLst/>
                <a:rect l="l" t="t" r="r" b="b"/>
                <a:pathLst>
                  <a:path w="493090" h="642668">
                    <a:moveTo>
                      <a:pt x="493091" y="561277"/>
                    </a:moveTo>
                    <a:lnTo>
                      <a:pt x="112545" y="642668"/>
                    </a:lnTo>
                    <a:lnTo>
                      <a:pt x="1141" y="121803"/>
                    </a:lnTo>
                    <a:cubicBezTo>
                      <a:pt x="-4761" y="94217"/>
                      <a:pt x="12821" y="67072"/>
                      <a:pt x="40407" y="61170"/>
                    </a:cubicBezTo>
                    <a:lnTo>
                      <a:pt x="321049" y="1141"/>
                    </a:lnTo>
                    <a:cubicBezTo>
                      <a:pt x="348636" y="-4761"/>
                      <a:pt x="375780" y="12821"/>
                      <a:pt x="381683" y="40407"/>
                    </a:cubicBezTo>
                    <a:lnTo>
                      <a:pt x="493091" y="561277"/>
                    </a:lnTo>
                    <a:close/>
                  </a:path>
                </a:pathLst>
              </a:custGeom>
              <a:solidFill>
                <a:srgbClr val="9B87FF"/>
              </a:solidFill>
              <a:ln cap="flat">
                <a:prstDash val="solid"/>
              </a:ln>
            </p:spPr>
            <p:txBody>
              <a:bodyPr vert="horz" lIns="91440" tIns="45720" rIns="91440" bIns="45720" anchor="ctr">
                <a:normAutofit/>
              </a:bodyPr>
              <a:lstStyle/>
              <a:p>
                <a:pPr marL="0" algn="l"/>
                <a:endParaRPr/>
              </a:p>
            </p:txBody>
          </p:sp>
          <p:sp>
            <p:nvSpPr>
              <p:cNvPr id="118" name="Freeform 44">
                <a:extLst>
                  <a:ext uri="{FF2B5EF4-FFF2-40B4-BE49-F238E27FC236}">
                    <a16:creationId xmlns:a16="http://schemas.microsoft.com/office/drawing/2014/main" id="{E8E2460F-A8BE-C471-3E02-9703C332BD51}"/>
                  </a:ext>
                </a:extLst>
              </p:cNvPr>
              <p:cNvSpPr/>
              <p:nvPr/>
            </p:nvSpPr>
            <p:spPr>
              <a:xfrm rot="-724509">
                <a:off x="3455708" y="1735418"/>
                <a:ext cx="390779" cy="103691"/>
              </a:xfrm>
              <a:custGeom>
                <a:avLst/>
                <a:gdLst/>
                <a:ahLst/>
                <a:cxnLst/>
                <a:rect l="l" t="t" r="r" b="b"/>
                <a:pathLst>
                  <a:path w="390779" h="103691">
                    <a:moveTo>
                      <a:pt x="0" y="0"/>
                    </a:moveTo>
                    <a:lnTo>
                      <a:pt x="390779" y="0"/>
                    </a:lnTo>
                    <a:lnTo>
                      <a:pt x="390779" y="103691"/>
                    </a:lnTo>
                    <a:lnTo>
                      <a:pt x="0" y="103691"/>
                    </a:lnTo>
                    <a:close/>
                  </a:path>
                </a:pathLst>
              </a:custGeom>
              <a:solidFill>
                <a:srgbClr val="8070F2"/>
              </a:solidFill>
              <a:ln cap="flat">
                <a:prstDash val="solid"/>
              </a:ln>
            </p:spPr>
            <p:txBody>
              <a:bodyPr vert="horz" lIns="91440" tIns="45720" rIns="91440" bIns="45720" anchor="ctr">
                <a:normAutofit fontScale="25000" lnSpcReduction="20000"/>
              </a:bodyPr>
              <a:lstStyle/>
              <a:p>
                <a:pPr marL="0" algn="l"/>
                <a:endParaRPr/>
              </a:p>
            </p:txBody>
          </p:sp>
          <p:sp>
            <p:nvSpPr>
              <p:cNvPr id="119" name="Freeform 45">
                <a:extLst>
                  <a:ext uri="{FF2B5EF4-FFF2-40B4-BE49-F238E27FC236}">
                    <a16:creationId xmlns:a16="http://schemas.microsoft.com/office/drawing/2014/main" id="{F96CA619-9126-A67F-3278-D2B0249782E7}"/>
                  </a:ext>
                </a:extLst>
              </p:cNvPr>
              <p:cNvSpPr/>
              <p:nvPr/>
            </p:nvSpPr>
            <p:spPr>
              <a:xfrm>
                <a:off x="3231806" y="1796877"/>
                <a:ext cx="1093002" cy="606392"/>
              </a:xfrm>
              <a:custGeom>
                <a:avLst/>
                <a:gdLst/>
                <a:ahLst/>
                <a:cxnLst/>
                <a:rect l="l" t="t" r="r" b="b"/>
                <a:pathLst>
                  <a:path w="1093002" h="606392">
                    <a:moveTo>
                      <a:pt x="1093002" y="372621"/>
                    </a:moveTo>
                    <a:lnTo>
                      <a:pt x="0" y="606393"/>
                    </a:lnTo>
                    <a:lnTo>
                      <a:pt x="239601" y="81392"/>
                    </a:lnTo>
                    <a:lnTo>
                      <a:pt x="620147" y="0"/>
                    </a:lnTo>
                    <a:close/>
                  </a:path>
                </a:pathLst>
              </a:custGeom>
              <a:solidFill>
                <a:srgbClr val="9B87FF"/>
              </a:solidFill>
              <a:ln cap="flat">
                <a:prstDash val="solid"/>
              </a:ln>
            </p:spPr>
            <p:txBody>
              <a:bodyPr vert="horz" lIns="91440" tIns="45720" rIns="91440" bIns="45720" anchor="ctr">
                <a:normAutofit lnSpcReduction="10000"/>
              </a:bodyPr>
              <a:lstStyle/>
              <a:p>
                <a:pPr marL="0" algn="l"/>
                <a:endParaRPr/>
              </a:p>
            </p:txBody>
          </p:sp>
          <p:sp>
            <p:nvSpPr>
              <p:cNvPr id="120" name="Freeform 46">
                <a:extLst>
                  <a:ext uri="{FF2B5EF4-FFF2-40B4-BE49-F238E27FC236}">
                    <a16:creationId xmlns:a16="http://schemas.microsoft.com/office/drawing/2014/main" id="{8A648934-3456-2D2B-A869-394DAB9EF780}"/>
                  </a:ext>
                </a:extLst>
              </p:cNvPr>
              <p:cNvSpPr/>
              <p:nvPr/>
            </p:nvSpPr>
            <p:spPr>
              <a:xfrm>
                <a:off x="3667345" y="1796877"/>
                <a:ext cx="657463" cy="492828"/>
              </a:xfrm>
              <a:custGeom>
                <a:avLst/>
                <a:gdLst/>
                <a:ahLst/>
                <a:cxnLst/>
                <a:rect l="l" t="t" r="r" b="b"/>
                <a:pathLst>
                  <a:path w="657463" h="492828">
                    <a:moveTo>
                      <a:pt x="0" y="39485"/>
                    </a:moveTo>
                    <a:lnTo>
                      <a:pt x="184609" y="0"/>
                    </a:lnTo>
                    <a:lnTo>
                      <a:pt x="657464" y="372621"/>
                    </a:lnTo>
                    <a:cubicBezTo>
                      <a:pt x="657464" y="372621"/>
                      <a:pt x="262284" y="459718"/>
                      <a:pt x="102433" y="492829"/>
                    </a:cubicBezTo>
                  </a:path>
                </a:pathLst>
              </a:custGeom>
              <a:solidFill>
                <a:srgbClr val="000000">
                  <a:alpha val="10000"/>
                </a:srgbClr>
              </a:solidFill>
              <a:ln cap="flat">
                <a:prstDash val="solid"/>
              </a:ln>
            </p:spPr>
            <p:txBody>
              <a:bodyPr vert="horz" lIns="91440" tIns="45720" rIns="91440" bIns="45720" anchor="ctr">
                <a:normAutofit fontScale="85000" lnSpcReduction="20000"/>
              </a:bodyPr>
              <a:lstStyle/>
              <a:p>
                <a:pPr marL="0" algn="l"/>
                <a:endParaRPr/>
              </a:p>
            </p:txBody>
          </p:sp>
          <p:sp>
            <p:nvSpPr>
              <p:cNvPr id="121" name="Freeform 47">
                <a:extLst>
                  <a:ext uri="{FF2B5EF4-FFF2-40B4-BE49-F238E27FC236}">
                    <a16:creationId xmlns:a16="http://schemas.microsoft.com/office/drawing/2014/main" id="{7D41D043-0890-1BF8-600F-298EC2507C06}"/>
                  </a:ext>
                </a:extLst>
              </p:cNvPr>
              <p:cNvSpPr/>
              <p:nvPr/>
            </p:nvSpPr>
            <p:spPr>
              <a:xfrm>
                <a:off x="3571633" y="1358410"/>
                <a:ext cx="281936" cy="477952"/>
              </a:xfrm>
              <a:custGeom>
                <a:avLst/>
                <a:gdLst/>
                <a:ahLst/>
                <a:cxnLst/>
                <a:rect l="l" t="t" r="r" b="b"/>
                <a:pathLst>
                  <a:path w="281936" h="477952">
                    <a:moveTo>
                      <a:pt x="281937" y="438120"/>
                    </a:moveTo>
                    <a:lnTo>
                      <a:pt x="95708" y="477952"/>
                    </a:lnTo>
                    <a:lnTo>
                      <a:pt x="0" y="30485"/>
                    </a:lnTo>
                    <a:lnTo>
                      <a:pt x="137340" y="1116"/>
                    </a:lnTo>
                    <a:cubicBezTo>
                      <a:pt x="164339" y="-4658"/>
                      <a:pt x="190910" y="12547"/>
                      <a:pt x="196683" y="39550"/>
                    </a:cubicBezTo>
                    <a:lnTo>
                      <a:pt x="281937" y="438120"/>
                    </a:lnTo>
                    <a:close/>
                  </a:path>
                </a:pathLst>
              </a:custGeom>
              <a:solidFill>
                <a:srgbClr val="000000">
                  <a:alpha val="10000"/>
                </a:srgbClr>
              </a:solidFill>
              <a:ln cap="flat">
                <a:prstDash val="solid"/>
              </a:ln>
            </p:spPr>
            <p:txBody>
              <a:bodyPr vert="horz" lIns="91440" tIns="45720" rIns="91440" bIns="45720" anchor="ctr">
                <a:normAutofit fontScale="85000" lnSpcReduction="20000"/>
              </a:bodyPr>
              <a:lstStyle/>
              <a:p>
                <a:pPr marL="0" algn="l"/>
                <a:endParaRPr/>
              </a:p>
            </p:txBody>
          </p:sp>
        </p:grpSp>
        <p:grpSp>
          <p:nvGrpSpPr>
            <p:cNvPr id="9" name="Group 48">
              <a:extLst>
                <a:ext uri="{FF2B5EF4-FFF2-40B4-BE49-F238E27FC236}">
                  <a16:creationId xmlns:a16="http://schemas.microsoft.com/office/drawing/2014/main" id="{0B1F40E2-88DF-BECA-A9B6-473E1519FB33}"/>
                </a:ext>
              </a:extLst>
            </p:cNvPr>
            <p:cNvGrpSpPr/>
            <p:nvPr/>
          </p:nvGrpSpPr>
          <p:grpSpPr>
            <a:xfrm>
              <a:off x="1808611" y="2154894"/>
              <a:ext cx="300966" cy="637812"/>
              <a:chOff x="2966156" y="3955034"/>
              <a:chExt cx="685732" cy="1453212"/>
            </a:xfrm>
          </p:grpSpPr>
          <p:grpSp>
            <p:nvGrpSpPr>
              <p:cNvPr id="76" name="Group 49">
                <a:extLst>
                  <a:ext uri="{FF2B5EF4-FFF2-40B4-BE49-F238E27FC236}">
                    <a16:creationId xmlns:a16="http://schemas.microsoft.com/office/drawing/2014/main" id="{BF67B89D-79F1-DABD-C632-3EBCB3E6E6AE}"/>
                  </a:ext>
                </a:extLst>
              </p:cNvPr>
              <p:cNvGrpSpPr/>
              <p:nvPr/>
            </p:nvGrpSpPr>
            <p:grpSpPr>
              <a:xfrm>
                <a:off x="2966156" y="4185473"/>
                <a:ext cx="243198" cy="851981"/>
                <a:chOff x="2966156" y="4185473"/>
                <a:chExt cx="243198" cy="851981"/>
              </a:xfrm>
            </p:grpSpPr>
            <p:sp>
              <p:nvSpPr>
                <p:cNvPr id="94" name="Freeform 50">
                  <a:extLst>
                    <a:ext uri="{FF2B5EF4-FFF2-40B4-BE49-F238E27FC236}">
                      <a16:creationId xmlns:a16="http://schemas.microsoft.com/office/drawing/2014/main" id="{D38874DD-6490-26DC-13E2-EF52EEC01B0A}"/>
                    </a:ext>
                  </a:extLst>
                </p:cNvPr>
                <p:cNvSpPr/>
                <p:nvPr/>
              </p:nvSpPr>
              <p:spPr>
                <a:xfrm>
                  <a:off x="3152760" y="4922272"/>
                  <a:ext cx="41947" cy="115182"/>
                </a:xfrm>
                <a:custGeom>
                  <a:avLst/>
                  <a:gdLst/>
                  <a:ahLst/>
                  <a:cxnLst/>
                  <a:rect l="l" t="t" r="r" b="b"/>
                  <a:pathLst>
                    <a:path w="41947" h="115182">
                      <a:moveTo>
                        <a:pt x="32935" y="114941"/>
                      </a:moveTo>
                      <a:lnTo>
                        <a:pt x="32935" y="114941"/>
                      </a:lnTo>
                      <a:cubicBezTo>
                        <a:pt x="26814" y="116218"/>
                        <a:pt x="20818" y="112292"/>
                        <a:pt x="19541" y="106167"/>
                      </a:cubicBezTo>
                      <a:lnTo>
                        <a:pt x="240" y="13636"/>
                      </a:lnTo>
                      <a:cubicBezTo>
                        <a:pt x="-1033" y="7515"/>
                        <a:pt x="2893" y="1518"/>
                        <a:pt x="9014" y="241"/>
                      </a:cubicBezTo>
                      <a:lnTo>
                        <a:pt x="9014" y="241"/>
                      </a:lnTo>
                      <a:cubicBezTo>
                        <a:pt x="15134" y="-1036"/>
                        <a:pt x="21131" y="2890"/>
                        <a:pt x="22408" y="9015"/>
                      </a:cubicBezTo>
                      <a:lnTo>
                        <a:pt x="41705" y="101542"/>
                      </a:lnTo>
                      <a:cubicBezTo>
                        <a:pt x="42986" y="107667"/>
                        <a:pt x="39056" y="113664"/>
                        <a:pt x="32935" y="114941"/>
                      </a:cubicBezTo>
                      <a:close/>
                    </a:path>
                  </a:pathLst>
                </a:custGeom>
                <a:solidFill>
                  <a:srgbClr val="00A3D5"/>
                </a:solidFill>
                <a:ln cap="flat">
                  <a:prstDash val="solid"/>
                </a:ln>
              </p:spPr>
              <p:txBody>
                <a:bodyPr vert="horz" lIns="91440" tIns="45720" rIns="91440" bIns="45720" anchor="ctr">
                  <a:normAutofit fontScale="25000" lnSpcReduction="20000"/>
                </a:bodyPr>
                <a:lstStyle/>
                <a:p>
                  <a:pPr marL="0" algn="l"/>
                  <a:endParaRPr/>
                </a:p>
              </p:txBody>
            </p:sp>
            <p:sp>
              <p:nvSpPr>
                <p:cNvPr id="95" name="Freeform 51">
                  <a:extLst>
                    <a:ext uri="{FF2B5EF4-FFF2-40B4-BE49-F238E27FC236}">
                      <a16:creationId xmlns:a16="http://schemas.microsoft.com/office/drawing/2014/main" id="{5B67C504-7EE7-8BB2-CD15-1BBC5537DA2C}"/>
                    </a:ext>
                  </a:extLst>
                </p:cNvPr>
                <p:cNvSpPr/>
                <p:nvPr/>
              </p:nvSpPr>
              <p:spPr>
                <a:xfrm>
                  <a:off x="2983287" y="4185473"/>
                  <a:ext cx="85687" cy="173358"/>
                </a:xfrm>
                <a:custGeom>
                  <a:avLst/>
                  <a:gdLst/>
                  <a:ahLst/>
                  <a:cxnLst/>
                  <a:rect l="l" t="t" r="r" b="b"/>
                  <a:pathLst>
                    <a:path w="85687" h="173358">
                      <a:moveTo>
                        <a:pt x="60786" y="172700"/>
                      </a:moveTo>
                      <a:lnTo>
                        <a:pt x="60786" y="172700"/>
                      </a:lnTo>
                      <a:cubicBezTo>
                        <a:pt x="43937" y="176215"/>
                        <a:pt x="27276" y="165302"/>
                        <a:pt x="23761" y="148457"/>
                      </a:cubicBezTo>
                      <a:lnTo>
                        <a:pt x="658" y="37683"/>
                      </a:lnTo>
                      <a:cubicBezTo>
                        <a:pt x="-2856" y="20838"/>
                        <a:pt x="8057" y="4173"/>
                        <a:pt x="24901" y="659"/>
                      </a:cubicBezTo>
                      <a:lnTo>
                        <a:pt x="24901" y="659"/>
                      </a:lnTo>
                      <a:cubicBezTo>
                        <a:pt x="41746" y="-2856"/>
                        <a:pt x="58411" y="8052"/>
                        <a:pt x="61922" y="24906"/>
                      </a:cubicBezTo>
                      <a:lnTo>
                        <a:pt x="85029" y="135680"/>
                      </a:lnTo>
                      <a:cubicBezTo>
                        <a:pt x="88544" y="152525"/>
                        <a:pt x="77635" y="169185"/>
                        <a:pt x="60786" y="172700"/>
                      </a:cubicBezTo>
                      <a:close/>
                    </a:path>
                  </a:pathLst>
                </a:custGeom>
                <a:solidFill>
                  <a:srgbClr val="00A3D5"/>
                </a:solidFill>
                <a:ln cap="flat">
                  <a:prstDash val="solid"/>
                </a:ln>
              </p:spPr>
              <p:txBody>
                <a:bodyPr vert="horz" lIns="91440" tIns="45720" rIns="91440" bIns="45720" anchor="ctr">
                  <a:normAutofit fontScale="25000" lnSpcReduction="20000"/>
                </a:bodyPr>
                <a:lstStyle/>
                <a:p>
                  <a:pPr marL="0" algn="l"/>
                  <a:endParaRPr/>
                </a:p>
              </p:txBody>
            </p:sp>
            <p:sp>
              <p:nvSpPr>
                <p:cNvPr id="96" name="Freeform 52">
                  <a:extLst>
                    <a:ext uri="{FF2B5EF4-FFF2-40B4-BE49-F238E27FC236}">
                      <a16:creationId xmlns:a16="http://schemas.microsoft.com/office/drawing/2014/main" id="{7A99E5AD-2F71-B79E-6EC7-F39E57CC7ABD}"/>
                    </a:ext>
                  </a:extLst>
                </p:cNvPr>
                <p:cNvSpPr/>
                <p:nvPr/>
              </p:nvSpPr>
              <p:spPr>
                <a:xfrm>
                  <a:off x="3113769" y="4811077"/>
                  <a:ext cx="85686" cy="173357"/>
                </a:xfrm>
                <a:custGeom>
                  <a:avLst/>
                  <a:gdLst/>
                  <a:ahLst/>
                  <a:cxnLst/>
                  <a:rect l="l" t="t" r="r" b="b"/>
                  <a:pathLst>
                    <a:path w="85686" h="173357">
                      <a:moveTo>
                        <a:pt x="60782" y="172700"/>
                      </a:moveTo>
                      <a:lnTo>
                        <a:pt x="60782" y="172700"/>
                      </a:lnTo>
                      <a:cubicBezTo>
                        <a:pt x="43937" y="176211"/>
                        <a:pt x="27276" y="165302"/>
                        <a:pt x="23761" y="148453"/>
                      </a:cubicBezTo>
                      <a:lnTo>
                        <a:pt x="658" y="37679"/>
                      </a:lnTo>
                      <a:cubicBezTo>
                        <a:pt x="-2856" y="20829"/>
                        <a:pt x="8057" y="4173"/>
                        <a:pt x="24901" y="659"/>
                      </a:cubicBezTo>
                      <a:lnTo>
                        <a:pt x="24901" y="659"/>
                      </a:lnTo>
                      <a:cubicBezTo>
                        <a:pt x="41746" y="-2856"/>
                        <a:pt x="58407" y="8052"/>
                        <a:pt x="61922" y="24902"/>
                      </a:cubicBezTo>
                      <a:lnTo>
                        <a:pt x="85029" y="135676"/>
                      </a:lnTo>
                      <a:cubicBezTo>
                        <a:pt x="88539" y="152525"/>
                        <a:pt x="77631" y="169185"/>
                        <a:pt x="60782" y="172700"/>
                      </a:cubicBezTo>
                      <a:close/>
                    </a:path>
                  </a:pathLst>
                </a:custGeom>
                <a:solidFill>
                  <a:srgbClr val="00A3D5"/>
                </a:solidFill>
                <a:ln cap="flat">
                  <a:prstDash val="solid"/>
                </a:ln>
              </p:spPr>
              <p:txBody>
                <a:bodyPr vert="horz" lIns="91440" tIns="45720" rIns="91440" bIns="45720" anchor="ctr">
                  <a:normAutofit fontScale="25000" lnSpcReduction="20000"/>
                </a:bodyPr>
                <a:lstStyle/>
                <a:p>
                  <a:pPr marL="0" algn="l"/>
                  <a:endParaRPr/>
                </a:p>
              </p:txBody>
            </p:sp>
            <p:sp>
              <p:nvSpPr>
                <p:cNvPr id="97" name="Freeform 53">
                  <a:extLst>
                    <a:ext uri="{FF2B5EF4-FFF2-40B4-BE49-F238E27FC236}">
                      <a16:creationId xmlns:a16="http://schemas.microsoft.com/office/drawing/2014/main" id="{E5A48CF6-5840-7828-6246-4F0585D958E4}"/>
                    </a:ext>
                  </a:extLst>
                </p:cNvPr>
                <p:cNvSpPr/>
                <p:nvPr/>
              </p:nvSpPr>
              <p:spPr>
                <a:xfrm>
                  <a:off x="2966156" y="4264268"/>
                  <a:ext cx="236311" cy="638426"/>
                </a:xfrm>
                <a:custGeom>
                  <a:avLst/>
                  <a:gdLst/>
                  <a:ahLst/>
                  <a:cxnLst/>
                  <a:rect l="l" t="t" r="r" b="b"/>
                  <a:pathLst>
                    <a:path w="236311" h="638426">
                      <a:moveTo>
                        <a:pt x="94522" y="679"/>
                      </a:moveTo>
                      <a:lnTo>
                        <a:pt x="25436" y="15089"/>
                      </a:lnTo>
                      <a:cubicBezTo>
                        <a:pt x="8163" y="18694"/>
                        <a:pt x="-2922" y="35616"/>
                        <a:pt x="679" y="52894"/>
                      </a:cubicBezTo>
                      <a:lnTo>
                        <a:pt x="59392" y="334415"/>
                      </a:lnTo>
                      <a:lnTo>
                        <a:pt x="132588" y="614547"/>
                      </a:lnTo>
                      <a:cubicBezTo>
                        <a:pt x="136891" y="631019"/>
                        <a:pt x="153359" y="641225"/>
                        <a:pt x="170024" y="637748"/>
                      </a:cubicBezTo>
                      <a:lnTo>
                        <a:pt x="210881" y="629227"/>
                      </a:lnTo>
                      <a:cubicBezTo>
                        <a:pt x="227550" y="625751"/>
                        <a:pt x="238561" y="609815"/>
                        <a:pt x="235921" y="592996"/>
                      </a:cubicBezTo>
                      <a:lnTo>
                        <a:pt x="191035" y="306962"/>
                      </a:lnTo>
                      <a:lnTo>
                        <a:pt x="132322" y="25440"/>
                      </a:lnTo>
                      <a:cubicBezTo>
                        <a:pt x="128722" y="8158"/>
                        <a:pt x="111795" y="-2922"/>
                        <a:pt x="94522" y="679"/>
                      </a:cubicBezTo>
                      <a:close/>
                    </a:path>
                  </a:pathLst>
                </a:custGeom>
                <a:solidFill>
                  <a:srgbClr val="6DC9F0"/>
                </a:solidFill>
                <a:ln cap="flat">
                  <a:prstDash val="solid"/>
                </a:ln>
              </p:spPr>
              <p:txBody>
                <a:bodyPr vert="horz" lIns="91440" tIns="45720" rIns="91440" bIns="45720" anchor="ctr">
                  <a:normAutofit/>
                </a:bodyPr>
                <a:lstStyle/>
                <a:p>
                  <a:pPr marL="0" algn="l"/>
                  <a:endParaRPr/>
                </a:p>
              </p:txBody>
            </p:sp>
            <p:sp>
              <p:nvSpPr>
                <p:cNvPr id="98" name="Freeform 54">
                  <a:extLst>
                    <a:ext uri="{FF2B5EF4-FFF2-40B4-BE49-F238E27FC236}">
                      <a16:creationId xmlns:a16="http://schemas.microsoft.com/office/drawing/2014/main" id="{C121A81D-CE52-376B-63F7-4584D3D51F1E}"/>
                    </a:ext>
                  </a:extLst>
                </p:cNvPr>
                <p:cNvSpPr/>
                <p:nvPr/>
              </p:nvSpPr>
              <p:spPr>
                <a:xfrm>
                  <a:off x="3018637" y="4555029"/>
                  <a:ext cx="145471" cy="59849"/>
                </a:xfrm>
                <a:custGeom>
                  <a:avLst/>
                  <a:gdLst/>
                  <a:ahLst/>
                  <a:cxnLst/>
                  <a:rect l="l" t="t" r="r" b="b"/>
                  <a:pathLst>
                    <a:path w="145471" h="59849">
                      <a:moveTo>
                        <a:pt x="130634" y="36890"/>
                      </a:moveTo>
                      <a:lnTo>
                        <a:pt x="22449" y="59453"/>
                      </a:lnTo>
                      <a:cubicBezTo>
                        <a:pt x="12372" y="61553"/>
                        <a:pt x="2496" y="55090"/>
                        <a:pt x="396" y="45013"/>
                      </a:cubicBezTo>
                      <a:lnTo>
                        <a:pt x="396" y="45013"/>
                      </a:lnTo>
                      <a:cubicBezTo>
                        <a:pt x="-1704" y="34932"/>
                        <a:pt x="4759" y="25060"/>
                        <a:pt x="14836" y="22960"/>
                      </a:cubicBezTo>
                      <a:lnTo>
                        <a:pt x="123021" y="397"/>
                      </a:lnTo>
                      <a:cubicBezTo>
                        <a:pt x="133098" y="-1708"/>
                        <a:pt x="142970" y="4760"/>
                        <a:pt x="145074" y="14837"/>
                      </a:cubicBezTo>
                      <a:lnTo>
                        <a:pt x="145074" y="14837"/>
                      </a:lnTo>
                      <a:cubicBezTo>
                        <a:pt x="147179" y="24915"/>
                        <a:pt x="140711" y="34790"/>
                        <a:pt x="130634" y="36890"/>
                      </a:cubicBezTo>
                      <a:close/>
                    </a:path>
                  </a:pathLst>
                </a:custGeom>
                <a:solidFill>
                  <a:srgbClr val="00A3D5"/>
                </a:solidFill>
                <a:ln cap="flat">
                  <a:prstDash val="solid"/>
                </a:ln>
              </p:spPr>
              <p:txBody>
                <a:bodyPr vert="horz" lIns="91440" tIns="45720" rIns="91440" bIns="45720" anchor="ctr">
                  <a:normAutofit fontScale="25000" lnSpcReduction="20000"/>
                </a:bodyPr>
                <a:lstStyle/>
                <a:p>
                  <a:pPr marL="0" algn="l"/>
                  <a:endParaRPr/>
                </a:p>
              </p:txBody>
            </p:sp>
            <p:sp>
              <p:nvSpPr>
                <p:cNvPr id="99" name="Freeform 55">
                  <a:extLst>
                    <a:ext uri="{FF2B5EF4-FFF2-40B4-BE49-F238E27FC236}">
                      <a16:creationId xmlns:a16="http://schemas.microsoft.com/office/drawing/2014/main" id="{179DEA29-C178-EBA6-596F-859F38A54C28}"/>
                    </a:ext>
                  </a:extLst>
                </p:cNvPr>
                <p:cNvSpPr/>
                <p:nvPr/>
              </p:nvSpPr>
              <p:spPr>
                <a:xfrm>
                  <a:off x="3124616" y="4248878"/>
                  <a:ext cx="84739" cy="295168"/>
                </a:xfrm>
                <a:custGeom>
                  <a:avLst/>
                  <a:gdLst/>
                  <a:ahLst/>
                  <a:cxnLst/>
                  <a:rect l="l" t="t" r="r" b="b"/>
                  <a:pathLst>
                    <a:path w="84739" h="295168">
                      <a:moveTo>
                        <a:pt x="73085" y="294860"/>
                      </a:moveTo>
                      <a:lnTo>
                        <a:pt x="73085" y="294860"/>
                      </a:lnTo>
                      <a:cubicBezTo>
                        <a:pt x="65202" y="296506"/>
                        <a:pt x="57406" y="291396"/>
                        <a:pt x="55760" y="283514"/>
                      </a:cubicBezTo>
                      <a:lnTo>
                        <a:pt x="309" y="17634"/>
                      </a:lnTo>
                      <a:cubicBezTo>
                        <a:pt x="-1337" y="9747"/>
                        <a:pt x="3768" y="1950"/>
                        <a:pt x="11654" y="309"/>
                      </a:cubicBezTo>
                      <a:lnTo>
                        <a:pt x="11654" y="309"/>
                      </a:lnTo>
                      <a:cubicBezTo>
                        <a:pt x="19541" y="-1337"/>
                        <a:pt x="27338" y="3767"/>
                        <a:pt x="28979" y="11654"/>
                      </a:cubicBezTo>
                      <a:lnTo>
                        <a:pt x="84431" y="277535"/>
                      </a:lnTo>
                      <a:cubicBezTo>
                        <a:pt x="86076" y="285417"/>
                        <a:pt x="80972" y="293214"/>
                        <a:pt x="73085" y="294860"/>
                      </a:cubicBezTo>
                      <a:close/>
                    </a:path>
                  </a:pathLst>
                </a:custGeom>
                <a:solidFill>
                  <a:srgbClr val="00A3D5"/>
                </a:solidFill>
                <a:ln cap="flat">
                  <a:prstDash val="solid"/>
                </a:ln>
              </p:spPr>
              <p:txBody>
                <a:bodyPr vert="horz" lIns="91440" tIns="45720" rIns="91440" bIns="45720" anchor="ctr">
                  <a:normAutofit fontScale="32500" lnSpcReduction="20000"/>
                </a:bodyPr>
                <a:lstStyle/>
                <a:p>
                  <a:pPr marL="0" algn="l"/>
                  <a:endParaRPr/>
                </a:p>
              </p:txBody>
            </p:sp>
            <p:sp>
              <p:nvSpPr>
                <p:cNvPr id="100" name="Freeform 56">
                  <a:extLst>
                    <a:ext uri="{FF2B5EF4-FFF2-40B4-BE49-F238E27FC236}">
                      <a16:creationId xmlns:a16="http://schemas.microsoft.com/office/drawing/2014/main" id="{C545CB5E-71F7-CE25-3859-51128758077F}"/>
                    </a:ext>
                  </a:extLst>
                </p:cNvPr>
                <p:cNvSpPr/>
                <p:nvPr/>
              </p:nvSpPr>
              <p:spPr>
                <a:xfrm rot="-706981">
                  <a:off x="3106189" y="4285647"/>
                  <a:ext cx="30620" cy="79880"/>
                </a:xfrm>
                <a:custGeom>
                  <a:avLst/>
                  <a:gdLst/>
                  <a:ahLst/>
                  <a:cxnLst/>
                  <a:rect l="l" t="t" r="r" b="b"/>
                  <a:pathLst>
                    <a:path w="30620" h="79880">
                      <a:moveTo>
                        <a:pt x="0" y="0"/>
                      </a:moveTo>
                      <a:lnTo>
                        <a:pt x="30620" y="0"/>
                      </a:lnTo>
                      <a:lnTo>
                        <a:pt x="30620" y="79881"/>
                      </a:lnTo>
                      <a:lnTo>
                        <a:pt x="0" y="79881"/>
                      </a:lnTo>
                      <a:close/>
                    </a:path>
                  </a:pathLst>
                </a:custGeom>
                <a:solidFill>
                  <a:srgbClr val="6DC9F0"/>
                </a:solidFill>
                <a:ln cap="flat">
                  <a:prstDash val="solid"/>
                </a:ln>
              </p:spPr>
              <p:txBody>
                <a:bodyPr vert="horz" lIns="91440" tIns="45720" rIns="91440" bIns="45720" anchor="ctr">
                  <a:normAutofit fontScale="25000" lnSpcReduction="20000"/>
                </a:bodyPr>
                <a:lstStyle/>
                <a:p>
                  <a:pPr marL="0" algn="l"/>
                  <a:endParaRPr/>
                </a:p>
              </p:txBody>
            </p:sp>
          </p:grpSp>
          <p:grpSp>
            <p:nvGrpSpPr>
              <p:cNvPr id="77" name="Group 57">
                <a:extLst>
                  <a:ext uri="{FF2B5EF4-FFF2-40B4-BE49-F238E27FC236}">
                    <a16:creationId xmlns:a16="http://schemas.microsoft.com/office/drawing/2014/main" id="{4ACDCA43-B635-E634-8DDF-CEFDAAC09438}"/>
                  </a:ext>
                </a:extLst>
              </p:cNvPr>
              <p:cNvGrpSpPr/>
              <p:nvPr/>
            </p:nvGrpSpPr>
            <p:grpSpPr>
              <a:xfrm>
                <a:off x="3173226" y="3955034"/>
                <a:ext cx="182178" cy="1037452"/>
                <a:chOff x="3173226" y="3955034"/>
                <a:chExt cx="182178" cy="1037452"/>
              </a:xfrm>
            </p:grpSpPr>
            <p:sp>
              <p:nvSpPr>
                <p:cNvPr id="88" name="Freeform 58">
                  <a:extLst>
                    <a:ext uri="{FF2B5EF4-FFF2-40B4-BE49-F238E27FC236}">
                      <a16:creationId xmlns:a16="http://schemas.microsoft.com/office/drawing/2014/main" id="{AA50BFE0-E890-33CD-FE86-1B973405EED6}"/>
                    </a:ext>
                  </a:extLst>
                </p:cNvPr>
                <p:cNvSpPr/>
                <p:nvPr/>
              </p:nvSpPr>
              <p:spPr>
                <a:xfrm rot="176431">
                  <a:off x="3192515" y="4092504"/>
                  <a:ext cx="141975" cy="674701"/>
                </a:xfrm>
                <a:custGeom>
                  <a:avLst/>
                  <a:gdLst/>
                  <a:ahLst/>
                  <a:cxnLst/>
                  <a:rect l="l" t="t" r="r" b="b"/>
                  <a:pathLst>
                    <a:path w="141975" h="674701">
                      <a:moveTo>
                        <a:pt x="0" y="0"/>
                      </a:moveTo>
                      <a:lnTo>
                        <a:pt x="141976" y="0"/>
                      </a:lnTo>
                      <a:lnTo>
                        <a:pt x="141976" y="674701"/>
                      </a:lnTo>
                      <a:lnTo>
                        <a:pt x="0" y="674701"/>
                      </a:lnTo>
                      <a:close/>
                    </a:path>
                  </a:pathLst>
                </a:custGeom>
                <a:solidFill>
                  <a:srgbClr val="FFC73C"/>
                </a:solidFill>
                <a:ln cap="flat">
                  <a:prstDash val="solid"/>
                </a:ln>
              </p:spPr>
              <p:txBody>
                <a:bodyPr vert="horz" lIns="91440" tIns="45720" rIns="91440" bIns="45720" anchor="ctr">
                  <a:normAutofit/>
                </a:bodyPr>
                <a:lstStyle/>
                <a:p>
                  <a:pPr marL="0" algn="l"/>
                  <a:endParaRPr/>
                </a:p>
              </p:txBody>
            </p:sp>
            <p:sp>
              <p:nvSpPr>
                <p:cNvPr id="89" name="Freeform 59">
                  <a:extLst>
                    <a:ext uri="{FF2B5EF4-FFF2-40B4-BE49-F238E27FC236}">
                      <a16:creationId xmlns:a16="http://schemas.microsoft.com/office/drawing/2014/main" id="{7638A2F6-42E6-57D3-44C0-3DB280652453}"/>
                    </a:ext>
                  </a:extLst>
                </p:cNvPr>
                <p:cNvSpPr/>
                <p:nvPr/>
              </p:nvSpPr>
              <p:spPr>
                <a:xfrm rot="176088">
                  <a:off x="3225246" y="4092212"/>
                  <a:ext cx="77303" cy="674697"/>
                </a:xfrm>
                <a:custGeom>
                  <a:avLst/>
                  <a:gdLst/>
                  <a:ahLst/>
                  <a:cxnLst/>
                  <a:rect l="l" t="t" r="r" b="b"/>
                  <a:pathLst>
                    <a:path w="77303" h="674697">
                      <a:moveTo>
                        <a:pt x="0" y="0"/>
                      </a:moveTo>
                      <a:lnTo>
                        <a:pt x="77303" y="0"/>
                      </a:lnTo>
                      <a:lnTo>
                        <a:pt x="77303" y="674698"/>
                      </a:lnTo>
                      <a:lnTo>
                        <a:pt x="0" y="674698"/>
                      </a:lnTo>
                      <a:close/>
                    </a:path>
                  </a:pathLst>
                </a:custGeom>
                <a:solidFill>
                  <a:srgbClr val="FFFFFF">
                    <a:alpha val="30000"/>
                  </a:srgbClr>
                </a:solidFill>
                <a:ln cap="flat">
                  <a:prstDash val="solid"/>
                </a:ln>
              </p:spPr>
              <p:txBody>
                <a:bodyPr vert="horz" lIns="91440" tIns="45720" rIns="91440" bIns="45720" anchor="ctr">
                  <a:normAutofit/>
                </a:bodyPr>
                <a:lstStyle/>
                <a:p>
                  <a:pPr marL="0" algn="l"/>
                  <a:endParaRPr/>
                </a:p>
              </p:txBody>
            </p:sp>
            <p:sp>
              <p:nvSpPr>
                <p:cNvPr id="90" name="Freeform 60">
                  <a:extLst>
                    <a:ext uri="{FF2B5EF4-FFF2-40B4-BE49-F238E27FC236}">
                      <a16:creationId xmlns:a16="http://schemas.microsoft.com/office/drawing/2014/main" id="{AE8AAD33-70F2-96AD-F500-2239DC5C0269}"/>
                    </a:ext>
                  </a:extLst>
                </p:cNvPr>
                <p:cNvSpPr/>
                <p:nvPr/>
              </p:nvSpPr>
              <p:spPr>
                <a:xfrm>
                  <a:off x="3173226" y="4762786"/>
                  <a:ext cx="144052" cy="229699"/>
                </a:xfrm>
                <a:custGeom>
                  <a:avLst/>
                  <a:gdLst/>
                  <a:ahLst/>
                  <a:cxnLst/>
                  <a:rect l="l" t="t" r="r" b="b"/>
                  <a:pathLst>
                    <a:path w="144052" h="229699">
                      <a:moveTo>
                        <a:pt x="60432" y="229700"/>
                      </a:moveTo>
                      <a:lnTo>
                        <a:pt x="144052" y="7389"/>
                      </a:lnTo>
                      <a:lnTo>
                        <a:pt x="0" y="0"/>
                      </a:lnTo>
                      <a:close/>
                    </a:path>
                  </a:pathLst>
                </a:custGeom>
                <a:solidFill>
                  <a:srgbClr val="0B2D4E"/>
                </a:solidFill>
                <a:ln cap="flat">
                  <a:prstDash val="solid"/>
                </a:ln>
              </p:spPr>
              <p:txBody>
                <a:bodyPr vert="horz" lIns="91440" tIns="45720" rIns="91440" bIns="45720" anchor="ctr">
                  <a:normAutofit fontScale="25000" lnSpcReduction="20000"/>
                </a:bodyPr>
                <a:lstStyle/>
                <a:p>
                  <a:pPr marL="0" algn="l"/>
                  <a:endParaRPr/>
                </a:p>
              </p:txBody>
            </p:sp>
            <p:sp>
              <p:nvSpPr>
                <p:cNvPr id="91" name="Freeform 61">
                  <a:extLst>
                    <a:ext uri="{FF2B5EF4-FFF2-40B4-BE49-F238E27FC236}">
                      <a16:creationId xmlns:a16="http://schemas.microsoft.com/office/drawing/2014/main" id="{977D9D54-4564-0459-28E5-51240E2410CD}"/>
                    </a:ext>
                  </a:extLst>
                </p:cNvPr>
                <p:cNvSpPr/>
                <p:nvPr/>
              </p:nvSpPr>
              <p:spPr>
                <a:xfrm>
                  <a:off x="3173226" y="4762786"/>
                  <a:ext cx="144052" cy="113744"/>
                </a:xfrm>
                <a:custGeom>
                  <a:avLst/>
                  <a:gdLst/>
                  <a:ahLst/>
                  <a:cxnLst/>
                  <a:rect l="l" t="t" r="r" b="b"/>
                  <a:pathLst>
                    <a:path w="144052" h="113744">
                      <a:moveTo>
                        <a:pt x="104049" y="113744"/>
                      </a:moveTo>
                      <a:lnTo>
                        <a:pt x="144052" y="7394"/>
                      </a:lnTo>
                      <a:lnTo>
                        <a:pt x="0" y="0"/>
                      </a:lnTo>
                      <a:lnTo>
                        <a:pt x="28911" y="109886"/>
                      </a:lnTo>
                      <a:close/>
                    </a:path>
                  </a:pathLst>
                </a:custGeom>
                <a:solidFill>
                  <a:srgbClr val="FFE9CC"/>
                </a:solidFill>
                <a:ln cap="flat">
                  <a:prstDash val="solid"/>
                </a:ln>
              </p:spPr>
              <p:txBody>
                <a:bodyPr vert="horz" lIns="91440" tIns="45720" rIns="91440" bIns="45720" anchor="ctr">
                  <a:normAutofit fontScale="25000" lnSpcReduction="20000"/>
                </a:bodyPr>
                <a:lstStyle/>
                <a:p>
                  <a:pPr marL="0" algn="l"/>
                  <a:endParaRPr/>
                </a:p>
              </p:txBody>
            </p:sp>
            <p:sp>
              <p:nvSpPr>
                <p:cNvPr id="92" name="Freeform 62">
                  <a:extLst>
                    <a:ext uri="{FF2B5EF4-FFF2-40B4-BE49-F238E27FC236}">
                      <a16:creationId xmlns:a16="http://schemas.microsoft.com/office/drawing/2014/main" id="{4E327955-9A08-6279-D46C-9EBE11D64CB3}"/>
                    </a:ext>
                  </a:extLst>
                </p:cNvPr>
                <p:cNvSpPr/>
                <p:nvPr/>
              </p:nvSpPr>
              <p:spPr>
                <a:xfrm rot="176431">
                  <a:off x="3211620" y="4022716"/>
                  <a:ext cx="141975" cy="70282"/>
                </a:xfrm>
                <a:custGeom>
                  <a:avLst/>
                  <a:gdLst/>
                  <a:ahLst/>
                  <a:cxnLst/>
                  <a:rect l="l" t="t" r="r" b="b"/>
                  <a:pathLst>
                    <a:path w="141975" h="70282">
                      <a:moveTo>
                        <a:pt x="0" y="0"/>
                      </a:moveTo>
                      <a:lnTo>
                        <a:pt x="141976" y="0"/>
                      </a:lnTo>
                      <a:lnTo>
                        <a:pt x="141976" y="70283"/>
                      </a:lnTo>
                      <a:lnTo>
                        <a:pt x="0" y="70283"/>
                      </a:lnTo>
                      <a:close/>
                    </a:path>
                  </a:pathLst>
                </a:custGeom>
                <a:solidFill>
                  <a:srgbClr val="0B2D4E"/>
                </a:solidFill>
                <a:ln cap="flat">
                  <a:prstDash val="solid"/>
                </a:ln>
              </p:spPr>
              <p:txBody>
                <a:bodyPr vert="horz" lIns="91440" tIns="45720" rIns="91440" bIns="45720" anchor="ctr">
                  <a:normAutofit fontScale="25000" lnSpcReduction="20000"/>
                </a:bodyPr>
                <a:lstStyle/>
                <a:p>
                  <a:pPr marL="0" algn="l"/>
                  <a:endParaRPr/>
                </a:p>
              </p:txBody>
            </p:sp>
            <p:sp>
              <p:nvSpPr>
                <p:cNvPr id="93" name="Freeform 63">
                  <a:extLst>
                    <a:ext uri="{FF2B5EF4-FFF2-40B4-BE49-F238E27FC236}">
                      <a16:creationId xmlns:a16="http://schemas.microsoft.com/office/drawing/2014/main" id="{9CC7B4E3-1922-58BD-636D-3B0856FE4BBB}"/>
                    </a:ext>
                  </a:extLst>
                </p:cNvPr>
                <p:cNvSpPr/>
                <p:nvPr/>
              </p:nvSpPr>
              <p:spPr>
                <a:xfrm>
                  <a:off x="3213521" y="3955034"/>
                  <a:ext cx="141882" cy="73954"/>
                </a:xfrm>
                <a:custGeom>
                  <a:avLst/>
                  <a:gdLst/>
                  <a:ahLst/>
                  <a:cxnLst/>
                  <a:rect l="l" t="t" r="r" b="b"/>
                  <a:pathLst>
                    <a:path w="141882" h="73954">
                      <a:moveTo>
                        <a:pt x="141789" y="73955"/>
                      </a:moveTo>
                      <a:lnTo>
                        <a:pt x="0" y="66681"/>
                      </a:lnTo>
                      <a:lnTo>
                        <a:pt x="0" y="66681"/>
                      </a:lnTo>
                      <a:cubicBezTo>
                        <a:pt x="1989" y="27916"/>
                        <a:pt x="35023" y="-1895"/>
                        <a:pt x="73788" y="94"/>
                      </a:cubicBezTo>
                      <a:lnTo>
                        <a:pt x="75202" y="167"/>
                      </a:lnTo>
                      <a:cubicBezTo>
                        <a:pt x="113967" y="2156"/>
                        <a:pt x="143778" y="35190"/>
                        <a:pt x="141789" y="73955"/>
                      </a:cubicBezTo>
                      <a:lnTo>
                        <a:pt x="141789" y="73955"/>
                      </a:lnTo>
                      <a:close/>
                    </a:path>
                  </a:pathLst>
                </a:custGeom>
                <a:solidFill>
                  <a:srgbClr val="9B87FF"/>
                </a:solidFill>
                <a:ln cap="flat">
                  <a:prstDash val="solid"/>
                </a:ln>
              </p:spPr>
              <p:txBody>
                <a:bodyPr vert="horz" lIns="91440" tIns="45720" rIns="91440" bIns="45720" anchor="ctr">
                  <a:normAutofit fontScale="25000" lnSpcReduction="20000"/>
                </a:bodyPr>
                <a:lstStyle/>
                <a:p>
                  <a:pPr marL="0" algn="l"/>
                  <a:endParaRPr/>
                </a:p>
              </p:txBody>
            </p:sp>
          </p:grpSp>
          <p:grpSp>
            <p:nvGrpSpPr>
              <p:cNvPr id="78" name="Group 64">
                <a:extLst>
                  <a:ext uri="{FF2B5EF4-FFF2-40B4-BE49-F238E27FC236}">
                    <a16:creationId xmlns:a16="http://schemas.microsoft.com/office/drawing/2014/main" id="{4C1A552B-1FBB-669C-25CF-0E34178E119F}"/>
                  </a:ext>
                </a:extLst>
              </p:cNvPr>
              <p:cNvGrpSpPr/>
              <p:nvPr/>
            </p:nvGrpSpPr>
            <p:grpSpPr>
              <a:xfrm>
                <a:off x="3153888" y="4094063"/>
                <a:ext cx="498000" cy="969603"/>
                <a:chOff x="3153888" y="4094063"/>
                <a:chExt cx="498000" cy="969603"/>
              </a:xfrm>
            </p:grpSpPr>
            <p:sp>
              <p:nvSpPr>
                <p:cNvPr id="82" name="Freeform 65">
                  <a:extLst>
                    <a:ext uri="{FF2B5EF4-FFF2-40B4-BE49-F238E27FC236}">
                      <a16:creationId xmlns:a16="http://schemas.microsoft.com/office/drawing/2014/main" id="{98BF057A-10A7-69B1-196E-468E2D93605B}"/>
                    </a:ext>
                  </a:extLst>
                </p:cNvPr>
                <p:cNvSpPr/>
                <p:nvPr/>
              </p:nvSpPr>
              <p:spPr>
                <a:xfrm rot="-9313419">
                  <a:off x="3343588" y="4267685"/>
                  <a:ext cx="141981" cy="674731"/>
                </a:xfrm>
                <a:custGeom>
                  <a:avLst/>
                  <a:gdLst/>
                  <a:ahLst/>
                  <a:cxnLst/>
                  <a:rect l="l" t="t" r="r" b="b"/>
                  <a:pathLst>
                    <a:path w="141981" h="674731">
                      <a:moveTo>
                        <a:pt x="0" y="0"/>
                      </a:moveTo>
                      <a:lnTo>
                        <a:pt x="141981" y="0"/>
                      </a:lnTo>
                      <a:lnTo>
                        <a:pt x="141981" y="674731"/>
                      </a:lnTo>
                      <a:lnTo>
                        <a:pt x="0" y="674731"/>
                      </a:lnTo>
                      <a:close/>
                    </a:path>
                  </a:pathLst>
                </a:custGeom>
                <a:solidFill>
                  <a:srgbClr val="FFC73C"/>
                </a:solidFill>
                <a:ln cap="flat">
                  <a:prstDash val="solid"/>
                </a:ln>
              </p:spPr>
              <p:txBody>
                <a:bodyPr vert="horz" lIns="91440" tIns="45720" rIns="91440" bIns="45720" anchor="ctr">
                  <a:normAutofit/>
                </a:bodyPr>
                <a:lstStyle/>
                <a:p>
                  <a:pPr marL="0" algn="l"/>
                  <a:endParaRPr/>
                </a:p>
              </p:txBody>
            </p:sp>
            <p:sp>
              <p:nvSpPr>
                <p:cNvPr id="83" name="Freeform 66">
                  <a:extLst>
                    <a:ext uri="{FF2B5EF4-FFF2-40B4-BE49-F238E27FC236}">
                      <a16:creationId xmlns:a16="http://schemas.microsoft.com/office/drawing/2014/main" id="{316263DA-9325-AEFA-5210-C1C80E6212F7}"/>
                    </a:ext>
                  </a:extLst>
                </p:cNvPr>
                <p:cNvSpPr/>
                <p:nvPr/>
              </p:nvSpPr>
              <p:spPr>
                <a:xfrm rot="-9313275">
                  <a:off x="3376226" y="4268184"/>
                  <a:ext cx="77299" cy="674669"/>
                </a:xfrm>
                <a:custGeom>
                  <a:avLst/>
                  <a:gdLst/>
                  <a:ahLst/>
                  <a:cxnLst/>
                  <a:rect l="l" t="t" r="r" b="b"/>
                  <a:pathLst>
                    <a:path w="77299" h="674669">
                      <a:moveTo>
                        <a:pt x="0" y="0"/>
                      </a:moveTo>
                      <a:lnTo>
                        <a:pt x="77300" y="0"/>
                      </a:lnTo>
                      <a:lnTo>
                        <a:pt x="77300" y="674670"/>
                      </a:lnTo>
                      <a:lnTo>
                        <a:pt x="0" y="674670"/>
                      </a:lnTo>
                      <a:close/>
                    </a:path>
                  </a:pathLst>
                </a:custGeom>
                <a:solidFill>
                  <a:srgbClr val="FFFFFF">
                    <a:alpha val="30000"/>
                  </a:srgbClr>
                </a:solidFill>
                <a:ln cap="flat">
                  <a:prstDash val="solid"/>
                </a:ln>
              </p:spPr>
              <p:txBody>
                <a:bodyPr vert="horz" lIns="91440" tIns="45720" rIns="91440" bIns="45720" anchor="ctr">
                  <a:normAutofit/>
                </a:bodyPr>
                <a:lstStyle/>
                <a:p>
                  <a:pPr marL="0" algn="l"/>
                  <a:endParaRPr/>
                </a:p>
              </p:txBody>
            </p:sp>
            <p:sp>
              <p:nvSpPr>
                <p:cNvPr id="84" name="Freeform 67">
                  <a:extLst>
                    <a:ext uri="{FF2B5EF4-FFF2-40B4-BE49-F238E27FC236}">
                      <a16:creationId xmlns:a16="http://schemas.microsoft.com/office/drawing/2014/main" id="{CAE58A44-94AF-0442-8E6B-617A14C96E1C}"/>
                    </a:ext>
                  </a:extLst>
                </p:cNvPr>
                <p:cNvSpPr/>
                <p:nvPr/>
              </p:nvSpPr>
              <p:spPr>
                <a:xfrm>
                  <a:off x="3491566" y="4094063"/>
                  <a:ext cx="160322" cy="235696"/>
                </a:xfrm>
                <a:custGeom>
                  <a:avLst/>
                  <a:gdLst/>
                  <a:ahLst/>
                  <a:cxnLst/>
                  <a:rect l="l" t="t" r="r" b="b"/>
                  <a:pathLst>
                    <a:path w="160322" h="235696">
                      <a:moveTo>
                        <a:pt x="160323" y="0"/>
                      </a:moveTo>
                      <a:lnTo>
                        <a:pt x="0" y="175248"/>
                      </a:lnTo>
                      <a:lnTo>
                        <a:pt x="130962" y="235697"/>
                      </a:lnTo>
                      <a:close/>
                    </a:path>
                  </a:pathLst>
                </a:custGeom>
                <a:solidFill>
                  <a:srgbClr val="0B2D4E"/>
                </a:solidFill>
                <a:ln cap="flat">
                  <a:prstDash val="solid"/>
                </a:ln>
              </p:spPr>
              <p:txBody>
                <a:bodyPr vert="horz" lIns="91440" tIns="45720" rIns="91440" bIns="45720" anchor="ctr">
                  <a:normAutofit fontScale="25000" lnSpcReduction="20000"/>
                </a:bodyPr>
                <a:lstStyle/>
                <a:p>
                  <a:pPr marL="0" algn="l"/>
                  <a:endParaRPr/>
                </a:p>
              </p:txBody>
            </p:sp>
            <p:sp>
              <p:nvSpPr>
                <p:cNvPr id="85" name="Freeform 68">
                  <a:extLst>
                    <a:ext uri="{FF2B5EF4-FFF2-40B4-BE49-F238E27FC236}">
                      <a16:creationId xmlns:a16="http://schemas.microsoft.com/office/drawing/2014/main" id="{357F0821-FF95-AC70-709E-B7438D9E06F5}"/>
                    </a:ext>
                  </a:extLst>
                </p:cNvPr>
                <p:cNvSpPr/>
                <p:nvPr/>
              </p:nvSpPr>
              <p:spPr>
                <a:xfrm>
                  <a:off x="3491566" y="4185471"/>
                  <a:ext cx="145008" cy="144288"/>
                </a:xfrm>
                <a:custGeom>
                  <a:avLst/>
                  <a:gdLst/>
                  <a:ahLst/>
                  <a:cxnLst/>
                  <a:rect l="l" t="t" r="r" b="b"/>
                  <a:pathLst>
                    <a:path w="145008" h="144288">
                      <a:moveTo>
                        <a:pt x="76698" y="0"/>
                      </a:moveTo>
                      <a:lnTo>
                        <a:pt x="0" y="83839"/>
                      </a:lnTo>
                      <a:lnTo>
                        <a:pt x="130962" y="144288"/>
                      </a:lnTo>
                      <a:lnTo>
                        <a:pt x="145008" y="31534"/>
                      </a:lnTo>
                      <a:close/>
                    </a:path>
                  </a:pathLst>
                </a:custGeom>
                <a:solidFill>
                  <a:srgbClr val="FFE9CC"/>
                </a:solidFill>
                <a:ln cap="flat">
                  <a:prstDash val="solid"/>
                </a:ln>
              </p:spPr>
              <p:txBody>
                <a:bodyPr vert="horz" lIns="91440" tIns="45720" rIns="91440" bIns="45720" anchor="ctr">
                  <a:normAutofit fontScale="25000" lnSpcReduction="20000"/>
                </a:bodyPr>
                <a:lstStyle/>
                <a:p>
                  <a:pPr marL="0" algn="l"/>
                  <a:endParaRPr/>
                </a:p>
              </p:txBody>
            </p:sp>
            <p:sp>
              <p:nvSpPr>
                <p:cNvPr id="86" name="Freeform 69">
                  <a:extLst>
                    <a:ext uri="{FF2B5EF4-FFF2-40B4-BE49-F238E27FC236}">
                      <a16:creationId xmlns:a16="http://schemas.microsoft.com/office/drawing/2014/main" id="{1C429B8F-4C6E-9B5C-E710-B78079F45507}"/>
                    </a:ext>
                  </a:extLst>
                </p:cNvPr>
                <p:cNvSpPr/>
                <p:nvPr/>
              </p:nvSpPr>
              <p:spPr>
                <a:xfrm rot="-9313419">
                  <a:off x="3187503" y="4908092"/>
                  <a:ext cx="141981" cy="70285"/>
                </a:xfrm>
                <a:custGeom>
                  <a:avLst/>
                  <a:gdLst/>
                  <a:ahLst/>
                  <a:cxnLst/>
                  <a:rect l="l" t="t" r="r" b="b"/>
                  <a:pathLst>
                    <a:path w="141981" h="70285">
                      <a:moveTo>
                        <a:pt x="0" y="0"/>
                      </a:moveTo>
                      <a:lnTo>
                        <a:pt x="141981" y="0"/>
                      </a:lnTo>
                      <a:lnTo>
                        <a:pt x="141981" y="70286"/>
                      </a:lnTo>
                      <a:lnTo>
                        <a:pt x="0" y="70286"/>
                      </a:lnTo>
                      <a:close/>
                    </a:path>
                  </a:pathLst>
                </a:custGeom>
                <a:solidFill>
                  <a:srgbClr val="51666F"/>
                </a:solidFill>
                <a:ln cap="flat">
                  <a:prstDash val="solid"/>
                </a:ln>
              </p:spPr>
              <p:txBody>
                <a:bodyPr vert="horz" lIns="91440" tIns="45720" rIns="91440" bIns="45720" anchor="ctr">
                  <a:normAutofit fontScale="25000" lnSpcReduction="20000"/>
                </a:bodyPr>
                <a:lstStyle/>
                <a:p>
                  <a:pPr marL="0" algn="l"/>
                  <a:endParaRPr/>
                </a:p>
              </p:txBody>
            </p:sp>
            <p:sp>
              <p:nvSpPr>
                <p:cNvPr id="87" name="Freeform 70">
                  <a:extLst>
                    <a:ext uri="{FF2B5EF4-FFF2-40B4-BE49-F238E27FC236}">
                      <a16:creationId xmlns:a16="http://schemas.microsoft.com/office/drawing/2014/main" id="{09DE207E-9677-6733-364C-2CDD1F8F33AD}"/>
                    </a:ext>
                  </a:extLst>
                </p:cNvPr>
                <p:cNvSpPr/>
                <p:nvPr/>
              </p:nvSpPr>
              <p:spPr>
                <a:xfrm>
                  <a:off x="3153888" y="4943156"/>
                  <a:ext cx="155559" cy="120510"/>
                </a:xfrm>
                <a:custGeom>
                  <a:avLst/>
                  <a:gdLst/>
                  <a:ahLst/>
                  <a:cxnLst/>
                  <a:rect l="l" t="t" r="r" b="b"/>
                  <a:pathLst>
                    <a:path w="155559" h="120510">
                      <a:moveTo>
                        <a:pt x="26654" y="0"/>
                      </a:moveTo>
                      <a:lnTo>
                        <a:pt x="155559" y="59497"/>
                      </a:lnTo>
                      <a:lnTo>
                        <a:pt x="129696" y="115527"/>
                      </a:lnTo>
                      <a:cubicBezTo>
                        <a:pt x="127712" y="119826"/>
                        <a:pt x="122619" y="121703"/>
                        <a:pt x="118320" y="119719"/>
                      </a:cubicBezTo>
                      <a:lnTo>
                        <a:pt x="4983" y="67410"/>
                      </a:lnTo>
                      <a:cubicBezTo>
                        <a:pt x="684" y="65425"/>
                        <a:pt x="-1193" y="60333"/>
                        <a:pt x="791" y="56034"/>
                      </a:cubicBezTo>
                      <a:lnTo>
                        <a:pt x="26654" y="0"/>
                      </a:lnTo>
                      <a:close/>
                    </a:path>
                  </a:pathLst>
                </a:custGeom>
                <a:solidFill>
                  <a:srgbClr val="D8584E"/>
                </a:solidFill>
                <a:ln cap="flat">
                  <a:prstDash val="solid"/>
                </a:ln>
              </p:spPr>
              <p:txBody>
                <a:bodyPr vert="horz" lIns="91440" tIns="45720" rIns="91440" bIns="45720" anchor="ctr">
                  <a:normAutofit fontScale="25000" lnSpcReduction="20000"/>
                </a:bodyPr>
                <a:lstStyle/>
                <a:p>
                  <a:pPr marL="0" algn="l"/>
                  <a:endParaRPr/>
                </a:p>
              </p:txBody>
            </p:sp>
          </p:grpSp>
          <p:grpSp>
            <p:nvGrpSpPr>
              <p:cNvPr id="79" name="Group 71">
                <a:extLst>
                  <a:ext uri="{FF2B5EF4-FFF2-40B4-BE49-F238E27FC236}">
                    <a16:creationId xmlns:a16="http://schemas.microsoft.com/office/drawing/2014/main" id="{5477E1E9-1D1A-BE0B-69D8-284D0FEAC9D4}"/>
                  </a:ext>
                </a:extLst>
              </p:cNvPr>
              <p:cNvGrpSpPr/>
              <p:nvPr/>
            </p:nvGrpSpPr>
            <p:grpSpPr>
              <a:xfrm>
                <a:off x="3029558" y="4719206"/>
                <a:ext cx="429505" cy="689040"/>
                <a:chOff x="3029558" y="4719206"/>
                <a:chExt cx="429505" cy="689040"/>
              </a:xfrm>
            </p:grpSpPr>
            <p:sp>
              <p:nvSpPr>
                <p:cNvPr id="80" name="Freeform 72">
                  <a:extLst>
                    <a:ext uri="{FF2B5EF4-FFF2-40B4-BE49-F238E27FC236}">
                      <a16:creationId xmlns:a16="http://schemas.microsoft.com/office/drawing/2014/main" id="{8A7152A6-4123-E9D1-F5CB-E8819223AF53}"/>
                    </a:ext>
                  </a:extLst>
                </p:cNvPr>
                <p:cNvSpPr/>
                <p:nvPr/>
              </p:nvSpPr>
              <p:spPr>
                <a:xfrm rot="-10800000">
                  <a:off x="3029560" y="4719206"/>
                  <a:ext cx="429503" cy="689040"/>
                </a:xfrm>
                <a:custGeom>
                  <a:avLst/>
                  <a:gdLst/>
                  <a:ahLst/>
                  <a:cxnLst/>
                  <a:rect l="l" t="t" r="r" b="b"/>
                  <a:pathLst>
                    <a:path w="429503" h="689040">
                      <a:moveTo>
                        <a:pt x="0" y="0"/>
                      </a:moveTo>
                      <a:lnTo>
                        <a:pt x="429504" y="0"/>
                      </a:lnTo>
                      <a:lnTo>
                        <a:pt x="429504" y="689040"/>
                      </a:lnTo>
                      <a:lnTo>
                        <a:pt x="0" y="689040"/>
                      </a:lnTo>
                      <a:close/>
                    </a:path>
                  </a:pathLst>
                </a:custGeom>
                <a:solidFill>
                  <a:srgbClr val="381F7A"/>
                </a:solidFill>
                <a:ln cap="flat">
                  <a:prstDash val="solid"/>
                </a:ln>
              </p:spPr>
              <p:txBody>
                <a:bodyPr vert="horz" lIns="91440" tIns="45720" rIns="91440" bIns="45720" anchor="ctr">
                  <a:normAutofit/>
                </a:bodyPr>
                <a:lstStyle/>
                <a:p>
                  <a:pPr marL="0" algn="l"/>
                  <a:endParaRPr/>
                </a:p>
              </p:txBody>
            </p:sp>
            <p:sp>
              <p:nvSpPr>
                <p:cNvPr id="81" name="Freeform 73">
                  <a:extLst>
                    <a:ext uri="{FF2B5EF4-FFF2-40B4-BE49-F238E27FC236}">
                      <a16:creationId xmlns:a16="http://schemas.microsoft.com/office/drawing/2014/main" id="{B2496D7A-A935-BDB8-53F3-B3828BB3679E}"/>
                    </a:ext>
                  </a:extLst>
                </p:cNvPr>
                <p:cNvSpPr/>
                <p:nvPr/>
              </p:nvSpPr>
              <p:spPr>
                <a:xfrm rot="-10800000">
                  <a:off x="3029558" y="4719206"/>
                  <a:ext cx="214753" cy="689040"/>
                </a:xfrm>
                <a:custGeom>
                  <a:avLst/>
                  <a:gdLst/>
                  <a:ahLst/>
                  <a:cxnLst/>
                  <a:rect l="l" t="t" r="r" b="b"/>
                  <a:pathLst>
                    <a:path w="214753" h="689040">
                      <a:moveTo>
                        <a:pt x="0" y="0"/>
                      </a:moveTo>
                      <a:lnTo>
                        <a:pt x="214754" y="0"/>
                      </a:lnTo>
                      <a:lnTo>
                        <a:pt x="214754" y="689040"/>
                      </a:lnTo>
                      <a:lnTo>
                        <a:pt x="0" y="689040"/>
                      </a:lnTo>
                      <a:close/>
                    </a:path>
                  </a:pathLst>
                </a:custGeom>
                <a:solidFill>
                  <a:srgbClr val="000000">
                    <a:alpha val="10000"/>
                  </a:srgbClr>
                </a:solidFill>
                <a:ln cap="flat">
                  <a:prstDash val="solid"/>
                </a:ln>
              </p:spPr>
              <p:txBody>
                <a:bodyPr vert="horz" lIns="91440" tIns="45720" rIns="91440" bIns="45720" anchor="ctr">
                  <a:normAutofit/>
                </a:bodyPr>
                <a:lstStyle/>
                <a:p>
                  <a:pPr marL="0" algn="l"/>
                  <a:endParaRPr/>
                </a:p>
              </p:txBody>
            </p:sp>
          </p:grpSp>
        </p:grpSp>
        <p:grpSp>
          <p:nvGrpSpPr>
            <p:cNvPr id="10" name="Group 74">
              <a:extLst>
                <a:ext uri="{FF2B5EF4-FFF2-40B4-BE49-F238E27FC236}">
                  <a16:creationId xmlns:a16="http://schemas.microsoft.com/office/drawing/2014/main" id="{F1A42E94-4B68-F6A5-AC4E-E02D03902C66}"/>
                </a:ext>
              </a:extLst>
            </p:cNvPr>
            <p:cNvGrpSpPr/>
            <p:nvPr/>
          </p:nvGrpSpPr>
          <p:grpSpPr>
            <a:xfrm>
              <a:off x="2091651" y="2441100"/>
              <a:ext cx="369964" cy="352344"/>
              <a:chOff x="3611045" y="4607135"/>
              <a:chExt cx="842938" cy="802793"/>
            </a:xfrm>
          </p:grpSpPr>
          <p:sp>
            <p:nvSpPr>
              <p:cNvPr id="72" name="Freeform 75">
                <a:extLst>
                  <a:ext uri="{FF2B5EF4-FFF2-40B4-BE49-F238E27FC236}">
                    <a16:creationId xmlns:a16="http://schemas.microsoft.com/office/drawing/2014/main" id="{7D5DEFD9-8355-2D9F-71BD-4FE880DD386E}"/>
                  </a:ext>
                </a:extLst>
              </p:cNvPr>
              <p:cNvSpPr/>
              <p:nvPr/>
            </p:nvSpPr>
            <p:spPr>
              <a:xfrm>
                <a:off x="3611045" y="4607135"/>
                <a:ext cx="560457" cy="802788"/>
              </a:xfrm>
              <a:custGeom>
                <a:avLst/>
                <a:gdLst/>
                <a:ahLst/>
                <a:cxnLst/>
                <a:rect l="l" t="t" r="r" b="b"/>
                <a:pathLst>
                  <a:path w="560457" h="802788">
                    <a:moveTo>
                      <a:pt x="414725" y="802789"/>
                    </a:moveTo>
                    <a:lnTo>
                      <a:pt x="145733" y="802789"/>
                    </a:lnTo>
                    <a:cubicBezTo>
                      <a:pt x="65245" y="802789"/>
                      <a:pt x="0" y="737544"/>
                      <a:pt x="0" y="657056"/>
                    </a:cubicBezTo>
                    <a:lnTo>
                      <a:pt x="0" y="0"/>
                    </a:lnTo>
                    <a:lnTo>
                      <a:pt x="560457" y="0"/>
                    </a:lnTo>
                    <a:lnTo>
                      <a:pt x="560457" y="657056"/>
                    </a:lnTo>
                    <a:cubicBezTo>
                      <a:pt x="560457" y="737544"/>
                      <a:pt x="495212" y="802789"/>
                      <a:pt x="414725" y="802789"/>
                    </a:cubicBezTo>
                    <a:close/>
                  </a:path>
                </a:pathLst>
              </a:custGeom>
              <a:solidFill>
                <a:srgbClr val="FFC73C"/>
              </a:solidFill>
              <a:ln cap="flat">
                <a:prstDash val="solid"/>
              </a:ln>
            </p:spPr>
            <p:txBody>
              <a:bodyPr vert="horz" lIns="91440" tIns="45720" rIns="91440" bIns="45720" anchor="ctr">
                <a:normAutofit/>
              </a:bodyPr>
              <a:lstStyle/>
              <a:p>
                <a:pPr marL="0" algn="l"/>
                <a:endParaRPr/>
              </a:p>
            </p:txBody>
          </p:sp>
          <p:sp>
            <p:nvSpPr>
              <p:cNvPr id="73" name="Freeform 76">
                <a:extLst>
                  <a:ext uri="{FF2B5EF4-FFF2-40B4-BE49-F238E27FC236}">
                    <a16:creationId xmlns:a16="http://schemas.microsoft.com/office/drawing/2014/main" id="{E5EF6AFD-38F3-178A-C680-F38807B0FBAD}"/>
                  </a:ext>
                </a:extLst>
              </p:cNvPr>
              <p:cNvSpPr/>
              <p:nvPr/>
            </p:nvSpPr>
            <p:spPr>
              <a:xfrm>
                <a:off x="3967293" y="4788705"/>
                <a:ext cx="486691" cy="493840"/>
              </a:xfrm>
              <a:custGeom>
                <a:avLst/>
                <a:gdLst/>
                <a:ahLst/>
                <a:cxnLst/>
                <a:rect l="l" t="t" r="r" b="b"/>
                <a:pathLst>
                  <a:path w="486691" h="493840">
                    <a:moveTo>
                      <a:pt x="243348" y="0"/>
                    </a:moveTo>
                    <a:cubicBezTo>
                      <a:pt x="108952" y="0"/>
                      <a:pt x="0" y="110547"/>
                      <a:pt x="0" y="246918"/>
                    </a:cubicBezTo>
                    <a:cubicBezTo>
                      <a:pt x="0" y="383289"/>
                      <a:pt x="108952" y="493840"/>
                      <a:pt x="243348" y="493840"/>
                    </a:cubicBezTo>
                    <a:cubicBezTo>
                      <a:pt x="377743" y="493840"/>
                      <a:pt x="486691" y="383289"/>
                      <a:pt x="486691" y="246918"/>
                    </a:cubicBezTo>
                    <a:cubicBezTo>
                      <a:pt x="486691" y="110547"/>
                      <a:pt x="377743" y="0"/>
                      <a:pt x="243348" y="0"/>
                    </a:cubicBezTo>
                    <a:close/>
                    <a:moveTo>
                      <a:pt x="243348" y="405784"/>
                    </a:moveTo>
                    <a:cubicBezTo>
                      <a:pt x="156877" y="405784"/>
                      <a:pt x="86779" y="334658"/>
                      <a:pt x="86779" y="246918"/>
                    </a:cubicBezTo>
                    <a:cubicBezTo>
                      <a:pt x="86779" y="159179"/>
                      <a:pt x="156877" y="88052"/>
                      <a:pt x="243348" y="88052"/>
                    </a:cubicBezTo>
                    <a:cubicBezTo>
                      <a:pt x="329814" y="88052"/>
                      <a:pt x="399912" y="159179"/>
                      <a:pt x="399912" y="246918"/>
                    </a:cubicBezTo>
                    <a:cubicBezTo>
                      <a:pt x="399912" y="334658"/>
                      <a:pt x="329814" y="405784"/>
                      <a:pt x="243348" y="405784"/>
                    </a:cubicBezTo>
                    <a:close/>
                  </a:path>
                </a:pathLst>
              </a:custGeom>
              <a:solidFill>
                <a:srgbClr val="FFC73C"/>
              </a:solidFill>
              <a:ln cap="flat">
                <a:prstDash val="solid"/>
              </a:ln>
            </p:spPr>
            <p:txBody>
              <a:bodyPr vert="horz" lIns="91440" tIns="45720" rIns="91440" bIns="45720" anchor="ctr">
                <a:normAutofit fontScale="85000" lnSpcReduction="20000"/>
              </a:bodyPr>
              <a:lstStyle/>
              <a:p>
                <a:pPr marL="0" algn="l"/>
                <a:endParaRPr/>
              </a:p>
            </p:txBody>
          </p:sp>
          <p:sp>
            <p:nvSpPr>
              <p:cNvPr id="74" name="Freeform 77">
                <a:extLst>
                  <a:ext uri="{FF2B5EF4-FFF2-40B4-BE49-F238E27FC236}">
                    <a16:creationId xmlns:a16="http://schemas.microsoft.com/office/drawing/2014/main" id="{FC4746AB-35BB-BA22-5150-E9C5E8601C45}"/>
                  </a:ext>
                </a:extLst>
              </p:cNvPr>
              <p:cNvSpPr/>
              <p:nvPr/>
            </p:nvSpPr>
            <p:spPr>
              <a:xfrm>
                <a:off x="3664546" y="4653924"/>
                <a:ext cx="60603" cy="451286"/>
              </a:xfrm>
              <a:custGeom>
                <a:avLst/>
                <a:gdLst/>
                <a:ahLst/>
                <a:cxnLst/>
                <a:rect l="l" t="t" r="r" b="b"/>
                <a:pathLst>
                  <a:path w="60603" h="451286">
                    <a:moveTo>
                      <a:pt x="30304" y="451286"/>
                    </a:moveTo>
                    <a:lnTo>
                      <a:pt x="30304" y="451286"/>
                    </a:lnTo>
                    <a:cubicBezTo>
                      <a:pt x="13639" y="451286"/>
                      <a:pt x="0" y="437652"/>
                      <a:pt x="0" y="420991"/>
                    </a:cubicBezTo>
                    <a:lnTo>
                      <a:pt x="0" y="30299"/>
                    </a:lnTo>
                    <a:cubicBezTo>
                      <a:pt x="0" y="13635"/>
                      <a:pt x="13635" y="0"/>
                      <a:pt x="30304" y="0"/>
                    </a:cubicBezTo>
                    <a:lnTo>
                      <a:pt x="30304" y="0"/>
                    </a:lnTo>
                    <a:cubicBezTo>
                      <a:pt x="46969" y="0"/>
                      <a:pt x="60603" y="13635"/>
                      <a:pt x="60603" y="30299"/>
                    </a:cubicBezTo>
                    <a:lnTo>
                      <a:pt x="60603" y="420991"/>
                    </a:lnTo>
                    <a:cubicBezTo>
                      <a:pt x="60603" y="437656"/>
                      <a:pt x="46969" y="451286"/>
                      <a:pt x="30304" y="451286"/>
                    </a:cubicBezTo>
                    <a:close/>
                  </a:path>
                </a:pathLst>
              </a:custGeom>
              <a:solidFill>
                <a:srgbClr val="FFFFFF">
                  <a:alpha val="20000"/>
                </a:srgbClr>
              </a:solidFill>
              <a:ln cap="flat">
                <a:prstDash val="solid"/>
              </a:ln>
            </p:spPr>
            <p:txBody>
              <a:bodyPr vert="horz" lIns="91440" tIns="45720" rIns="91440" bIns="45720" anchor="ctr">
                <a:normAutofit fontScale="70000" lnSpcReduction="20000"/>
              </a:bodyPr>
              <a:lstStyle/>
              <a:p>
                <a:pPr marL="0" algn="l"/>
                <a:endParaRPr/>
              </a:p>
            </p:txBody>
          </p:sp>
          <p:sp>
            <p:nvSpPr>
              <p:cNvPr id="75" name="Freeform 78">
                <a:extLst>
                  <a:ext uri="{FF2B5EF4-FFF2-40B4-BE49-F238E27FC236}">
                    <a16:creationId xmlns:a16="http://schemas.microsoft.com/office/drawing/2014/main" id="{7213707E-F8FB-6FCD-FE34-530CE943B02D}"/>
                  </a:ext>
                </a:extLst>
              </p:cNvPr>
              <p:cNvSpPr/>
              <p:nvPr/>
            </p:nvSpPr>
            <p:spPr>
              <a:xfrm>
                <a:off x="3900131" y="4607135"/>
                <a:ext cx="271371" cy="802793"/>
              </a:xfrm>
              <a:custGeom>
                <a:avLst/>
                <a:gdLst/>
                <a:ahLst/>
                <a:cxnLst/>
                <a:rect l="l" t="t" r="r" b="b"/>
                <a:pathLst>
                  <a:path w="271371" h="802793">
                    <a:moveTo>
                      <a:pt x="141939" y="0"/>
                    </a:moveTo>
                    <a:lnTo>
                      <a:pt x="141939" y="660854"/>
                    </a:lnTo>
                    <a:cubicBezTo>
                      <a:pt x="141939" y="739241"/>
                      <a:pt x="78391" y="802793"/>
                      <a:pt x="0" y="802793"/>
                    </a:cubicBezTo>
                    <a:lnTo>
                      <a:pt x="129432" y="802793"/>
                    </a:lnTo>
                    <a:cubicBezTo>
                      <a:pt x="207823" y="802793"/>
                      <a:pt x="271371" y="739245"/>
                      <a:pt x="271371" y="660854"/>
                    </a:cubicBezTo>
                    <a:lnTo>
                      <a:pt x="271371" y="0"/>
                    </a:lnTo>
                    <a:lnTo>
                      <a:pt x="141939" y="0"/>
                    </a:lnTo>
                    <a:close/>
                  </a:path>
                </a:pathLst>
              </a:custGeom>
              <a:solidFill>
                <a:srgbClr val="EFB126"/>
              </a:solidFill>
              <a:ln cap="flat">
                <a:prstDash val="solid"/>
              </a:ln>
            </p:spPr>
            <p:txBody>
              <a:bodyPr vert="horz" lIns="91440" tIns="45720" rIns="91440" bIns="45720" anchor="ctr">
                <a:normAutofit/>
              </a:bodyPr>
              <a:lstStyle/>
              <a:p>
                <a:pPr marL="0" algn="l"/>
                <a:endParaRPr/>
              </a:p>
            </p:txBody>
          </p:sp>
        </p:grpSp>
        <p:grpSp>
          <p:nvGrpSpPr>
            <p:cNvPr id="11" name="Group 79">
              <a:extLst>
                <a:ext uri="{FF2B5EF4-FFF2-40B4-BE49-F238E27FC236}">
                  <a16:creationId xmlns:a16="http://schemas.microsoft.com/office/drawing/2014/main" id="{DE9A233A-08FE-154B-9CD4-FA914FA5D9DE}"/>
                </a:ext>
              </a:extLst>
            </p:cNvPr>
            <p:cNvGrpSpPr/>
            <p:nvPr/>
          </p:nvGrpSpPr>
          <p:grpSpPr>
            <a:xfrm>
              <a:off x="4294066" y="1139550"/>
              <a:ext cx="898819" cy="1652743"/>
              <a:chOff x="8629104" y="1641638"/>
              <a:chExt cx="2047901" cy="3765667"/>
            </a:xfrm>
          </p:grpSpPr>
          <p:grpSp>
            <p:nvGrpSpPr>
              <p:cNvPr id="49" name="Group 80">
                <a:extLst>
                  <a:ext uri="{FF2B5EF4-FFF2-40B4-BE49-F238E27FC236}">
                    <a16:creationId xmlns:a16="http://schemas.microsoft.com/office/drawing/2014/main" id="{97A9B00D-9E26-DFA8-A0D9-E308D4084894}"/>
                  </a:ext>
                </a:extLst>
              </p:cNvPr>
              <p:cNvGrpSpPr/>
              <p:nvPr/>
            </p:nvGrpSpPr>
            <p:grpSpPr>
              <a:xfrm>
                <a:off x="8629104" y="1641638"/>
                <a:ext cx="1346929" cy="2987237"/>
                <a:chOff x="8629104" y="1641638"/>
                <a:chExt cx="1346929" cy="2987237"/>
              </a:xfrm>
            </p:grpSpPr>
            <p:sp>
              <p:nvSpPr>
                <p:cNvPr id="63" name="Freeform 81">
                  <a:extLst>
                    <a:ext uri="{FF2B5EF4-FFF2-40B4-BE49-F238E27FC236}">
                      <a16:creationId xmlns:a16="http://schemas.microsoft.com/office/drawing/2014/main" id="{218D19E8-A36D-1A72-76AC-0B153C105691}"/>
                    </a:ext>
                  </a:extLst>
                </p:cNvPr>
                <p:cNvSpPr/>
                <p:nvPr/>
              </p:nvSpPr>
              <p:spPr>
                <a:xfrm>
                  <a:off x="8726567" y="1729300"/>
                  <a:ext cx="1249466" cy="2765574"/>
                </a:xfrm>
                <a:custGeom>
                  <a:avLst/>
                  <a:gdLst/>
                  <a:ahLst/>
                  <a:cxnLst/>
                  <a:rect l="l" t="t" r="r" b="b"/>
                  <a:pathLst>
                    <a:path w="1249466" h="2765574">
                      <a:moveTo>
                        <a:pt x="715861" y="205702"/>
                      </a:moveTo>
                      <a:cubicBezTo>
                        <a:pt x="659866" y="205376"/>
                        <a:pt x="605517" y="198175"/>
                        <a:pt x="567158" y="143242"/>
                      </a:cubicBezTo>
                      <a:cubicBezTo>
                        <a:pt x="491870" y="35426"/>
                        <a:pt x="376956" y="-61366"/>
                        <a:pt x="248081" y="48272"/>
                      </a:cubicBezTo>
                      <a:cubicBezTo>
                        <a:pt x="173753" y="111507"/>
                        <a:pt x="229646" y="241590"/>
                        <a:pt x="165674" y="304161"/>
                      </a:cubicBezTo>
                      <a:cubicBezTo>
                        <a:pt x="109104" y="359497"/>
                        <a:pt x="37168" y="350350"/>
                        <a:pt x="8236" y="442191"/>
                      </a:cubicBezTo>
                      <a:cubicBezTo>
                        <a:pt x="-34327" y="577298"/>
                        <a:pt x="99815" y="695684"/>
                        <a:pt x="142880" y="812515"/>
                      </a:cubicBezTo>
                      <a:cubicBezTo>
                        <a:pt x="179017" y="910558"/>
                        <a:pt x="97741" y="947921"/>
                        <a:pt x="61227" y="1024320"/>
                      </a:cubicBezTo>
                      <a:cubicBezTo>
                        <a:pt x="33075" y="1083221"/>
                        <a:pt x="47549" y="1146306"/>
                        <a:pt x="78226" y="1202615"/>
                      </a:cubicBezTo>
                      <a:cubicBezTo>
                        <a:pt x="132318" y="1301906"/>
                        <a:pt x="252247" y="1381844"/>
                        <a:pt x="224464" y="1510410"/>
                      </a:cubicBezTo>
                      <a:cubicBezTo>
                        <a:pt x="201276" y="1617712"/>
                        <a:pt x="179712" y="1713343"/>
                        <a:pt x="274390" y="1794666"/>
                      </a:cubicBezTo>
                      <a:cubicBezTo>
                        <a:pt x="339293" y="1850413"/>
                        <a:pt x="459715" y="1901218"/>
                        <a:pt x="450538" y="2004401"/>
                      </a:cubicBezTo>
                      <a:cubicBezTo>
                        <a:pt x="447290" y="2040911"/>
                        <a:pt x="422018" y="2072038"/>
                        <a:pt x="415091" y="2108034"/>
                      </a:cubicBezTo>
                      <a:cubicBezTo>
                        <a:pt x="404127" y="2165002"/>
                        <a:pt x="441027" y="2220449"/>
                        <a:pt x="483885" y="2259548"/>
                      </a:cubicBezTo>
                      <a:cubicBezTo>
                        <a:pt x="581393" y="2348514"/>
                        <a:pt x="667036" y="2432417"/>
                        <a:pt x="740078" y="2544352"/>
                      </a:cubicBezTo>
                      <a:cubicBezTo>
                        <a:pt x="771291" y="2592183"/>
                        <a:pt x="896240" y="2700183"/>
                        <a:pt x="846305" y="2765574"/>
                      </a:cubicBezTo>
                      <a:cubicBezTo>
                        <a:pt x="937075" y="2646713"/>
                        <a:pt x="1033009" y="2531447"/>
                        <a:pt x="1115485" y="2406489"/>
                      </a:cubicBezTo>
                      <a:cubicBezTo>
                        <a:pt x="1183320" y="2303714"/>
                        <a:pt x="1285577" y="2153399"/>
                        <a:pt x="1215968" y="2026818"/>
                      </a:cubicBezTo>
                      <a:cubicBezTo>
                        <a:pt x="1194318" y="1987449"/>
                        <a:pt x="1154057" y="1958109"/>
                        <a:pt x="1143020" y="1914548"/>
                      </a:cubicBezTo>
                      <a:cubicBezTo>
                        <a:pt x="1123102" y="1835891"/>
                        <a:pt x="1200384" y="1762965"/>
                        <a:pt x="1229114" y="1696048"/>
                      </a:cubicBezTo>
                      <a:cubicBezTo>
                        <a:pt x="1274223" y="1590983"/>
                        <a:pt x="1241120" y="1468958"/>
                        <a:pt x="1161662" y="1390091"/>
                      </a:cubicBezTo>
                      <a:cubicBezTo>
                        <a:pt x="1124067" y="1352775"/>
                        <a:pt x="1083270" y="1311743"/>
                        <a:pt x="1077749" y="1259060"/>
                      </a:cubicBezTo>
                      <a:cubicBezTo>
                        <a:pt x="1071719" y="1201535"/>
                        <a:pt x="1107788" y="1147901"/>
                        <a:pt x="1124148" y="1094841"/>
                      </a:cubicBezTo>
                      <a:cubicBezTo>
                        <a:pt x="1139235" y="1045922"/>
                        <a:pt x="1148631" y="993917"/>
                        <a:pt x="1154139" y="943108"/>
                      </a:cubicBezTo>
                      <a:cubicBezTo>
                        <a:pt x="1158026" y="907228"/>
                        <a:pt x="1159527" y="870516"/>
                        <a:pt x="1151087" y="835429"/>
                      </a:cubicBezTo>
                      <a:cubicBezTo>
                        <a:pt x="1135039" y="768696"/>
                        <a:pt x="1074946" y="731599"/>
                        <a:pt x="1030463" y="684249"/>
                      </a:cubicBezTo>
                      <a:cubicBezTo>
                        <a:pt x="924571" y="571524"/>
                        <a:pt x="980233" y="438981"/>
                        <a:pt x="933971" y="307971"/>
                      </a:cubicBezTo>
                      <a:cubicBezTo>
                        <a:pt x="892446" y="190370"/>
                        <a:pt x="802200" y="206207"/>
                        <a:pt x="715861" y="205702"/>
                      </a:cubicBezTo>
                      <a:close/>
                    </a:path>
                  </a:pathLst>
                </a:custGeom>
                <a:solidFill>
                  <a:srgbClr val="3DC8E8"/>
                </a:solidFill>
                <a:ln cap="flat">
                  <a:prstDash val="solid"/>
                </a:ln>
              </p:spPr>
              <p:txBody>
                <a:bodyPr vert="horz" lIns="91440" tIns="45720" rIns="91440" bIns="45720" anchor="ctr">
                  <a:normAutofit/>
                </a:bodyPr>
                <a:lstStyle/>
                <a:p>
                  <a:pPr marL="0" algn="l"/>
                  <a:endParaRPr/>
                </a:p>
              </p:txBody>
            </p:sp>
            <p:grpSp>
              <p:nvGrpSpPr>
                <p:cNvPr id="64" name="Group 82">
                  <a:extLst>
                    <a:ext uri="{FF2B5EF4-FFF2-40B4-BE49-F238E27FC236}">
                      <a16:creationId xmlns:a16="http://schemas.microsoft.com/office/drawing/2014/main" id="{CA4F767D-B507-77FF-5A82-F8D25C03BFDE}"/>
                    </a:ext>
                  </a:extLst>
                </p:cNvPr>
                <p:cNvGrpSpPr/>
                <p:nvPr/>
              </p:nvGrpSpPr>
              <p:grpSpPr>
                <a:xfrm>
                  <a:off x="8629104" y="1641638"/>
                  <a:ext cx="1277705" cy="2987237"/>
                  <a:chOff x="8629104" y="1641638"/>
                  <a:chExt cx="1277705" cy="2987237"/>
                </a:xfrm>
                <a:noFill/>
              </p:grpSpPr>
              <p:sp>
                <p:nvSpPr>
                  <p:cNvPr id="65" name="Freeform 83">
                    <a:extLst>
                      <a:ext uri="{FF2B5EF4-FFF2-40B4-BE49-F238E27FC236}">
                        <a16:creationId xmlns:a16="http://schemas.microsoft.com/office/drawing/2014/main" id="{11D81D6F-5FB1-FD66-F215-D54CDE1E5618}"/>
                      </a:ext>
                    </a:extLst>
                  </p:cNvPr>
                  <p:cNvSpPr/>
                  <p:nvPr/>
                </p:nvSpPr>
                <p:spPr>
                  <a:xfrm>
                    <a:off x="8984906" y="1641638"/>
                    <a:ext cx="615144" cy="2987237"/>
                  </a:xfrm>
                  <a:custGeom>
                    <a:avLst/>
                    <a:gdLst/>
                    <a:ahLst/>
                    <a:cxnLst/>
                    <a:rect l="l" t="t" r="r" b="b"/>
                    <a:pathLst>
                      <a:path w="615144" h="2987237">
                        <a:moveTo>
                          <a:pt x="599226" y="2987238"/>
                        </a:moveTo>
                        <a:cubicBezTo>
                          <a:pt x="638557" y="2536556"/>
                          <a:pt x="602433" y="2082299"/>
                          <a:pt x="519180" y="1638449"/>
                        </a:cubicBezTo>
                        <a:cubicBezTo>
                          <a:pt x="439756" y="1215040"/>
                          <a:pt x="335518" y="790174"/>
                          <a:pt x="177477" y="388797"/>
                        </a:cubicBezTo>
                        <a:cubicBezTo>
                          <a:pt x="125257" y="256181"/>
                          <a:pt x="66625" y="126024"/>
                          <a:pt x="0" y="0"/>
                        </a:cubicBezTo>
                      </a:path>
                    </a:pathLst>
                  </a:custGeom>
                  <a:noFill/>
                  <a:ln w="21422" cap="flat">
                    <a:solidFill>
                      <a:srgbClr val="26A8D1"/>
                    </a:solidFill>
                    <a:prstDash val="solid"/>
                  </a:ln>
                </p:spPr>
                <p:txBody>
                  <a:bodyPr vert="horz" lIns="91440" tIns="45720" rIns="91440" bIns="45720" anchor="ctr">
                    <a:normAutofit/>
                  </a:bodyPr>
                  <a:lstStyle/>
                  <a:p>
                    <a:pPr marL="0" algn="l"/>
                    <a:endParaRPr/>
                  </a:p>
                </p:txBody>
              </p:sp>
              <p:sp>
                <p:nvSpPr>
                  <p:cNvPr id="66" name="Freeform 84">
                    <a:extLst>
                      <a:ext uri="{FF2B5EF4-FFF2-40B4-BE49-F238E27FC236}">
                        <a16:creationId xmlns:a16="http://schemas.microsoft.com/office/drawing/2014/main" id="{F49E1F75-5AF3-F987-E993-F9F3D4C47805}"/>
                      </a:ext>
                    </a:extLst>
                  </p:cNvPr>
                  <p:cNvSpPr/>
                  <p:nvPr/>
                </p:nvSpPr>
                <p:spPr>
                  <a:xfrm>
                    <a:off x="8629104" y="2245973"/>
                    <a:ext cx="745498" cy="405474"/>
                  </a:xfrm>
                  <a:custGeom>
                    <a:avLst/>
                    <a:gdLst/>
                    <a:ahLst/>
                    <a:cxnLst/>
                    <a:rect l="l" t="t" r="r" b="b"/>
                    <a:pathLst>
                      <a:path w="745498" h="405474">
                        <a:moveTo>
                          <a:pt x="0" y="0"/>
                        </a:moveTo>
                        <a:cubicBezTo>
                          <a:pt x="221830" y="78301"/>
                          <a:pt x="433413" y="185573"/>
                          <a:pt x="627678" y="318237"/>
                        </a:cubicBezTo>
                        <a:cubicBezTo>
                          <a:pt x="676966" y="351893"/>
                          <a:pt x="704411" y="362192"/>
                          <a:pt x="745499" y="405475"/>
                        </a:cubicBezTo>
                      </a:path>
                    </a:pathLst>
                  </a:custGeom>
                  <a:noFill/>
                  <a:ln w="21422" cap="flat">
                    <a:solidFill>
                      <a:srgbClr val="26A8D1"/>
                    </a:solidFill>
                    <a:prstDash val="solid"/>
                  </a:ln>
                </p:spPr>
                <p:txBody>
                  <a:bodyPr vert="horz" lIns="91440" tIns="45720" rIns="91440" bIns="45720" anchor="ctr">
                    <a:normAutofit fontScale="62500" lnSpcReduction="20000"/>
                  </a:bodyPr>
                  <a:lstStyle/>
                  <a:p>
                    <a:pPr marL="0" algn="l"/>
                    <a:endParaRPr/>
                  </a:p>
                </p:txBody>
              </p:sp>
              <p:sp>
                <p:nvSpPr>
                  <p:cNvPr id="67" name="Freeform 85">
                    <a:extLst>
                      <a:ext uri="{FF2B5EF4-FFF2-40B4-BE49-F238E27FC236}">
                        <a16:creationId xmlns:a16="http://schemas.microsoft.com/office/drawing/2014/main" id="{252C1D95-3905-5A72-47F5-EA99F921EB4B}"/>
                      </a:ext>
                    </a:extLst>
                  </p:cNvPr>
                  <p:cNvSpPr/>
                  <p:nvPr/>
                </p:nvSpPr>
                <p:spPr>
                  <a:xfrm>
                    <a:off x="8775287" y="2862349"/>
                    <a:ext cx="704509" cy="271941"/>
                  </a:xfrm>
                  <a:custGeom>
                    <a:avLst/>
                    <a:gdLst/>
                    <a:ahLst/>
                    <a:cxnLst/>
                    <a:rect l="l" t="t" r="r" b="b"/>
                    <a:pathLst>
                      <a:path w="704509" h="271941">
                        <a:moveTo>
                          <a:pt x="704509" y="271941"/>
                        </a:moveTo>
                        <a:cubicBezTo>
                          <a:pt x="491598" y="134348"/>
                          <a:pt x="250141" y="41144"/>
                          <a:pt x="0" y="0"/>
                        </a:cubicBezTo>
                      </a:path>
                    </a:pathLst>
                  </a:custGeom>
                  <a:noFill/>
                  <a:ln w="21422" cap="flat">
                    <a:solidFill>
                      <a:srgbClr val="26A8D1"/>
                    </a:solidFill>
                    <a:prstDash val="solid"/>
                  </a:ln>
                </p:spPr>
                <p:txBody>
                  <a:bodyPr vert="horz" lIns="91440" tIns="45720" rIns="91440" bIns="45720" anchor="ctr">
                    <a:normAutofit fontScale="25000" lnSpcReduction="20000"/>
                  </a:bodyPr>
                  <a:lstStyle/>
                  <a:p>
                    <a:pPr marL="0" algn="l"/>
                    <a:endParaRPr/>
                  </a:p>
                </p:txBody>
              </p:sp>
              <p:sp>
                <p:nvSpPr>
                  <p:cNvPr id="68" name="Freeform 86">
                    <a:extLst>
                      <a:ext uri="{FF2B5EF4-FFF2-40B4-BE49-F238E27FC236}">
                        <a16:creationId xmlns:a16="http://schemas.microsoft.com/office/drawing/2014/main" id="{F9C42F3E-FDA9-8C5D-CBF3-97009863B995}"/>
                      </a:ext>
                    </a:extLst>
                  </p:cNvPr>
                  <p:cNvSpPr/>
                  <p:nvPr/>
                </p:nvSpPr>
                <p:spPr>
                  <a:xfrm>
                    <a:off x="8868238" y="3366437"/>
                    <a:ext cx="695765" cy="349230"/>
                  </a:xfrm>
                  <a:custGeom>
                    <a:avLst/>
                    <a:gdLst/>
                    <a:ahLst/>
                    <a:cxnLst/>
                    <a:rect l="l" t="t" r="r" b="b"/>
                    <a:pathLst>
                      <a:path w="695765" h="349230">
                        <a:moveTo>
                          <a:pt x="695765" y="349231"/>
                        </a:moveTo>
                        <a:cubicBezTo>
                          <a:pt x="497616" y="177519"/>
                          <a:pt x="256081" y="56283"/>
                          <a:pt x="0" y="0"/>
                        </a:cubicBezTo>
                      </a:path>
                    </a:pathLst>
                  </a:custGeom>
                  <a:noFill/>
                  <a:ln w="21422" cap="flat">
                    <a:solidFill>
                      <a:srgbClr val="26A8D1"/>
                    </a:solidFill>
                    <a:prstDash val="solid"/>
                  </a:ln>
                </p:spPr>
                <p:txBody>
                  <a:bodyPr vert="horz" lIns="91440" tIns="45720" rIns="91440" bIns="45720" anchor="ctr">
                    <a:normAutofit fontScale="47500" lnSpcReduction="20000"/>
                  </a:bodyPr>
                  <a:lstStyle/>
                  <a:p>
                    <a:pPr marL="0" algn="l"/>
                    <a:endParaRPr/>
                  </a:p>
                </p:txBody>
              </p:sp>
              <p:sp>
                <p:nvSpPr>
                  <p:cNvPr id="69" name="Freeform 87">
                    <a:extLst>
                      <a:ext uri="{FF2B5EF4-FFF2-40B4-BE49-F238E27FC236}">
                        <a16:creationId xmlns:a16="http://schemas.microsoft.com/office/drawing/2014/main" id="{36C3F658-A5A9-4764-B678-1034C629D3A1}"/>
                      </a:ext>
                    </a:extLst>
                  </p:cNvPr>
                  <p:cNvSpPr/>
                  <p:nvPr/>
                </p:nvSpPr>
                <p:spPr>
                  <a:xfrm>
                    <a:off x="9363591" y="1945314"/>
                    <a:ext cx="174171" cy="691290"/>
                  </a:xfrm>
                  <a:custGeom>
                    <a:avLst/>
                    <a:gdLst/>
                    <a:ahLst/>
                    <a:cxnLst/>
                    <a:rect l="l" t="t" r="r" b="b"/>
                    <a:pathLst>
                      <a:path w="174171" h="691290">
                        <a:moveTo>
                          <a:pt x="0" y="691291"/>
                        </a:moveTo>
                        <a:cubicBezTo>
                          <a:pt x="15486" y="452846"/>
                          <a:pt x="74829" y="217317"/>
                          <a:pt x="174172" y="0"/>
                        </a:cubicBezTo>
                      </a:path>
                    </a:pathLst>
                  </a:custGeom>
                  <a:noFill/>
                  <a:ln w="21422" cap="flat">
                    <a:solidFill>
                      <a:srgbClr val="26A8D1"/>
                    </a:solidFill>
                    <a:prstDash val="solid"/>
                  </a:ln>
                </p:spPr>
                <p:txBody>
                  <a:bodyPr vert="horz" lIns="91440" tIns="45720" rIns="91440" bIns="45720" anchor="ctr">
                    <a:normAutofit/>
                  </a:bodyPr>
                  <a:lstStyle/>
                  <a:p>
                    <a:pPr marL="0" algn="l"/>
                    <a:endParaRPr/>
                  </a:p>
                </p:txBody>
              </p:sp>
              <p:sp>
                <p:nvSpPr>
                  <p:cNvPr id="70" name="Freeform 88">
                    <a:extLst>
                      <a:ext uri="{FF2B5EF4-FFF2-40B4-BE49-F238E27FC236}">
                        <a16:creationId xmlns:a16="http://schemas.microsoft.com/office/drawing/2014/main" id="{B8DB30E5-0227-0B23-3FB4-45DA22F69435}"/>
                      </a:ext>
                    </a:extLst>
                  </p:cNvPr>
                  <p:cNvSpPr/>
                  <p:nvPr/>
                </p:nvSpPr>
                <p:spPr>
                  <a:xfrm>
                    <a:off x="9477083" y="2547562"/>
                    <a:ext cx="424373" cy="567070"/>
                  </a:xfrm>
                  <a:custGeom>
                    <a:avLst/>
                    <a:gdLst/>
                    <a:ahLst/>
                    <a:cxnLst/>
                    <a:rect l="l" t="t" r="r" b="b"/>
                    <a:pathLst>
                      <a:path w="424373" h="567070">
                        <a:moveTo>
                          <a:pt x="0" y="567071"/>
                        </a:moveTo>
                        <a:cubicBezTo>
                          <a:pt x="100680" y="351678"/>
                          <a:pt x="246116" y="157340"/>
                          <a:pt x="424373" y="0"/>
                        </a:cubicBezTo>
                      </a:path>
                    </a:pathLst>
                  </a:custGeom>
                  <a:noFill/>
                  <a:ln w="21422" cap="flat">
                    <a:solidFill>
                      <a:srgbClr val="26A8D1"/>
                    </a:solidFill>
                    <a:prstDash val="solid"/>
                  </a:ln>
                </p:spPr>
                <p:txBody>
                  <a:bodyPr vert="horz" lIns="91440" tIns="45720" rIns="91440" bIns="45720" anchor="ctr">
                    <a:normAutofit fontScale="92500" lnSpcReduction="10000"/>
                  </a:bodyPr>
                  <a:lstStyle/>
                  <a:p>
                    <a:pPr marL="0" algn="l"/>
                    <a:endParaRPr/>
                  </a:p>
                </p:txBody>
              </p:sp>
              <p:sp>
                <p:nvSpPr>
                  <p:cNvPr id="71" name="Freeform 89">
                    <a:extLst>
                      <a:ext uri="{FF2B5EF4-FFF2-40B4-BE49-F238E27FC236}">
                        <a16:creationId xmlns:a16="http://schemas.microsoft.com/office/drawing/2014/main" id="{C230843D-94D0-EF2F-DE65-CF99DBDDCC1B}"/>
                      </a:ext>
                    </a:extLst>
                  </p:cNvPr>
                  <p:cNvSpPr/>
                  <p:nvPr/>
                </p:nvSpPr>
                <p:spPr>
                  <a:xfrm>
                    <a:off x="9577192" y="3226787"/>
                    <a:ext cx="329617" cy="505417"/>
                  </a:xfrm>
                  <a:custGeom>
                    <a:avLst/>
                    <a:gdLst/>
                    <a:ahLst/>
                    <a:cxnLst/>
                    <a:rect l="l" t="t" r="r" b="b"/>
                    <a:pathLst>
                      <a:path w="329617" h="505417">
                        <a:moveTo>
                          <a:pt x="0" y="505418"/>
                        </a:moveTo>
                        <a:cubicBezTo>
                          <a:pt x="13914" y="438873"/>
                          <a:pt x="38320" y="374528"/>
                          <a:pt x="72031" y="315489"/>
                        </a:cubicBezTo>
                        <a:cubicBezTo>
                          <a:pt x="111250" y="246811"/>
                          <a:pt x="162569" y="185903"/>
                          <a:pt x="214819" y="126539"/>
                        </a:cubicBezTo>
                        <a:cubicBezTo>
                          <a:pt x="252447" y="83783"/>
                          <a:pt x="290720" y="41598"/>
                          <a:pt x="329617" y="0"/>
                        </a:cubicBezTo>
                      </a:path>
                    </a:pathLst>
                  </a:custGeom>
                  <a:noFill/>
                  <a:ln w="21422" cap="flat">
                    <a:solidFill>
                      <a:srgbClr val="26A8D1"/>
                    </a:solidFill>
                    <a:prstDash val="solid"/>
                  </a:ln>
                </p:spPr>
                <p:txBody>
                  <a:bodyPr vert="horz" lIns="91440" tIns="45720" rIns="91440" bIns="45720" anchor="ctr">
                    <a:normAutofit fontScale="85000" lnSpcReduction="20000"/>
                  </a:bodyPr>
                  <a:lstStyle/>
                  <a:p>
                    <a:pPr marL="0" algn="l"/>
                    <a:endParaRPr/>
                  </a:p>
                </p:txBody>
              </p:sp>
            </p:grpSp>
          </p:grpSp>
          <p:grpSp>
            <p:nvGrpSpPr>
              <p:cNvPr id="50" name="Group 90">
                <a:extLst>
                  <a:ext uri="{FF2B5EF4-FFF2-40B4-BE49-F238E27FC236}">
                    <a16:creationId xmlns:a16="http://schemas.microsoft.com/office/drawing/2014/main" id="{F9197A9E-6405-36EE-BE19-5DE3EC1E2D1B}"/>
                  </a:ext>
                </a:extLst>
              </p:cNvPr>
              <p:cNvGrpSpPr/>
              <p:nvPr/>
            </p:nvGrpSpPr>
            <p:grpSpPr>
              <a:xfrm>
                <a:off x="9482456" y="2606965"/>
                <a:ext cx="1194549" cy="2083923"/>
                <a:chOff x="9482456" y="2606965"/>
                <a:chExt cx="1194549" cy="2083923"/>
              </a:xfrm>
            </p:grpSpPr>
            <p:sp>
              <p:nvSpPr>
                <p:cNvPr id="54" name="Freeform 91">
                  <a:extLst>
                    <a:ext uri="{FF2B5EF4-FFF2-40B4-BE49-F238E27FC236}">
                      <a16:creationId xmlns:a16="http://schemas.microsoft.com/office/drawing/2014/main" id="{53CA1F41-ECA1-2704-4693-B255D11AD5FF}"/>
                    </a:ext>
                  </a:extLst>
                </p:cNvPr>
                <p:cNvSpPr/>
                <p:nvPr/>
              </p:nvSpPr>
              <p:spPr>
                <a:xfrm>
                  <a:off x="9482456" y="2654082"/>
                  <a:ext cx="1129100" cy="1941171"/>
                </a:xfrm>
                <a:custGeom>
                  <a:avLst/>
                  <a:gdLst/>
                  <a:ahLst/>
                  <a:cxnLst/>
                  <a:rect l="l" t="t" r="r" b="b"/>
                  <a:pathLst>
                    <a:path w="1129100" h="1941171">
                      <a:moveTo>
                        <a:pt x="647633" y="102357"/>
                      </a:moveTo>
                      <a:cubicBezTo>
                        <a:pt x="688296" y="109871"/>
                        <a:pt x="728716" y="112169"/>
                        <a:pt x="764141" y="77634"/>
                      </a:cubicBezTo>
                      <a:cubicBezTo>
                        <a:pt x="833672" y="9847"/>
                        <a:pt x="930431" y="-44460"/>
                        <a:pt x="1008736" y="52911"/>
                      </a:cubicBezTo>
                      <a:cubicBezTo>
                        <a:pt x="1053900" y="109065"/>
                        <a:pt x="995351" y="195690"/>
                        <a:pt x="1033095" y="249933"/>
                      </a:cubicBezTo>
                      <a:cubicBezTo>
                        <a:pt x="1066471" y="297900"/>
                        <a:pt x="1119917" y="301222"/>
                        <a:pt x="1128194" y="371847"/>
                      </a:cubicBezTo>
                      <a:cubicBezTo>
                        <a:pt x="1140367" y="475741"/>
                        <a:pt x="1026678" y="543048"/>
                        <a:pt x="979268" y="621834"/>
                      </a:cubicBezTo>
                      <a:cubicBezTo>
                        <a:pt x="939483" y="687949"/>
                        <a:pt x="993267" y="726303"/>
                        <a:pt x="1009177" y="786773"/>
                      </a:cubicBezTo>
                      <a:cubicBezTo>
                        <a:pt x="1021445" y="833394"/>
                        <a:pt x="1002212" y="877153"/>
                        <a:pt x="972170" y="913753"/>
                      </a:cubicBezTo>
                      <a:cubicBezTo>
                        <a:pt x="919188" y="978287"/>
                        <a:pt x="821132" y="1019675"/>
                        <a:pt x="823488" y="1116780"/>
                      </a:cubicBezTo>
                      <a:cubicBezTo>
                        <a:pt x="825456" y="1197824"/>
                        <a:pt x="827865" y="1270176"/>
                        <a:pt x="747926" y="1316060"/>
                      </a:cubicBezTo>
                      <a:cubicBezTo>
                        <a:pt x="693135" y="1347517"/>
                        <a:pt x="598748" y="1367697"/>
                        <a:pt x="591123" y="1443812"/>
                      </a:cubicBezTo>
                      <a:cubicBezTo>
                        <a:pt x="588427" y="1470747"/>
                        <a:pt x="602447" y="1496820"/>
                        <a:pt x="602490" y="1523892"/>
                      </a:cubicBezTo>
                      <a:cubicBezTo>
                        <a:pt x="602558" y="1566733"/>
                        <a:pt x="568114" y="1601842"/>
                        <a:pt x="531616" y="1624276"/>
                      </a:cubicBezTo>
                      <a:cubicBezTo>
                        <a:pt x="448570" y="1675312"/>
                        <a:pt x="374834" y="1724322"/>
                        <a:pt x="306361" y="1795405"/>
                      </a:cubicBezTo>
                      <a:cubicBezTo>
                        <a:pt x="277103" y="1825781"/>
                        <a:pt x="171516" y="1886826"/>
                        <a:pt x="198686" y="1941172"/>
                      </a:cubicBezTo>
                      <a:cubicBezTo>
                        <a:pt x="149295" y="1842386"/>
                        <a:pt x="95662" y="1745500"/>
                        <a:pt x="53134" y="1643440"/>
                      </a:cubicBezTo>
                      <a:cubicBezTo>
                        <a:pt x="18154" y="1559502"/>
                        <a:pt x="-35214" y="1436311"/>
                        <a:pt x="32800" y="1354127"/>
                      </a:cubicBezTo>
                      <a:cubicBezTo>
                        <a:pt x="53953" y="1328568"/>
                        <a:pt x="87218" y="1312854"/>
                        <a:pt x="101251" y="1282786"/>
                      </a:cubicBezTo>
                      <a:cubicBezTo>
                        <a:pt x="126588" y="1228488"/>
                        <a:pt x="80621" y="1164893"/>
                        <a:pt x="69044" y="1112374"/>
                      </a:cubicBezTo>
                      <a:cubicBezTo>
                        <a:pt x="50867" y="1029919"/>
                        <a:pt x="91770" y="945986"/>
                        <a:pt x="160324" y="899780"/>
                      </a:cubicBezTo>
                      <a:cubicBezTo>
                        <a:pt x="192759" y="877916"/>
                        <a:pt x="228030" y="853797"/>
                        <a:pt x="239329" y="816348"/>
                      </a:cubicBezTo>
                      <a:cubicBezTo>
                        <a:pt x="251664" y="775457"/>
                        <a:pt x="232924" y="731557"/>
                        <a:pt x="228403" y="690804"/>
                      </a:cubicBezTo>
                      <a:cubicBezTo>
                        <a:pt x="224233" y="653230"/>
                        <a:pt x="224609" y="614208"/>
                        <a:pt x="227648" y="576588"/>
                      </a:cubicBezTo>
                      <a:cubicBezTo>
                        <a:pt x="229791" y="550022"/>
                        <a:pt x="233791" y="523186"/>
                        <a:pt x="244768" y="498900"/>
                      </a:cubicBezTo>
                      <a:cubicBezTo>
                        <a:pt x="265646" y="452715"/>
                        <a:pt x="314373" y="434126"/>
                        <a:pt x="353189" y="405935"/>
                      </a:cubicBezTo>
                      <a:cubicBezTo>
                        <a:pt x="445605" y="338825"/>
                        <a:pt x="423573" y="234974"/>
                        <a:pt x="475261" y="146347"/>
                      </a:cubicBezTo>
                      <a:cubicBezTo>
                        <a:pt x="521663" y="66794"/>
                        <a:pt x="584933" y="90772"/>
                        <a:pt x="647633" y="102357"/>
                      </a:cubicBezTo>
                      <a:close/>
                    </a:path>
                  </a:pathLst>
                </a:custGeom>
                <a:solidFill>
                  <a:srgbClr val="26A8D1"/>
                </a:solidFill>
                <a:ln cap="flat">
                  <a:prstDash val="solid"/>
                </a:ln>
              </p:spPr>
              <p:txBody>
                <a:bodyPr vert="horz" lIns="91440" tIns="45720" rIns="91440" bIns="45720" anchor="ctr">
                  <a:normAutofit/>
                </a:bodyPr>
                <a:lstStyle/>
                <a:p>
                  <a:pPr marL="0" algn="l"/>
                  <a:endParaRPr/>
                </a:p>
              </p:txBody>
            </p:sp>
            <p:grpSp>
              <p:nvGrpSpPr>
                <p:cNvPr id="55" name="Group 92">
                  <a:extLst>
                    <a:ext uri="{FF2B5EF4-FFF2-40B4-BE49-F238E27FC236}">
                      <a16:creationId xmlns:a16="http://schemas.microsoft.com/office/drawing/2014/main" id="{C124B2BC-C6A4-BAF6-82E5-5FD4079B2ED7}"/>
                    </a:ext>
                  </a:extLst>
                </p:cNvPr>
                <p:cNvGrpSpPr/>
                <p:nvPr/>
              </p:nvGrpSpPr>
              <p:grpSpPr>
                <a:xfrm>
                  <a:off x="9614440" y="2606965"/>
                  <a:ext cx="1062565" cy="2083923"/>
                  <a:chOff x="9614440" y="2606965"/>
                  <a:chExt cx="1062565" cy="2083923"/>
                </a:xfrm>
                <a:noFill/>
              </p:grpSpPr>
              <p:sp>
                <p:nvSpPr>
                  <p:cNvPr id="56" name="Freeform 93">
                    <a:extLst>
                      <a:ext uri="{FF2B5EF4-FFF2-40B4-BE49-F238E27FC236}">
                        <a16:creationId xmlns:a16="http://schemas.microsoft.com/office/drawing/2014/main" id="{0CCA11E4-D49C-3035-E288-333BA334AD16}"/>
                      </a:ext>
                    </a:extLst>
                  </p:cNvPr>
                  <p:cNvSpPr/>
                  <p:nvPr/>
                </p:nvSpPr>
                <p:spPr>
                  <a:xfrm>
                    <a:off x="9654430" y="2606965"/>
                    <a:ext cx="848137" cy="2083923"/>
                  </a:xfrm>
                  <a:custGeom>
                    <a:avLst/>
                    <a:gdLst/>
                    <a:ahLst/>
                    <a:cxnLst/>
                    <a:rect l="l" t="t" r="r" b="b"/>
                    <a:pathLst>
                      <a:path w="848137" h="2083923">
                        <a:moveTo>
                          <a:pt x="0" y="2083924"/>
                        </a:moveTo>
                        <a:cubicBezTo>
                          <a:pt x="33853" y="1751568"/>
                          <a:pt x="122930" y="1427060"/>
                          <a:pt x="244754" y="1116628"/>
                        </a:cubicBezTo>
                        <a:cubicBezTo>
                          <a:pt x="360971" y="820491"/>
                          <a:pt x="495393" y="526733"/>
                          <a:pt x="665586" y="257458"/>
                        </a:cubicBezTo>
                        <a:cubicBezTo>
                          <a:pt x="721818" y="168488"/>
                          <a:pt x="782365" y="82193"/>
                          <a:pt x="848138" y="0"/>
                        </a:cubicBezTo>
                      </a:path>
                    </a:pathLst>
                  </a:custGeom>
                  <a:noFill/>
                  <a:ln w="21422" cap="flat">
                    <a:solidFill>
                      <a:srgbClr val="3DC8E8"/>
                    </a:solidFill>
                    <a:prstDash val="solid"/>
                  </a:ln>
                </p:spPr>
                <p:txBody>
                  <a:bodyPr vert="horz" lIns="91440" tIns="45720" rIns="91440" bIns="45720" anchor="ctr">
                    <a:normAutofit/>
                  </a:bodyPr>
                  <a:lstStyle/>
                  <a:p>
                    <a:pPr marL="0" algn="l"/>
                    <a:endParaRPr/>
                  </a:p>
                </p:txBody>
              </p:sp>
              <p:sp>
                <p:nvSpPr>
                  <p:cNvPr id="57" name="Freeform 94">
                    <a:extLst>
                      <a:ext uri="{FF2B5EF4-FFF2-40B4-BE49-F238E27FC236}">
                        <a16:creationId xmlns:a16="http://schemas.microsoft.com/office/drawing/2014/main" id="{695C10D7-0713-7123-99DD-DE7AB07E2FFE}"/>
                      </a:ext>
                    </a:extLst>
                  </p:cNvPr>
                  <p:cNvSpPr/>
                  <p:nvPr/>
                </p:nvSpPr>
                <p:spPr>
                  <a:xfrm>
                    <a:off x="10080119" y="3094582"/>
                    <a:ext cx="596886" cy="190935"/>
                  </a:xfrm>
                  <a:custGeom>
                    <a:avLst/>
                    <a:gdLst/>
                    <a:ahLst/>
                    <a:cxnLst/>
                    <a:rect l="l" t="t" r="r" b="b"/>
                    <a:pathLst>
                      <a:path w="596886" h="190935">
                        <a:moveTo>
                          <a:pt x="596887" y="0"/>
                        </a:moveTo>
                        <a:cubicBezTo>
                          <a:pt x="425140" y="26090"/>
                          <a:pt x="256815" y="74619"/>
                          <a:pt x="97538" y="143962"/>
                        </a:cubicBezTo>
                        <a:cubicBezTo>
                          <a:pt x="57128" y="161553"/>
                          <a:pt x="35795" y="165226"/>
                          <a:pt x="0" y="190935"/>
                        </a:cubicBezTo>
                      </a:path>
                    </a:pathLst>
                  </a:custGeom>
                  <a:noFill/>
                  <a:ln w="21422" cap="flat">
                    <a:solidFill>
                      <a:srgbClr val="3DC8E8"/>
                    </a:solidFill>
                    <a:prstDash val="solid"/>
                  </a:ln>
                </p:spPr>
                <p:txBody>
                  <a:bodyPr vert="horz" lIns="91440" tIns="45720" rIns="91440" bIns="45720" anchor="ctr">
                    <a:normAutofit fontScale="25000" lnSpcReduction="20000"/>
                  </a:bodyPr>
                  <a:lstStyle/>
                  <a:p>
                    <a:pPr marL="0" algn="l"/>
                    <a:endParaRPr/>
                  </a:p>
                </p:txBody>
              </p:sp>
              <p:sp>
                <p:nvSpPr>
                  <p:cNvPr id="58" name="Freeform 95">
                    <a:extLst>
                      <a:ext uri="{FF2B5EF4-FFF2-40B4-BE49-F238E27FC236}">
                        <a16:creationId xmlns:a16="http://schemas.microsoft.com/office/drawing/2014/main" id="{C4284B5B-2818-26FE-E2F0-69DC57D4F223}"/>
                      </a:ext>
                    </a:extLst>
                  </p:cNvPr>
                  <p:cNvSpPr/>
                  <p:nvPr/>
                </p:nvSpPr>
                <p:spPr>
                  <a:xfrm>
                    <a:off x="9936985" y="3521014"/>
                    <a:ext cx="548669" cy="100184"/>
                  </a:xfrm>
                  <a:custGeom>
                    <a:avLst/>
                    <a:gdLst/>
                    <a:ahLst/>
                    <a:cxnLst/>
                    <a:rect l="l" t="t" r="r" b="b"/>
                    <a:pathLst>
                      <a:path w="548669" h="100184">
                        <a:moveTo>
                          <a:pt x="0" y="100185"/>
                        </a:moveTo>
                        <a:cubicBezTo>
                          <a:pt x="173485" y="29848"/>
                          <a:pt x="361532" y="-4335"/>
                          <a:pt x="548669" y="440"/>
                        </a:cubicBezTo>
                      </a:path>
                    </a:pathLst>
                  </a:custGeom>
                  <a:noFill/>
                  <a:ln w="21422" cap="flat">
                    <a:solidFill>
                      <a:srgbClr val="3DC8E8"/>
                    </a:solidFill>
                    <a:prstDash val="solid"/>
                  </a:ln>
                </p:spPr>
                <p:txBody>
                  <a:bodyPr vert="horz" lIns="91440" tIns="45720" rIns="91440" bIns="45720" anchor="ctr">
                    <a:normAutofit fontScale="25000" lnSpcReduction="20000"/>
                  </a:bodyPr>
                  <a:lstStyle/>
                  <a:p>
                    <a:pPr marL="0" algn="l"/>
                    <a:endParaRPr/>
                  </a:p>
                </p:txBody>
              </p:sp>
              <p:sp>
                <p:nvSpPr>
                  <p:cNvPr id="59" name="Freeform 96">
                    <a:extLst>
                      <a:ext uri="{FF2B5EF4-FFF2-40B4-BE49-F238E27FC236}">
                        <a16:creationId xmlns:a16="http://schemas.microsoft.com/office/drawing/2014/main" id="{74A47171-4FC2-65A4-8840-73BD85A95ADA}"/>
                      </a:ext>
                    </a:extLst>
                  </p:cNvPr>
                  <p:cNvSpPr/>
                  <p:nvPr/>
                </p:nvSpPr>
                <p:spPr>
                  <a:xfrm>
                    <a:off x="9795431" y="3874242"/>
                    <a:ext cx="553029" cy="157018"/>
                  </a:xfrm>
                  <a:custGeom>
                    <a:avLst/>
                    <a:gdLst/>
                    <a:ahLst/>
                    <a:cxnLst/>
                    <a:rect l="l" t="t" r="r" b="b"/>
                    <a:pathLst>
                      <a:path w="553029" h="157018">
                        <a:moveTo>
                          <a:pt x="0" y="157018"/>
                        </a:moveTo>
                        <a:cubicBezTo>
                          <a:pt x="167499" y="59887"/>
                          <a:pt x="359484" y="5379"/>
                          <a:pt x="553030" y="0"/>
                        </a:cubicBezTo>
                      </a:path>
                    </a:pathLst>
                  </a:custGeom>
                  <a:noFill/>
                  <a:ln w="21422" cap="flat">
                    <a:solidFill>
                      <a:srgbClr val="3DC8E8"/>
                    </a:solidFill>
                    <a:prstDash val="solid"/>
                  </a:ln>
                </p:spPr>
                <p:txBody>
                  <a:bodyPr vert="horz" lIns="91440" tIns="45720" rIns="91440" bIns="45720" anchor="ctr">
                    <a:normAutofit fontScale="25000" lnSpcReduction="20000"/>
                  </a:bodyPr>
                  <a:lstStyle/>
                  <a:p>
                    <a:pPr marL="0" algn="l"/>
                    <a:endParaRPr/>
                  </a:p>
                </p:txBody>
              </p:sp>
              <p:sp>
                <p:nvSpPr>
                  <p:cNvPr id="60" name="Freeform 97">
                    <a:extLst>
                      <a:ext uri="{FF2B5EF4-FFF2-40B4-BE49-F238E27FC236}">
                        <a16:creationId xmlns:a16="http://schemas.microsoft.com/office/drawing/2014/main" id="{05D33370-EDE3-2169-19BE-DF3EF1A3457A}"/>
                      </a:ext>
                    </a:extLst>
                  </p:cNvPr>
                  <p:cNvSpPr/>
                  <p:nvPr/>
                </p:nvSpPr>
                <p:spPr>
                  <a:xfrm>
                    <a:off x="10059507" y="2750722"/>
                    <a:ext cx="41714" cy="525554"/>
                  </a:xfrm>
                  <a:custGeom>
                    <a:avLst/>
                    <a:gdLst/>
                    <a:ahLst/>
                    <a:cxnLst/>
                    <a:rect l="l" t="t" r="r" b="b"/>
                    <a:pathLst>
                      <a:path w="41714" h="525554">
                        <a:moveTo>
                          <a:pt x="30655" y="525554"/>
                        </a:moveTo>
                        <a:cubicBezTo>
                          <a:pt x="52425" y="350448"/>
                          <a:pt x="41979" y="171390"/>
                          <a:pt x="0" y="0"/>
                        </a:cubicBezTo>
                      </a:path>
                    </a:pathLst>
                  </a:custGeom>
                  <a:noFill/>
                  <a:ln w="21422" cap="flat">
                    <a:solidFill>
                      <a:srgbClr val="3DC8E8"/>
                    </a:solidFill>
                    <a:prstDash val="solid"/>
                  </a:ln>
                </p:spPr>
                <p:txBody>
                  <a:bodyPr vert="horz" lIns="91440" tIns="45720" rIns="91440" bIns="45720" anchor="ctr">
                    <a:normAutofit fontScale="92500" lnSpcReduction="20000"/>
                  </a:bodyPr>
                  <a:lstStyle/>
                  <a:p>
                    <a:pPr marL="0" algn="l"/>
                    <a:endParaRPr/>
                  </a:p>
                </p:txBody>
              </p:sp>
              <p:sp>
                <p:nvSpPr>
                  <p:cNvPr id="61" name="Freeform 98">
                    <a:extLst>
                      <a:ext uri="{FF2B5EF4-FFF2-40B4-BE49-F238E27FC236}">
                        <a16:creationId xmlns:a16="http://schemas.microsoft.com/office/drawing/2014/main" id="{2F8B079B-5F54-63F6-452E-E09826F4EC01}"/>
                      </a:ext>
                    </a:extLst>
                  </p:cNvPr>
                  <p:cNvSpPr/>
                  <p:nvPr/>
                </p:nvSpPr>
                <p:spPr>
                  <a:xfrm>
                    <a:off x="9712333" y="3137239"/>
                    <a:ext cx="229340" cy="470077"/>
                  </a:xfrm>
                  <a:custGeom>
                    <a:avLst/>
                    <a:gdLst/>
                    <a:ahLst/>
                    <a:cxnLst/>
                    <a:rect l="l" t="t" r="r" b="b"/>
                    <a:pathLst>
                      <a:path w="229340" h="470077">
                        <a:moveTo>
                          <a:pt x="229341" y="470077"/>
                        </a:moveTo>
                        <a:cubicBezTo>
                          <a:pt x="186122" y="299905"/>
                          <a:pt x="107525" y="138802"/>
                          <a:pt x="0" y="0"/>
                        </a:cubicBezTo>
                      </a:path>
                    </a:pathLst>
                  </a:custGeom>
                  <a:noFill/>
                  <a:ln w="21422" cap="flat">
                    <a:solidFill>
                      <a:srgbClr val="3DC8E8"/>
                    </a:solidFill>
                    <a:prstDash val="solid"/>
                  </a:ln>
                </p:spPr>
                <p:txBody>
                  <a:bodyPr vert="horz" lIns="91440" tIns="45720" rIns="91440" bIns="45720" anchor="ctr">
                    <a:normAutofit fontScale="77500" lnSpcReduction="20000"/>
                  </a:bodyPr>
                  <a:lstStyle/>
                  <a:p>
                    <a:pPr marL="0" algn="l"/>
                    <a:endParaRPr/>
                  </a:p>
                </p:txBody>
              </p:sp>
              <p:sp>
                <p:nvSpPr>
                  <p:cNvPr id="62" name="Freeform 99">
                    <a:extLst>
                      <a:ext uri="{FF2B5EF4-FFF2-40B4-BE49-F238E27FC236}">
                        <a16:creationId xmlns:a16="http://schemas.microsoft.com/office/drawing/2014/main" id="{0C173CDA-9316-09D2-462C-C1802E82ABB4}"/>
                      </a:ext>
                    </a:extLst>
                  </p:cNvPr>
                  <p:cNvSpPr/>
                  <p:nvPr/>
                </p:nvSpPr>
                <p:spPr>
                  <a:xfrm>
                    <a:off x="9614440" y="3629184"/>
                    <a:ext cx="169135" cy="412243"/>
                  </a:xfrm>
                  <a:custGeom>
                    <a:avLst/>
                    <a:gdLst/>
                    <a:ahLst/>
                    <a:cxnLst/>
                    <a:rect l="l" t="t" r="r" b="b"/>
                    <a:pathLst>
                      <a:path w="169135" h="412243">
                        <a:moveTo>
                          <a:pt x="169135" y="412243"/>
                        </a:moveTo>
                        <a:cubicBezTo>
                          <a:pt x="168252" y="362047"/>
                          <a:pt x="159457" y="311996"/>
                          <a:pt x="143177" y="264505"/>
                        </a:cubicBezTo>
                        <a:cubicBezTo>
                          <a:pt x="124232" y="209259"/>
                          <a:pt x="95441" y="157974"/>
                          <a:pt x="65759" y="107679"/>
                        </a:cubicBezTo>
                        <a:cubicBezTo>
                          <a:pt x="44384" y="71456"/>
                          <a:pt x="22460" y="35559"/>
                          <a:pt x="0" y="0"/>
                        </a:cubicBezTo>
                      </a:path>
                    </a:pathLst>
                  </a:custGeom>
                  <a:noFill/>
                  <a:ln w="21422" cap="flat">
                    <a:solidFill>
                      <a:srgbClr val="3DC8E8"/>
                    </a:solidFill>
                    <a:prstDash val="solid"/>
                  </a:ln>
                </p:spPr>
                <p:txBody>
                  <a:bodyPr vert="horz" lIns="91440" tIns="45720" rIns="91440" bIns="45720" anchor="ctr">
                    <a:normAutofit fontScale="62500" lnSpcReduction="20000"/>
                  </a:bodyPr>
                  <a:lstStyle/>
                  <a:p>
                    <a:pPr marL="0" algn="l"/>
                    <a:endParaRPr/>
                  </a:p>
                </p:txBody>
              </p:sp>
            </p:grpSp>
          </p:grpSp>
          <p:sp>
            <p:nvSpPr>
              <p:cNvPr id="51" name="Freeform 100">
                <a:extLst>
                  <a:ext uri="{FF2B5EF4-FFF2-40B4-BE49-F238E27FC236}">
                    <a16:creationId xmlns:a16="http://schemas.microsoft.com/office/drawing/2014/main" id="{7E41F508-BA90-A58C-0ECD-2217B97F8905}"/>
                  </a:ext>
                </a:extLst>
              </p:cNvPr>
              <p:cNvSpPr/>
              <p:nvPr/>
            </p:nvSpPr>
            <p:spPr>
              <a:xfrm>
                <a:off x="9259079" y="4575781"/>
                <a:ext cx="830902" cy="831524"/>
              </a:xfrm>
              <a:custGeom>
                <a:avLst/>
                <a:gdLst/>
                <a:ahLst/>
                <a:cxnLst/>
                <a:rect l="l" t="t" r="r" b="b"/>
                <a:pathLst>
                  <a:path w="830902" h="831524">
                    <a:moveTo>
                      <a:pt x="0" y="0"/>
                    </a:moveTo>
                    <a:lnTo>
                      <a:pt x="830903" y="0"/>
                    </a:lnTo>
                    <a:lnTo>
                      <a:pt x="685131" y="831524"/>
                    </a:lnTo>
                    <a:lnTo>
                      <a:pt x="145775" y="831524"/>
                    </a:lnTo>
                    <a:close/>
                  </a:path>
                </a:pathLst>
              </a:custGeom>
              <a:solidFill>
                <a:srgbClr val="EFB126"/>
              </a:solidFill>
              <a:ln cap="flat">
                <a:prstDash val="solid"/>
              </a:ln>
            </p:spPr>
            <p:txBody>
              <a:bodyPr vert="horz" lIns="91440" tIns="45720" rIns="91440" bIns="45720" anchor="ctr">
                <a:normAutofit/>
              </a:bodyPr>
              <a:lstStyle/>
              <a:p>
                <a:pPr marL="0" algn="l"/>
                <a:endParaRPr/>
              </a:p>
            </p:txBody>
          </p:sp>
          <p:sp>
            <p:nvSpPr>
              <p:cNvPr id="52" name="Freeform 101">
                <a:extLst>
                  <a:ext uri="{FF2B5EF4-FFF2-40B4-BE49-F238E27FC236}">
                    <a16:creationId xmlns:a16="http://schemas.microsoft.com/office/drawing/2014/main" id="{8D986AB8-0AA3-D877-5679-FF21A5034605}"/>
                  </a:ext>
                </a:extLst>
              </p:cNvPr>
              <p:cNvSpPr/>
              <p:nvPr/>
            </p:nvSpPr>
            <p:spPr>
              <a:xfrm rot="-10800000">
                <a:off x="9157353" y="4342384"/>
                <a:ext cx="1034353" cy="233399"/>
              </a:xfrm>
              <a:custGeom>
                <a:avLst/>
                <a:gdLst/>
                <a:ahLst/>
                <a:cxnLst/>
                <a:rect l="l" t="t" r="r" b="b"/>
                <a:pathLst>
                  <a:path w="1034353" h="233399">
                    <a:moveTo>
                      <a:pt x="0" y="0"/>
                    </a:moveTo>
                    <a:lnTo>
                      <a:pt x="1034354" y="0"/>
                    </a:lnTo>
                    <a:lnTo>
                      <a:pt x="1034354" y="233399"/>
                    </a:lnTo>
                    <a:lnTo>
                      <a:pt x="0" y="233399"/>
                    </a:lnTo>
                    <a:close/>
                  </a:path>
                </a:pathLst>
              </a:custGeom>
              <a:solidFill>
                <a:srgbClr val="FFC73C"/>
              </a:solidFill>
              <a:ln cap="flat">
                <a:prstDash val="solid"/>
              </a:ln>
            </p:spPr>
            <p:txBody>
              <a:bodyPr vert="horz" lIns="91440" tIns="45720" rIns="91440" bIns="45720" anchor="ctr">
                <a:normAutofit fontScale="25000" lnSpcReduction="20000"/>
              </a:bodyPr>
              <a:lstStyle/>
              <a:p>
                <a:pPr marL="0" algn="l"/>
                <a:endParaRPr/>
              </a:p>
            </p:txBody>
          </p:sp>
          <p:sp>
            <p:nvSpPr>
              <p:cNvPr id="53" name="Freeform 102">
                <a:extLst>
                  <a:ext uri="{FF2B5EF4-FFF2-40B4-BE49-F238E27FC236}">
                    <a16:creationId xmlns:a16="http://schemas.microsoft.com/office/drawing/2014/main" id="{0AB0B76A-77E5-215E-618E-CB4E46C73414}"/>
                  </a:ext>
                </a:extLst>
              </p:cNvPr>
              <p:cNvSpPr/>
              <p:nvPr/>
            </p:nvSpPr>
            <p:spPr>
              <a:xfrm>
                <a:off x="9259079" y="4575781"/>
                <a:ext cx="830902" cy="110272"/>
              </a:xfrm>
              <a:custGeom>
                <a:avLst/>
                <a:gdLst/>
                <a:ahLst/>
                <a:cxnLst/>
                <a:rect l="l" t="t" r="r" b="b"/>
                <a:pathLst>
                  <a:path w="830902" h="110272">
                    <a:moveTo>
                      <a:pt x="811572" y="110273"/>
                    </a:moveTo>
                    <a:lnTo>
                      <a:pt x="19331" y="110273"/>
                    </a:lnTo>
                    <a:lnTo>
                      <a:pt x="0" y="0"/>
                    </a:lnTo>
                    <a:lnTo>
                      <a:pt x="830903" y="0"/>
                    </a:lnTo>
                    <a:close/>
                  </a:path>
                </a:pathLst>
              </a:custGeom>
              <a:solidFill>
                <a:srgbClr val="231F20">
                  <a:alpha val="10000"/>
                </a:srgbClr>
              </a:solidFill>
              <a:ln cap="flat">
                <a:prstDash val="solid"/>
              </a:ln>
            </p:spPr>
            <p:txBody>
              <a:bodyPr vert="horz" lIns="91440" tIns="45720" rIns="91440" bIns="45720" anchor="ctr">
                <a:normAutofit fontScale="25000" lnSpcReduction="20000"/>
              </a:bodyPr>
              <a:lstStyle/>
              <a:p>
                <a:pPr marL="0" algn="l"/>
                <a:endParaRPr/>
              </a:p>
            </p:txBody>
          </p:sp>
        </p:grpSp>
        <p:grpSp>
          <p:nvGrpSpPr>
            <p:cNvPr id="12" name="Group 103">
              <a:extLst>
                <a:ext uri="{FF2B5EF4-FFF2-40B4-BE49-F238E27FC236}">
                  <a16:creationId xmlns:a16="http://schemas.microsoft.com/office/drawing/2014/main" id="{A2816D2D-1083-C4D9-A7BF-6532D9BFBA67}"/>
                </a:ext>
              </a:extLst>
            </p:cNvPr>
            <p:cNvGrpSpPr/>
            <p:nvPr/>
          </p:nvGrpSpPr>
          <p:grpSpPr>
            <a:xfrm>
              <a:off x="3919872" y="1942203"/>
              <a:ext cx="833944" cy="849780"/>
              <a:chOff x="7776526" y="3470430"/>
              <a:chExt cx="1900086" cy="1936167"/>
            </a:xfrm>
          </p:grpSpPr>
          <p:grpSp>
            <p:nvGrpSpPr>
              <p:cNvPr id="13" name="Group 104">
                <a:extLst>
                  <a:ext uri="{FF2B5EF4-FFF2-40B4-BE49-F238E27FC236}">
                    <a16:creationId xmlns:a16="http://schemas.microsoft.com/office/drawing/2014/main" id="{2EB17C50-6754-B305-8DDE-0B84861A4875}"/>
                  </a:ext>
                </a:extLst>
              </p:cNvPr>
              <p:cNvGrpSpPr/>
              <p:nvPr/>
            </p:nvGrpSpPr>
            <p:grpSpPr>
              <a:xfrm>
                <a:off x="7886533" y="5064084"/>
                <a:ext cx="1640068" cy="342513"/>
                <a:chOff x="7886533" y="5064084"/>
                <a:chExt cx="1640068" cy="342513"/>
              </a:xfrm>
            </p:grpSpPr>
            <p:sp>
              <p:nvSpPr>
                <p:cNvPr id="43" name="Freeform 105">
                  <a:extLst>
                    <a:ext uri="{FF2B5EF4-FFF2-40B4-BE49-F238E27FC236}">
                      <a16:creationId xmlns:a16="http://schemas.microsoft.com/office/drawing/2014/main" id="{E753D248-D922-7B24-77C5-83D9816E921F}"/>
                    </a:ext>
                  </a:extLst>
                </p:cNvPr>
                <p:cNvSpPr/>
                <p:nvPr/>
              </p:nvSpPr>
              <p:spPr>
                <a:xfrm>
                  <a:off x="7886533" y="5064084"/>
                  <a:ext cx="1490063" cy="342513"/>
                </a:xfrm>
                <a:custGeom>
                  <a:avLst/>
                  <a:gdLst/>
                  <a:ahLst/>
                  <a:cxnLst/>
                  <a:rect l="l" t="t" r="r" b="b"/>
                  <a:pathLst>
                    <a:path w="1490063" h="342513">
                      <a:moveTo>
                        <a:pt x="1490064" y="342514"/>
                      </a:moveTo>
                      <a:lnTo>
                        <a:pt x="195007" y="342514"/>
                      </a:lnTo>
                      <a:cubicBezTo>
                        <a:pt x="87306" y="342514"/>
                        <a:pt x="0" y="274555"/>
                        <a:pt x="0" y="190717"/>
                      </a:cubicBezTo>
                      <a:lnTo>
                        <a:pt x="0" y="151797"/>
                      </a:lnTo>
                      <a:cubicBezTo>
                        <a:pt x="0" y="67963"/>
                        <a:pt x="87306" y="0"/>
                        <a:pt x="195007" y="0"/>
                      </a:cubicBezTo>
                      <a:lnTo>
                        <a:pt x="1490064" y="0"/>
                      </a:lnTo>
                      <a:lnTo>
                        <a:pt x="1490064" y="46707"/>
                      </a:lnTo>
                      <a:lnTo>
                        <a:pt x="285009" y="46707"/>
                      </a:lnTo>
                      <a:cubicBezTo>
                        <a:pt x="243587" y="46707"/>
                        <a:pt x="210005" y="72849"/>
                        <a:pt x="210005" y="105090"/>
                      </a:cubicBezTo>
                      <a:lnTo>
                        <a:pt x="210005" y="237424"/>
                      </a:lnTo>
                      <a:cubicBezTo>
                        <a:pt x="210005" y="269669"/>
                        <a:pt x="243583" y="295807"/>
                        <a:pt x="285009" y="295807"/>
                      </a:cubicBezTo>
                      <a:lnTo>
                        <a:pt x="1490064" y="295807"/>
                      </a:lnTo>
                      <a:lnTo>
                        <a:pt x="1490064" y="342514"/>
                      </a:lnTo>
                      <a:close/>
                    </a:path>
                  </a:pathLst>
                </a:custGeom>
                <a:solidFill>
                  <a:srgbClr val="9B87FF"/>
                </a:solidFill>
                <a:ln cap="flat">
                  <a:prstDash val="solid"/>
                </a:ln>
              </p:spPr>
              <p:txBody>
                <a:bodyPr vert="horz" lIns="91440" tIns="45720" rIns="91440" bIns="45720" anchor="ctr">
                  <a:normAutofit fontScale="40000" lnSpcReduction="20000"/>
                </a:bodyPr>
                <a:lstStyle/>
                <a:p>
                  <a:pPr marL="0" algn="l"/>
                  <a:endParaRPr/>
                </a:p>
              </p:txBody>
            </p:sp>
            <p:sp>
              <p:nvSpPr>
                <p:cNvPr id="44" name="Freeform 106">
                  <a:extLst>
                    <a:ext uri="{FF2B5EF4-FFF2-40B4-BE49-F238E27FC236}">
                      <a16:creationId xmlns:a16="http://schemas.microsoft.com/office/drawing/2014/main" id="{8C2B709A-AC7B-B041-2CD1-7F7E074958AC}"/>
                    </a:ext>
                  </a:extLst>
                </p:cNvPr>
                <p:cNvSpPr/>
                <p:nvPr/>
              </p:nvSpPr>
              <p:spPr>
                <a:xfrm>
                  <a:off x="8036538" y="5064084"/>
                  <a:ext cx="1490063" cy="342513"/>
                </a:xfrm>
                <a:custGeom>
                  <a:avLst/>
                  <a:gdLst/>
                  <a:ahLst/>
                  <a:cxnLst/>
                  <a:rect l="l" t="t" r="r" b="b"/>
                  <a:pathLst>
                    <a:path w="1490063" h="342513">
                      <a:moveTo>
                        <a:pt x="1490063" y="342514"/>
                      </a:moveTo>
                      <a:lnTo>
                        <a:pt x="195007" y="342514"/>
                      </a:lnTo>
                      <a:cubicBezTo>
                        <a:pt x="87307" y="342514"/>
                        <a:pt x="0" y="274555"/>
                        <a:pt x="0" y="190717"/>
                      </a:cubicBezTo>
                      <a:lnTo>
                        <a:pt x="0" y="151797"/>
                      </a:lnTo>
                      <a:cubicBezTo>
                        <a:pt x="0" y="67963"/>
                        <a:pt x="87311" y="0"/>
                        <a:pt x="195007" y="0"/>
                      </a:cubicBezTo>
                      <a:lnTo>
                        <a:pt x="1490063" y="0"/>
                      </a:lnTo>
                      <a:lnTo>
                        <a:pt x="1490063" y="46707"/>
                      </a:lnTo>
                      <a:lnTo>
                        <a:pt x="195007" y="46707"/>
                      </a:lnTo>
                      <a:cubicBezTo>
                        <a:pt x="120448" y="46707"/>
                        <a:pt x="59999" y="93757"/>
                        <a:pt x="59999" y="151797"/>
                      </a:cubicBezTo>
                      <a:lnTo>
                        <a:pt x="59999" y="190717"/>
                      </a:lnTo>
                      <a:cubicBezTo>
                        <a:pt x="59999" y="248757"/>
                        <a:pt x="120444" y="295807"/>
                        <a:pt x="195007" y="295807"/>
                      </a:cubicBezTo>
                      <a:lnTo>
                        <a:pt x="1490063" y="295807"/>
                      </a:lnTo>
                      <a:lnTo>
                        <a:pt x="1490063" y="342514"/>
                      </a:lnTo>
                      <a:close/>
                    </a:path>
                  </a:pathLst>
                </a:custGeom>
                <a:solidFill>
                  <a:srgbClr val="8070F2"/>
                </a:solidFill>
                <a:ln cap="flat">
                  <a:prstDash val="solid"/>
                </a:ln>
              </p:spPr>
              <p:txBody>
                <a:bodyPr vert="horz" lIns="91440" tIns="45720" rIns="91440" bIns="45720" anchor="ctr">
                  <a:normAutofit fontScale="40000" lnSpcReduction="20000"/>
                </a:bodyPr>
                <a:lstStyle/>
                <a:p>
                  <a:pPr marL="0" algn="l"/>
                  <a:endParaRPr/>
                </a:p>
              </p:txBody>
            </p:sp>
            <p:sp>
              <p:nvSpPr>
                <p:cNvPr id="45" name="Freeform 107">
                  <a:extLst>
                    <a:ext uri="{FF2B5EF4-FFF2-40B4-BE49-F238E27FC236}">
                      <a16:creationId xmlns:a16="http://schemas.microsoft.com/office/drawing/2014/main" id="{CAAE3E4D-86EB-4B8C-D470-F623F3CD2E2E}"/>
                    </a:ext>
                  </a:extLst>
                </p:cNvPr>
                <p:cNvSpPr/>
                <p:nvPr/>
              </p:nvSpPr>
              <p:spPr>
                <a:xfrm>
                  <a:off x="8092791" y="5110795"/>
                  <a:ext cx="1398812" cy="249099"/>
                </a:xfrm>
                <a:custGeom>
                  <a:avLst/>
                  <a:gdLst/>
                  <a:ahLst/>
                  <a:cxnLst/>
                  <a:rect l="l" t="t" r="r" b="b"/>
                  <a:pathLst>
                    <a:path w="1398812" h="249099">
                      <a:moveTo>
                        <a:pt x="1398813" y="249100"/>
                      </a:moveTo>
                      <a:lnTo>
                        <a:pt x="124550" y="249100"/>
                      </a:lnTo>
                      <a:cubicBezTo>
                        <a:pt x="55764" y="249100"/>
                        <a:pt x="0" y="193335"/>
                        <a:pt x="0" y="124550"/>
                      </a:cubicBezTo>
                      <a:lnTo>
                        <a:pt x="0" y="124550"/>
                      </a:lnTo>
                      <a:cubicBezTo>
                        <a:pt x="0" y="55764"/>
                        <a:pt x="55764" y="0"/>
                        <a:pt x="124550" y="0"/>
                      </a:cubicBezTo>
                      <a:lnTo>
                        <a:pt x="1398813" y="0"/>
                      </a:lnTo>
                      <a:lnTo>
                        <a:pt x="1398813" y="249100"/>
                      </a:ln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46" name="Freeform 108">
                  <a:extLst>
                    <a:ext uri="{FF2B5EF4-FFF2-40B4-BE49-F238E27FC236}">
                      <a16:creationId xmlns:a16="http://schemas.microsoft.com/office/drawing/2014/main" id="{83980ED8-4708-AB92-9B08-366AD903462C}"/>
                    </a:ext>
                  </a:extLst>
                </p:cNvPr>
                <p:cNvSpPr/>
                <p:nvPr/>
              </p:nvSpPr>
              <p:spPr>
                <a:xfrm>
                  <a:off x="8162790" y="5211076"/>
                  <a:ext cx="1162555" cy="14153"/>
                </a:xfrm>
                <a:custGeom>
                  <a:avLst/>
                  <a:gdLst/>
                  <a:ahLst/>
                  <a:cxnLst/>
                  <a:rect l="l" t="t" r="r" b="b"/>
                  <a:pathLst>
                    <a:path w="1162555" h="14153">
                      <a:moveTo>
                        <a:pt x="0" y="7077"/>
                      </a:moveTo>
                      <a:cubicBezTo>
                        <a:pt x="96882" y="4342"/>
                        <a:pt x="193760" y="2503"/>
                        <a:pt x="290638" y="1573"/>
                      </a:cubicBezTo>
                      <a:cubicBezTo>
                        <a:pt x="387520" y="446"/>
                        <a:pt x="484398" y="141"/>
                        <a:pt x="581280" y="0"/>
                      </a:cubicBezTo>
                      <a:cubicBezTo>
                        <a:pt x="678157" y="125"/>
                        <a:pt x="775035" y="424"/>
                        <a:pt x="871918" y="1552"/>
                      </a:cubicBezTo>
                      <a:cubicBezTo>
                        <a:pt x="968796" y="2477"/>
                        <a:pt x="1065678" y="4325"/>
                        <a:pt x="1162556" y="7077"/>
                      </a:cubicBezTo>
                      <a:cubicBezTo>
                        <a:pt x="1065674" y="9828"/>
                        <a:pt x="968796" y="11676"/>
                        <a:pt x="871918" y="12602"/>
                      </a:cubicBezTo>
                      <a:cubicBezTo>
                        <a:pt x="775035" y="13725"/>
                        <a:pt x="678157" y="14029"/>
                        <a:pt x="581280" y="14153"/>
                      </a:cubicBezTo>
                      <a:cubicBezTo>
                        <a:pt x="484398" y="14012"/>
                        <a:pt x="387520" y="13712"/>
                        <a:pt x="290638" y="12580"/>
                      </a:cubicBezTo>
                      <a:cubicBezTo>
                        <a:pt x="193760" y="11650"/>
                        <a:pt x="96882" y="9811"/>
                        <a:pt x="0" y="7077"/>
                      </a:cubicBezTo>
                      <a:close/>
                    </a:path>
                  </a:pathLst>
                </a:custGeom>
                <a:solidFill>
                  <a:srgbClr val="DFDBDA"/>
                </a:solidFill>
                <a:ln cap="flat">
                  <a:prstDash val="solid"/>
                </a:ln>
              </p:spPr>
              <p:txBody>
                <a:bodyPr vert="horz" lIns="91440" tIns="45720" rIns="91440" bIns="45720" anchor="ctr">
                  <a:normAutofit fontScale="25000" lnSpcReduction="20000"/>
                </a:bodyPr>
                <a:lstStyle/>
                <a:p>
                  <a:pPr marL="0" algn="l"/>
                  <a:endParaRPr/>
                </a:p>
              </p:txBody>
            </p:sp>
            <p:sp>
              <p:nvSpPr>
                <p:cNvPr id="47" name="Freeform 109">
                  <a:extLst>
                    <a:ext uri="{FF2B5EF4-FFF2-40B4-BE49-F238E27FC236}">
                      <a16:creationId xmlns:a16="http://schemas.microsoft.com/office/drawing/2014/main" id="{8205A5F4-3341-6E97-5CCD-F52DEDE41C61}"/>
                    </a:ext>
                  </a:extLst>
                </p:cNvPr>
                <p:cNvSpPr/>
                <p:nvPr/>
              </p:nvSpPr>
              <p:spPr>
                <a:xfrm>
                  <a:off x="8319050" y="5288237"/>
                  <a:ext cx="1162550" cy="14153"/>
                </a:xfrm>
                <a:custGeom>
                  <a:avLst/>
                  <a:gdLst/>
                  <a:ahLst/>
                  <a:cxnLst/>
                  <a:rect l="l" t="t" r="r" b="b"/>
                  <a:pathLst>
                    <a:path w="1162550" h="14153">
                      <a:moveTo>
                        <a:pt x="0" y="7077"/>
                      </a:moveTo>
                      <a:cubicBezTo>
                        <a:pt x="96878" y="4342"/>
                        <a:pt x="193760" y="2504"/>
                        <a:pt x="290638" y="1573"/>
                      </a:cubicBezTo>
                      <a:cubicBezTo>
                        <a:pt x="387520" y="442"/>
                        <a:pt x="484398" y="142"/>
                        <a:pt x="581275" y="0"/>
                      </a:cubicBezTo>
                      <a:cubicBezTo>
                        <a:pt x="678157" y="125"/>
                        <a:pt x="775035" y="424"/>
                        <a:pt x="871913" y="1552"/>
                      </a:cubicBezTo>
                      <a:cubicBezTo>
                        <a:pt x="968796" y="2477"/>
                        <a:pt x="1065674" y="4325"/>
                        <a:pt x="1162551" y="7077"/>
                      </a:cubicBezTo>
                      <a:cubicBezTo>
                        <a:pt x="1065668" y="9829"/>
                        <a:pt x="968791" y="11676"/>
                        <a:pt x="871913" y="12602"/>
                      </a:cubicBezTo>
                      <a:cubicBezTo>
                        <a:pt x="775035" y="13729"/>
                        <a:pt x="678153" y="14029"/>
                        <a:pt x="581275" y="14153"/>
                      </a:cubicBezTo>
                      <a:cubicBezTo>
                        <a:pt x="484398" y="14012"/>
                        <a:pt x="387520" y="13712"/>
                        <a:pt x="290638" y="12580"/>
                      </a:cubicBezTo>
                      <a:cubicBezTo>
                        <a:pt x="193760" y="11650"/>
                        <a:pt x="96878" y="9816"/>
                        <a:pt x="0" y="7077"/>
                      </a:cubicBezTo>
                      <a:close/>
                    </a:path>
                  </a:pathLst>
                </a:custGeom>
                <a:solidFill>
                  <a:srgbClr val="DFDBDA"/>
                </a:solidFill>
                <a:ln cap="flat">
                  <a:prstDash val="solid"/>
                </a:ln>
              </p:spPr>
              <p:txBody>
                <a:bodyPr vert="horz" lIns="91440" tIns="45720" rIns="91440" bIns="45720" anchor="ctr">
                  <a:normAutofit fontScale="25000" lnSpcReduction="20000"/>
                </a:bodyPr>
                <a:lstStyle/>
                <a:p>
                  <a:pPr marL="0" algn="l"/>
                  <a:endParaRPr/>
                </a:p>
              </p:txBody>
            </p:sp>
            <p:sp>
              <p:nvSpPr>
                <p:cNvPr id="48" name="Freeform 110">
                  <a:extLst>
                    <a:ext uri="{FF2B5EF4-FFF2-40B4-BE49-F238E27FC236}">
                      <a16:creationId xmlns:a16="http://schemas.microsoft.com/office/drawing/2014/main" id="{A3A74BC6-16A8-9985-9A0C-1B8DD0AC01E4}"/>
                    </a:ext>
                  </a:extLst>
                </p:cNvPr>
                <p:cNvSpPr/>
                <p:nvPr/>
              </p:nvSpPr>
              <p:spPr>
                <a:xfrm>
                  <a:off x="8104702" y="5110791"/>
                  <a:ext cx="1389404" cy="78309"/>
                </a:xfrm>
                <a:custGeom>
                  <a:avLst/>
                  <a:gdLst/>
                  <a:ahLst/>
                  <a:cxnLst/>
                  <a:rect l="l" t="t" r="r" b="b"/>
                  <a:pathLst>
                    <a:path w="1389404" h="78309">
                      <a:moveTo>
                        <a:pt x="0" y="69218"/>
                      </a:moveTo>
                      <a:cubicBezTo>
                        <a:pt x="32546" y="10343"/>
                        <a:pt x="78953" y="0"/>
                        <a:pt x="112639" y="0"/>
                      </a:cubicBezTo>
                      <a:lnTo>
                        <a:pt x="1389405" y="0"/>
                      </a:lnTo>
                      <a:lnTo>
                        <a:pt x="1389405" y="78310"/>
                      </a:lnTo>
                    </a:path>
                  </a:pathLst>
                </a:custGeom>
                <a:solidFill>
                  <a:srgbClr val="231F20"/>
                </a:solidFill>
                <a:ln cap="flat">
                  <a:prstDash val="solid"/>
                </a:ln>
              </p:spPr>
              <p:txBody>
                <a:bodyPr vert="horz" lIns="91440" tIns="45720" rIns="91440" bIns="45720" anchor="ctr">
                  <a:normAutofit fontScale="25000" lnSpcReduction="20000"/>
                </a:bodyPr>
                <a:lstStyle/>
                <a:p>
                  <a:pPr marL="0" algn="l"/>
                  <a:endParaRPr/>
                </a:p>
              </p:txBody>
            </p:sp>
          </p:grpSp>
          <p:grpSp>
            <p:nvGrpSpPr>
              <p:cNvPr id="14" name="Group 111">
                <a:extLst>
                  <a:ext uri="{FF2B5EF4-FFF2-40B4-BE49-F238E27FC236}">
                    <a16:creationId xmlns:a16="http://schemas.microsoft.com/office/drawing/2014/main" id="{C6DCC040-D3DD-B45A-1188-0E55133BA314}"/>
                  </a:ext>
                </a:extLst>
              </p:cNvPr>
              <p:cNvGrpSpPr/>
              <p:nvPr/>
            </p:nvGrpSpPr>
            <p:grpSpPr>
              <a:xfrm>
                <a:off x="7972155" y="4624057"/>
                <a:ext cx="1490071" cy="440034"/>
                <a:chOff x="7972155" y="4624057"/>
                <a:chExt cx="1490071" cy="440034"/>
              </a:xfrm>
            </p:grpSpPr>
            <p:sp>
              <p:nvSpPr>
                <p:cNvPr id="38" name="Freeform 112">
                  <a:extLst>
                    <a:ext uri="{FF2B5EF4-FFF2-40B4-BE49-F238E27FC236}">
                      <a16:creationId xmlns:a16="http://schemas.microsoft.com/office/drawing/2014/main" id="{D53F5611-3930-00C9-AB03-CCFADA5A1516}"/>
                    </a:ext>
                  </a:extLst>
                </p:cNvPr>
                <p:cNvSpPr/>
                <p:nvPr/>
              </p:nvSpPr>
              <p:spPr>
                <a:xfrm>
                  <a:off x="7972155" y="4624057"/>
                  <a:ext cx="1490071" cy="440034"/>
                </a:xfrm>
                <a:custGeom>
                  <a:avLst/>
                  <a:gdLst/>
                  <a:ahLst/>
                  <a:cxnLst/>
                  <a:rect l="l" t="t" r="r" b="b"/>
                  <a:pathLst>
                    <a:path w="1490071" h="440034">
                      <a:moveTo>
                        <a:pt x="1490072" y="440035"/>
                      </a:moveTo>
                      <a:lnTo>
                        <a:pt x="135009" y="440035"/>
                      </a:lnTo>
                      <a:cubicBezTo>
                        <a:pt x="60569" y="440035"/>
                        <a:pt x="0" y="379474"/>
                        <a:pt x="0" y="305026"/>
                      </a:cubicBezTo>
                      <a:lnTo>
                        <a:pt x="0" y="135009"/>
                      </a:lnTo>
                      <a:cubicBezTo>
                        <a:pt x="0" y="60561"/>
                        <a:pt x="60569" y="0"/>
                        <a:pt x="135009" y="0"/>
                      </a:cubicBezTo>
                      <a:lnTo>
                        <a:pt x="1490072" y="0"/>
                      </a:lnTo>
                      <a:lnTo>
                        <a:pt x="1490072" y="60003"/>
                      </a:lnTo>
                      <a:lnTo>
                        <a:pt x="135009" y="60003"/>
                      </a:lnTo>
                      <a:cubicBezTo>
                        <a:pt x="93654" y="60003"/>
                        <a:pt x="60003" y="93650"/>
                        <a:pt x="60003" y="135009"/>
                      </a:cubicBezTo>
                      <a:lnTo>
                        <a:pt x="60003" y="305026"/>
                      </a:lnTo>
                      <a:cubicBezTo>
                        <a:pt x="60003" y="346381"/>
                        <a:pt x="93654" y="380032"/>
                        <a:pt x="135009" y="380032"/>
                      </a:cubicBezTo>
                      <a:lnTo>
                        <a:pt x="1490072" y="380032"/>
                      </a:lnTo>
                      <a:lnTo>
                        <a:pt x="1490072" y="440035"/>
                      </a:lnTo>
                      <a:close/>
                    </a:path>
                  </a:pathLst>
                </a:custGeom>
                <a:solidFill>
                  <a:srgbClr val="381F7A"/>
                </a:solidFill>
                <a:ln cap="flat">
                  <a:prstDash val="solid"/>
                </a:ln>
              </p:spPr>
              <p:txBody>
                <a:bodyPr vert="horz" lIns="91440" tIns="45720" rIns="91440" bIns="45720" anchor="ctr">
                  <a:normAutofit fontScale="70000" lnSpcReduction="20000"/>
                </a:bodyPr>
                <a:lstStyle/>
                <a:p>
                  <a:pPr marL="0" algn="l"/>
                  <a:endParaRPr/>
                </a:p>
              </p:txBody>
            </p:sp>
            <p:sp>
              <p:nvSpPr>
                <p:cNvPr id="39" name="Freeform 113">
                  <a:extLst>
                    <a:ext uri="{FF2B5EF4-FFF2-40B4-BE49-F238E27FC236}">
                      <a16:creationId xmlns:a16="http://schemas.microsoft.com/office/drawing/2014/main" id="{FDDBC29C-FB70-1C81-DA95-336DB86A0748}"/>
                    </a:ext>
                  </a:extLst>
                </p:cNvPr>
                <p:cNvSpPr/>
                <p:nvPr/>
              </p:nvSpPr>
              <p:spPr>
                <a:xfrm>
                  <a:off x="8028408" y="4684069"/>
                  <a:ext cx="1398817" cy="320015"/>
                </a:xfrm>
                <a:custGeom>
                  <a:avLst/>
                  <a:gdLst/>
                  <a:ahLst/>
                  <a:cxnLst/>
                  <a:rect l="l" t="t" r="r" b="b"/>
                  <a:pathLst>
                    <a:path w="1398817" h="320015">
                      <a:moveTo>
                        <a:pt x="1398817" y="320016"/>
                      </a:moveTo>
                      <a:lnTo>
                        <a:pt x="75005" y="320016"/>
                      </a:lnTo>
                      <a:cubicBezTo>
                        <a:pt x="33583" y="320016"/>
                        <a:pt x="0" y="286437"/>
                        <a:pt x="0" y="245011"/>
                      </a:cubicBezTo>
                      <a:lnTo>
                        <a:pt x="0" y="75005"/>
                      </a:lnTo>
                      <a:cubicBezTo>
                        <a:pt x="0" y="33583"/>
                        <a:pt x="33583" y="0"/>
                        <a:pt x="75005" y="0"/>
                      </a:cubicBezTo>
                      <a:lnTo>
                        <a:pt x="1398817" y="0"/>
                      </a:lnTo>
                      <a:lnTo>
                        <a:pt x="1398817" y="320016"/>
                      </a:lnTo>
                      <a:close/>
                    </a:path>
                  </a:pathLst>
                </a:custGeom>
                <a:solidFill>
                  <a:srgbClr val="FFFFFF"/>
                </a:solidFill>
                <a:ln cap="flat">
                  <a:prstDash val="solid"/>
                </a:ln>
              </p:spPr>
              <p:txBody>
                <a:bodyPr vert="horz" lIns="91440" tIns="45720" rIns="91440" bIns="45720" anchor="ctr">
                  <a:normAutofit fontScale="40000" lnSpcReduction="20000"/>
                </a:bodyPr>
                <a:lstStyle/>
                <a:p>
                  <a:pPr marL="0" algn="l"/>
                  <a:endParaRPr/>
                </a:p>
              </p:txBody>
            </p:sp>
            <p:sp>
              <p:nvSpPr>
                <p:cNvPr id="40" name="Freeform 114">
                  <a:extLst>
                    <a:ext uri="{FF2B5EF4-FFF2-40B4-BE49-F238E27FC236}">
                      <a16:creationId xmlns:a16="http://schemas.microsoft.com/office/drawing/2014/main" id="{32FCA72A-F4F3-5689-6147-616ED675E8E7}"/>
                    </a:ext>
                  </a:extLst>
                </p:cNvPr>
                <p:cNvSpPr/>
                <p:nvPr/>
              </p:nvSpPr>
              <p:spPr>
                <a:xfrm>
                  <a:off x="8028412" y="4684065"/>
                  <a:ext cx="1398818" cy="78309"/>
                </a:xfrm>
                <a:custGeom>
                  <a:avLst/>
                  <a:gdLst/>
                  <a:ahLst/>
                  <a:cxnLst/>
                  <a:rect l="l" t="t" r="r" b="b"/>
                  <a:pathLst>
                    <a:path w="1398818" h="78309">
                      <a:moveTo>
                        <a:pt x="0" y="75005"/>
                      </a:moveTo>
                      <a:cubicBezTo>
                        <a:pt x="0" y="33583"/>
                        <a:pt x="33583" y="0"/>
                        <a:pt x="75005" y="0"/>
                      </a:cubicBezTo>
                      <a:lnTo>
                        <a:pt x="1398818" y="0"/>
                      </a:lnTo>
                      <a:lnTo>
                        <a:pt x="1398818" y="78310"/>
                      </a:lnTo>
                    </a:path>
                  </a:pathLst>
                </a:custGeom>
                <a:solidFill>
                  <a:srgbClr val="231F20"/>
                </a:solidFill>
                <a:ln cap="flat">
                  <a:prstDash val="solid"/>
                </a:ln>
              </p:spPr>
              <p:txBody>
                <a:bodyPr vert="horz" lIns="91440" tIns="45720" rIns="91440" bIns="45720" anchor="ctr">
                  <a:normAutofit fontScale="25000" lnSpcReduction="20000"/>
                </a:bodyPr>
                <a:lstStyle/>
                <a:p>
                  <a:pPr marL="0" algn="l"/>
                  <a:endParaRPr/>
                </a:p>
              </p:txBody>
            </p:sp>
            <p:sp>
              <p:nvSpPr>
                <p:cNvPr id="41" name="Freeform 115">
                  <a:extLst>
                    <a:ext uri="{FF2B5EF4-FFF2-40B4-BE49-F238E27FC236}">
                      <a16:creationId xmlns:a16="http://schemas.microsoft.com/office/drawing/2014/main" id="{C5A27464-0263-FC73-BFCD-7071971CE64A}"/>
                    </a:ext>
                  </a:extLst>
                </p:cNvPr>
                <p:cNvSpPr/>
                <p:nvPr/>
              </p:nvSpPr>
              <p:spPr>
                <a:xfrm>
                  <a:off x="8213419" y="4815083"/>
                  <a:ext cx="1162550" cy="16360"/>
                </a:xfrm>
                <a:custGeom>
                  <a:avLst/>
                  <a:gdLst/>
                  <a:ahLst/>
                  <a:cxnLst/>
                  <a:rect l="l" t="t" r="r" b="b"/>
                  <a:pathLst>
                    <a:path w="1162550" h="16360">
                      <a:moveTo>
                        <a:pt x="0" y="8178"/>
                      </a:moveTo>
                      <a:cubicBezTo>
                        <a:pt x="96882" y="5015"/>
                        <a:pt x="193760" y="2893"/>
                        <a:pt x="290638" y="1817"/>
                      </a:cubicBezTo>
                      <a:cubicBezTo>
                        <a:pt x="387516" y="510"/>
                        <a:pt x="484398" y="163"/>
                        <a:pt x="581276" y="0"/>
                      </a:cubicBezTo>
                      <a:cubicBezTo>
                        <a:pt x="678153" y="145"/>
                        <a:pt x="775035" y="493"/>
                        <a:pt x="871913" y="1796"/>
                      </a:cubicBezTo>
                      <a:cubicBezTo>
                        <a:pt x="968791" y="2867"/>
                        <a:pt x="1065674" y="5002"/>
                        <a:pt x="1162551" y="8182"/>
                      </a:cubicBezTo>
                      <a:cubicBezTo>
                        <a:pt x="1065670" y="11363"/>
                        <a:pt x="968791" y="13497"/>
                        <a:pt x="871913" y="14569"/>
                      </a:cubicBezTo>
                      <a:cubicBezTo>
                        <a:pt x="775031" y="15872"/>
                        <a:pt x="678153" y="16219"/>
                        <a:pt x="581276" y="16361"/>
                      </a:cubicBezTo>
                      <a:cubicBezTo>
                        <a:pt x="484393" y="16197"/>
                        <a:pt x="387516" y="15851"/>
                        <a:pt x="290638" y="14543"/>
                      </a:cubicBezTo>
                      <a:cubicBezTo>
                        <a:pt x="193760" y="13463"/>
                        <a:pt x="96882" y="11341"/>
                        <a:pt x="0" y="8178"/>
                      </a:cubicBezTo>
                      <a:close/>
                    </a:path>
                  </a:pathLst>
                </a:custGeom>
                <a:solidFill>
                  <a:srgbClr val="DFDBDA"/>
                </a:solidFill>
                <a:ln cap="flat">
                  <a:prstDash val="solid"/>
                </a:ln>
              </p:spPr>
              <p:txBody>
                <a:bodyPr vert="horz" lIns="91440" tIns="45720" rIns="91440" bIns="45720" anchor="ctr">
                  <a:normAutofit fontScale="25000" lnSpcReduction="20000"/>
                </a:bodyPr>
                <a:lstStyle/>
                <a:p>
                  <a:pPr marL="0" algn="l"/>
                  <a:endParaRPr/>
                </a:p>
              </p:txBody>
            </p:sp>
            <p:sp>
              <p:nvSpPr>
                <p:cNvPr id="42" name="Freeform 116">
                  <a:extLst>
                    <a:ext uri="{FF2B5EF4-FFF2-40B4-BE49-F238E27FC236}">
                      <a16:creationId xmlns:a16="http://schemas.microsoft.com/office/drawing/2014/main" id="{BC09429A-8A84-5B63-F72E-55286D104DFE}"/>
                    </a:ext>
                  </a:extLst>
                </p:cNvPr>
                <p:cNvSpPr/>
                <p:nvPr/>
              </p:nvSpPr>
              <p:spPr>
                <a:xfrm>
                  <a:off x="8108415" y="4883963"/>
                  <a:ext cx="1162555" cy="16360"/>
                </a:xfrm>
                <a:custGeom>
                  <a:avLst/>
                  <a:gdLst/>
                  <a:ahLst/>
                  <a:cxnLst/>
                  <a:rect l="l" t="t" r="r" b="b"/>
                  <a:pathLst>
                    <a:path w="1162555" h="16360">
                      <a:moveTo>
                        <a:pt x="0" y="8179"/>
                      </a:moveTo>
                      <a:cubicBezTo>
                        <a:pt x="96882" y="5015"/>
                        <a:pt x="193760" y="2893"/>
                        <a:pt x="290638" y="1818"/>
                      </a:cubicBezTo>
                      <a:cubicBezTo>
                        <a:pt x="387520" y="510"/>
                        <a:pt x="484398" y="163"/>
                        <a:pt x="581280" y="0"/>
                      </a:cubicBezTo>
                      <a:cubicBezTo>
                        <a:pt x="678158" y="146"/>
                        <a:pt x="775035" y="493"/>
                        <a:pt x="871917" y="1796"/>
                      </a:cubicBezTo>
                      <a:cubicBezTo>
                        <a:pt x="968795" y="2863"/>
                        <a:pt x="1065677" y="5002"/>
                        <a:pt x="1162555" y="8183"/>
                      </a:cubicBezTo>
                      <a:cubicBezTo>
                        <a:pt x="1065673" y="11363"/>
                        <a:pt x="968795" y="13498"/>
                        <a:pt x="871917" y="14569"/>
                      </a:cubicBezTo>
                      <a:cubicBezTo>
                        <a:pt x="775035" y="15872"/>
                        <a:pt x="678158" y="16219"/>
                        <a:pt x="581280" y="16361"/>
                      </a:cubicBezTo>
                      <a:cubicBezTo>
                        <a:pt x="484398" y="16198"/>
                        <a:pt x="387520" y="15851"/>
                        <a:pt x="290638" y="14544"/>
                      </a:cubicBezTo>
                      <a:cubicBezTo>
                        <a:pt x="193760" y="13463"/>
                        <a:pt x="96878" y="11337"/>
                        <a:pt x="0" y="8179"/>
                      </a:cubicBezTo>
                      <a:close/>
                    </a:path>
                  </a:pathLst>
                </a:custGeom>
                <a:solidFill>
                  <a:srgbClr val="DFDBDA"/>
                </a:solidFill>
                <a:ln cap="flat">
                  <a:prstDash val="solid"/>
                </a:ln>
              </p:spPr>
              <p:txBody>
                <a:bodyPr vert="horz" lIns="91440" tIns="45720" rIns="91440" bIns="45720" anchor="ctr">
                  <a:normAutofit fontScale="25000" lnSpcReduction="20000"/>
                </a:bodyPr>
                <a:lstStyle/>
                <a:p>
                  <a:pPr marL="0" algn="l"/>
                  <a:endParaRPr/>
                </a:p>
              </p:txBody>
            </p:sp>
          </p:grpSp>
          <p:grpSp>
            <p:nvGrpSpPr>
              <p:cNvPr id="15" name="Group 117">
                <a:extLst>
                  <a:ext uri="{FF2B5EF4-FFF2-40B4-BE49-F238E27FC236}">
                    <a16:creationId xmlns:a16="http://schemas.microsoft.com/office/drawing/2014/main" id="{ACB73D68-693C-1D1D-F9DC-E7C98383EE7B}"/>
                  </a:ext>
                </a:extLst>
              </p:cNvPr>
              <p:cNvGrpSpPr/>
              <p:nvPr/>
            </p:nvGrpSpPr>
            <p:grpSpPr>
              <a:xfrm>
                <a:off x="8036538" y="4057154"/>
                <a:ext cx="1640073" cy="342509"/>
                <a:chOff x="8036538" y="4057154"/>
                <a:chExt cx="1640073" cy="342509"/>
              </a:xfrm>
            </p:grpSpPr>
            <p:sp>
              <p:nvSpPr>
                <p:cNvPr id="32" name="Freeform 118">
                  <a:extLst>
                    <a:ext uri="{FF2B5EF4-FFF2-40B4-BE49-F238E27FC236}">
                      <a16:creationId xmlns:a16="http://schemas.microsoft.com/office/drawing/2014/main" id="{BDA13B8C-A1BB-C78A-D85D-592BAC12F104}"/>
                    </a:ext>
                  </a:extLst>
                </p:cNvPr>
                <p:cNvSpPr/>
                <p:nvPr/>
              </p:nvSpPr>
              <p:spPr>
                <a:xfrm>
                  <a:off x="8186540" y="4057154"/>
                  <a:ext cx="1490072" cy="342509"/>
                </a:xfrm>
                <a:custGeom>
                  <a:avLst/>
                  <a:gdLst/>
                  <a:ahLst/>
                  <a:cxnLst/>
                  <a:rect l="l" t="t" r="r" b="b"/>
                  <a:pathLst>
                    <a:path w="1490072" h="342509">
                      <a:moveTo>
                        <a:pt x="4" y="342510"/>
                      </a:moveTo>
                      <a:lnTo>
                        <a:pt x="1295060" y="342510"/>
                      </a:lnTo>
                      <a:cubicBezTo>
                        <a:pt x="1402762" y="342510"/>
                        <a:pt x="1490072" y="274547"/>
                        <a:pt x="1490072" y="190712"/>
                      </a:cubicBezTo>
                      <a:lnTo>
                        <a:pt x="1490072" y="151793"/>
                      </a:lnTo>
                      <a:cubicBezTo>
                        <a:pt x="1490072" y="67958"/>
                        <a:pt x="1402762" y="0"/>
                        <a:pt x="1295060" y="0"/>
                      </a:cubicBezTo>
                      <a:lnTo>
                        <a:pt x="4" y="0"/>
                      </a:lnTo>
                      <a:lnTo>
                        <a:pt x="4" y="46707"/>
                      </a:lnTo>
                      <a:lnTo>
                        <a:pt x="1205053" y="46707"/>
                      </a:lnTo>
                      <a:cubicBezTo>
                        <a:pt x="1246476" y="46707"/>
                        <a:pt x="1280058" y="72845"/>
                        <a:pt x="1280058" y="105090"/>
                      </a:cubicBezTo>
                      <a:lnTo>
                        <a:pt x="1280058" y="237420"/>
                      </a:lnTo>
                      <a:cubicBezTo>
                        <a:pt x="1280058" y="269665"/>
                        <a:pt x="1246480" y="295803"/>
                        <a:pt x="1205053" y="295803"/>
                      </a:cubicBezTo>
                      <a:lnTo>
                        <a:pt x="0" y="295803"/>
                      </a:lnTo>
                      <a:lnTo>
                        <a:pt x="0" y="342510"/>
                      </a:lnTo>
                      <a:close/>
                    </a:path>
                  </a:pathLst>
                </a:custGeom>
                <a:solidFill>
                  <a:srgbClr val="8B018D"/>
                </a:solidFill>
                <a:ln cap="flat">
                  <a:prstDash val="solid"/>
                </a:ln>
              </p:spPr>
              <p:txBody>
                <a:bodyPr vert="horz" lIns="91440" tIns="45720" rIns="91440" bIns="45720" anchor="ctr">
                  <a:normAutofit fontScale="40000" lnSpcReduction="20000"/>
                </a:bodyPr>
                <a:lstStyle/>
                <a:p>
                  <a:pPr marL="0" algn="l"/>
                  <a:endParaRPr/>
                </a:p>
              </p:txBody>
            </p:sp>
            <p:sp>
              <p:nvSpPr>
                <p:cNvPr id="33" name="Freeform 119">
                  <a:extLst>
                    <a:ext uri="{FF2B5EF4-FFF2-40B4-BE49-F238E27FC236}">
                      <a16:creationId xmlns:a16="http://schemas.microsoft.com/office/drawing/2014/main" id="{6D4AA04E-798D-7726-E65B-F08B537C67D5}"/>
                    </a:ext>
                  </a:extLst>
                </p:cNvPr>
                <p:cNvSpPr/>
                <p:nvPr/>
              </p:nvSpPr>
              <p:spPr>
                <a:xfrm>
                  <a:off x="8036538" y="4057154"/>
                  <a:ext cx="1490063" cy="342509"/>
                </a:xfrm>
                <a:custGeom>
                  <a:avLst/>
                  <a:gdLst/>
                  <a:ahLst/>
                  <a:cxnLst/>
                  <a:rect l="l" t="t" r="r" b="b"/>
                  <a:pathLst>
                    <a:path w="1490063" h="342509">
                      <a:moveTo>
                        <a:pt x="0" y="342510"/>
                      </a:moveTo>
                      <a:lnTo>
                        <a:pt x="1295057" y="342510"/>
                      </a:lnTo>
                      <a:cubicBezTo>
                        <a:pt x="1402757" y="342510"/>
                        <a:pt x="1490063" y="274547"/>
                        <a:pt x="1490063" y="190712"/>
                      </a:cubicBezTo>
                      <a:lnTo>
                        <a:pt x="1490063" y="151793"/>
                      </a:lnTo>
                      <a:cubicBezTo>
                        <a:pt x="1490063" y="67958"/>
                        <a:pt x="1402757" y="0"/>
                        <a:pt x="1295057" y="0"/>
                      </a:cubicBezTo>
                      <a:lnTo>
                        <a:pt x="0" y="0"/>
                      </a:lnTo>
                      <a:lnTo>
                        <a:pt x="0" y="46707"/>
                      </a:lnTo>
                      <a:lnTo>
                        <a:pt x="1295057" y="46707"/>
                      </a:lnTo>
                      <a:cubicBezTo>
                        <a:pt x="1369616" y="46707"/>
                        <a:pt x="1430060" y="93757"/>
                        <a:pt x="1430060" y="151797"/>
                      </a:cubicBezTo>
                      <a:lnTo>
                        <a:pt x="1430060" y="190717"/>
                      </a:lnTo>
                      <a:cubicBezTo>
                        <a:pt x="1430060" y="248757"/>
                        <a:pt x="1369616" y="295807"/>
                        <a:pt x="1295057" y="295807"/>
                      </a:cubicBezTo>
                      <a:lnTo>
                        <a:pt x="0" y="295807"/>
                      </a:lnTo>
                      <a:lnTo>
                        <a:pt x="0" y="342510"/>
                      </a:lnTo>
                      <a:close/>
                    </a:path>
                  </a:pathLst>
                </a:custGeom>
                <a:solidFill>
                  <a:srgbClr val="381F7A"/>
                </a:solidFill>
                <a:ln cap="flat">
                  <a:prstDash val="solid"/>
                </a:ln>
              </p:spPr>
              <p:txBody>
                <a:bodyPr vert="horz" lIns="91440" tIns="45720" rIns="91440" bIns="45720" anchor="ctr">
                  <a:normAutofit fontScale="40000" lnSpcReduction="20000"/>
                </a:bodyPr>
                <a:lstStyle/>
                <a:p>
                  <a:pPr marL="0" algn="l"/>
                  <a:endParaRPr/>
                </a:p>
              </p:txBody>
            </p:sp>
            <p:sp>
              <p:nvSpPr>
                <p:cNvPr id="34" name="Freeform 120">
                  <a:extLst>
                    <a:ext uri="{FF2B5EF4-FFF2-40B4-BE49-F238E27FC236}">
                      <a16:creationId xmlns:a16="http://schemas.microsoft.com/office/drawing/2014/main" id="{33B02A9A-EAA4-A8CC-5539-6E3E2CD51BA6}"/>
                    </a:ext>
                  </a:extLst>
                </p:cNvPr>
                <p:cNvSpPr/>
                <p:nvPr/>
              </p:nvSpPr>
              <p:spPr>
                <a:xfrm>
                  <a:off x="8071536" y="4103861"/>
                  <a:ext cx="1398812" cy="249099"/>
                </a:xfrm>
                <a:custGeom>
                  <a:avLst/>
                  <a:gdLst/>
                  <a:ahLst/>
                  <a:cxnLst/>
                  <a:rect l="l" t="t" r="r" b="b"/>
                  <a:pathLst>
                    <a:path w="1398812" h="249099">
                      <a:moveTo>
                        <a:pt x="0" y="249100"/>
                      </a:moveTo>
                      <a:lnTo>
                        <a:pt x="1274264" y="249100"/>
                      </a:lnTo>
                      <a:cubicBezTo>
                        <a:pt x="1343049" y="249100"/>
                        <a:pt x="1398813" y="193336"/>
                        <a:pt x="1398813" y="124550"/>
                      </a:cubicBezTo>
                      <a:lnTo>
                        <a:pt x="1398813" y="124550"/>
                      </a:lnTo>
                      <a:cubicBezTo>
                        <a:pt x="1398813" y="55764"/>
                        <a:pt x="1343049" y="0"/>
                        <a:pt x="1274264" y="0"/>
                      </a:cubicBezTo>
                      <a:lnTo>
                        <a:pt x="0" y="0"/>
                      </a:lnTo>
                      <a:lnTo>
                        <a:pt x="0" y="249100"/>
                      </a:lnTo>
                      <a:close/>
                    </a:path>
                  </a:pathLst>
                </a:custGeom>
                <a:solidFill>
                  <a:srgbClr val="FFFFFF"/>
                </a:solidFill>
                <a:ln cap="flat">
                  <a:prstDash val="solid"/>
                </a:ln>
              </p:spPr>
              <p:txBody>
                <a:bodyPr vert="horz" lIns="91440" tIns="45720" rIns="91440" bIns="45720" anchor="ctr">
                  <a:normAutofit fontScale="25000" lnSpcReduction="20000"/>
                </a:bodyPr>
                <a:lstStyle/>
                <a:p>
                  <a:pPr marL="0" algn="l"/>
                  <a:endParaRPr/>
                </a:p>
              </p:txBody>
            </p:sp>
            <p:sp>
              <p:nvSpPr>
                <p:cNvPr id="35" name="Freeform 121">
                  <a:extLst>
                    <a:ext uri="{FF2B5EF4-FFF2-40B4-BE49-F238E27FC236}">
                      <a16:creationId xmlns:a16="http://schemas.microsoft.com/office/drawing/2014/main" id="{6C2600AE-44BA-FE61-356E-30FB9ACF76B4}"/>
                    </a:ext>
                  </a:extLst>
                </p:cNvPr>
                <p:cNvSpPr/>
                <p:nvPr/>
              </p:nvSpPr>
              <p:spPr>
                <a:xfrm>
                  <a:off x="8237799" y="4204142"/>
                  <a:ext cx="1162551" cy="14153"/>
                </a:xfrm>
                <a:custGeom>
                  <a:avLst/>
                  <a:gdLst/>
                  <a:ahLst/>
                  <a:cxnLst/>
                  <a:rect l="l" t="t" r="r" b="b"/>
                  <a:pathLst>
                    <a:path w="1162551" h="14153">
                      <a:moveTo>
                        <a:pt x="1162552" y="7077"/>
                      </a:moveTo>
                      <a:cubicBezTo>
                        <a:pt x="1065670" y="4342"/>
                        <a:pt x="968791" y="2503"/>
                        <a:pt x="871913" y="1573"/>
                      </a:cubicBezTo>
                      <a:cubicBezTo>
                        <a:pt x="775031" y="442"/>
                        <a:pt x="678153" y="142"/>
                        <a:pt x="581276" y="0"/>
                      </a:cubicBezTo>
                      <a:cubicBezTo>
                        <a:pt x="484393" y="124"/>
                        <a:pt x="387516" y="424"/>
                        <a:pt x="290638" y="1552"/>
                      </a:cubicBezTo>
                      <a:cubicBezTo>
                        <a:pt x="193756" y="2477"/>
                        <a:pt x="96878" y="4325"/>
                        <a:pt x="0" y="7077"/>
                      </a:cubicBezTo>
                      <a:cubicBezTo>
                        <a:pt x="96878" y="9828"/>
                        <a:pt x="193760" y="11676"/>
                        <a:pt x="290638" y="12602"/>
                      </a:cubicBezTo>
                      <a:cubicBezTo>
                        <a:pt x="387516" y="13729"/>
                        <a:pt x="484398" y="14029"/>
                        <a:pt x="581276" y="14153"/>
                      </a:cubicBezTo>
                      <a:cubicBezTo>
                        <a:pt x="678153" y="14012"/>
                        <a:pt x="775035" y="13712"/>
                        <a:pt x="871913" y="12580"/>
                      </a:cubicBezTo>
                      <a:cubicBezTo>
                        <a:pt x="968791" y="11650"/>
                        <a:pt x="1065670" y="9815"/>
                        <a:pt x="1162552" y="7077"/>
                      </a:cubicBezTo>
                      <a:close/>
                    </a:path>
                  </a:pathLst>
                </a:custGeom>
                <a:solidFill>
                  <a:srgbClr val="DFDBDA"/>
                </a:solidFill>
                <a:ln cap="flat">
                  <a:prstDash val="solid"/>
                </a:ln>
              </p:spPr>
              <p:txBody>
                <a:bodyPr vert="horz" lIns="91440" tIns="45720" rIns="91440" bIns="45720" anchor="ctr">
                  <a:normAutofit fontScale="25000" lnSpcReduction="20000"/>
                </a:bodyPr>
                <a:lstStyle/>
                <a:p>
                  <a:pPr marL="0" algn="l"/>
                  <a:endParaRPr/>
                </a:p>
              </p:txBody>
            </p:sp>
            <p:sp>
              <p:nvSpPr>
                <p:cNvPr id="36" name="Freeform 122">
                  <a:extLst>
                    <a:ext uri="{FF2B5EF4-FFF2-40B4-BE49-F238E27FC236}">
                      <a16:creationId xmlns:a16="http://schemas.microsoft.com/office/drawing/2014/main" id="{AF88CEF4-2DBD-F174-4932-E5AB0881F241}"/>
                    </a:ext>
                  </a:extLst>
                </p:cNvPr>
                <p:cNvSpPr/>
                <p:nvPr/>
              </p:nvSpPr>
              <p:spPr>
                <a:xfrm>
                  <a:off x="8081540" y="4281307"/>
                  <a:ext cx="1162551" cy="14153"/>
                </a:xfrm>
                <a:custGeom>
                  <a:avLst/>
                  <a:gdLst/>
                  <a:ahLst/>
                  <a:cxnLst/>
                  <a:rect l="l" t="t" r="r" b="b"/>
                  <a:pathLst>
                    <a:path w="1162551" h="14153">
                      <a:moveTo>
                        <a:pt x="1162551" y="7077"/>
                      </a:moveTo>
                      <a:cubicBezTo>
                        <a:pt x="1065673" y="4342"/>
                        <a:pt x="968791" y="2503"/>
                        <a:pt x="871913" y="1573"/>
                      </a:cubicBezTo>
                      <a:cubicBezTo>
                        <a:pt x="775035" y="442"/>
                        <a:pt x="678153" y="142"/>
                        <a:pt x="581276" y="0"/>
                      </a:cubicBezTo>
                      <a:cubicBezTo>
                        <a:pt x="484398" y="124"/>
                        <a:pt x="387515" y="424"/>
                        <a:pt x="290638" y="1552"/>
                      </a:cubicBezTo>
                      <a:cubicBezTo>
                        <a:pt x="193760" y="2477"/>
                        <a:pt x="96878" y="4325"/>
                        <a:pt x="0" y="7077"/>
                      </a:cubicBezTo>
                      <a:cubicBezTo>
                        <a:pt x="96878" y="9828"/>
                        <a:pt x="193760" y="11676"/>
                        <a:pt x="290638" y="12602"/>
                      </a:cubicBezTo>
                      <a:cubicBezTo>
                        <a:pt x="387515" y="13729"/>
                        <a:pt x="484398" y="14029"/>
                        <a:pt x="581276" y="14153"/>
                      </a:cubicBezTo>
                      <a:cubicBezTo>
                        <a:pt x="678153" y="14012"/>
                        <a:pt x="775035" y="13712"/>
                        <a:pt x="871913" y="12580"/>
                      </a:cubicBezTo>
                      <a:cubicBezTo>
                        <a:pt x="968791" y="11650"/>
                        <a:pt x="1065673" y="9811"/>
                        <a:pt x="1162551" y="7077"/>
                      </a:cubicBezTo>
                      <a:close/>
                    </a:path>
                  </a:pathLst>
                </a:custGeom>
                <a:solidFill>
                  <a:srgbClr val="DFDBDA"/>
                </a:solidFill>
                <a:ln cap="flat">
                  <a:prstDash val="solid"/>
                </a:ln>
              </p:spPr>
              <p:txBody>
                <a:bodyPr vert="horz" lIns="91440" tIns="45720" rIns="91440" bIns="45720" anchor="ctr">
                  <a:normAutofit fontScale="25000" lnSpcReduction="20000"/>
                </a:bodyPr>
                <a:lstStyle/>
                <a:p>
                  <a:pPr marL="0" algn="l"/>
                  <a:endParaRPr/>
                </a:p>
              </p:txBody>
            </p:sp>
            <p:sp>
              <p:nvSpPr>
                <p:cNvPr id="37" name="Freeform 123">
                  <a:extLst>
                    <a:ext uri="{FF2B5EF4-FFF2-40B4-BE49-F238E27FC236}">
                      <a16:creationId xmlns:a16="http://schemas.microsoft.com/office/drawing/2014/main" id="{25298E47-74B3-17AF-A7A8-E38B137DA5DE}"/>
                    </a:ext>
                  </a:extLst>
                </p:cNvPr>
                <p:cNvSpPr/>
                <p:nvPr/>
              </p:nvSpPr>
              <p:spPr>
                <a:xfrm>
                  <a:off x="8069037" y="4103861"/>
                  <a:ext cx="1389405" cy="78309"/>
                </a:xfrm>
                <a:custGeom>
                  <a:avLst/>
                  <a:gdLst/>
                  <a:ahLst/>
                  <a:cxnLst/>
                  <a:rect l="l" t="t" r="r" b="b"/>
                  <a:pathLst>
                    <a:path w="1389405" h="78309">
                      <a:moveTo>
                        <a:pt x="1389405" y="69219"/>
                      </a:moveTo>
                      <a:cubicBezTo>
                        <a:pt x="1356860" y="10338"/>
                        <a:pt x="1310452" y="0"/>
                        <a:pt x="1276767" y="0"/>
                      </a:cubicBezTo>
                      <a:lnTo>
                        <a:pt x="0" y="0"/>
                      </a:lnTo>
                      <a:lnTo>
                        <a:pt x="0" y="78310"/>
                      </a:lnTo>
                    </a:path>
                  </a:pathLst>
                </a:custGeom>
                <a:solidFill>
                  <a:srgbClr val="231F20"/>
                </a:solidFill>
                <a:ln cap="flat">
                  <a:prstDash val="solid"/>
                </a:ln>
              </p:spPr>
              <p:txBody>
                <a:bodyPr vert="horz" lIns="91440" tIns="45720" rIns="91440" bIns="45720" anchor="ctr">
                  <a:normAutofit fontScale="25000" lnSpcReduction="20000"/>
                </a:bodyPr>
                <a:lstStyle/>
                <a:p>
                  <a:pPr marL="0" algn="l"/>
                  <a:endParaRPr/>
                </a:p>
              </p:txBody>
            </p:sp>
          </p:grpSp>
          <p:grpSp>
            <p:nvGrpSpPr>
              <p:cNvPr id="16" name="Group 124">
                <a:extLst>
                  <a:ext uri="{FF2B5EF4-FFF2-40B4-BE49-F238E27FC236}">
                    <a16:creationId xmlns:a16="http://schemas.microsoft.com/office/drawing/2014/main" id="{2F1FD2F2-CD0D-367F-5525-FE21464A08A2}"/>
                  </a:ext>
                </a:extLst>
              </p:cNvPr>
              <p:cNvGrpSpPr/>
              <p:nvPr/>
            </p:nvGrpSpPr>
            <p:grpSpPr>
              <a:xfrm>
                <a:off x="7926532" y="4399664"/>
                <a:ext cx="1640077" cy="231260"/>
                <a:chOff x="7926532" y="4399664"/>
                <a:chExt cx="1640077" cy="231260"/>
              </a:xfrm>
            </p:grpSpPr>
            <p:sp>
              <p:nvSpPr>
                <p:cNvPr id="28" name="Freeform 125">
                  <a:extLst>
                    <a:ext uri="{FF2B5EF4-FFF2-40B4-BE49-F238E27FC236}">
                      <a16:creationId xmlns:a16="http://schemas.microsoft.com/office/drawing/2014/main" id="{35AB9639-1252-48E6-8F5B-3F53B8F46A75}"/>
                    </a:ext>
                  </a:extLst>
                </p:cNvPr>
                <p:cNvSpPr/>
                <p:nvPr/>
              </p:nvSpPr>
              <p:spPr>
                <a:xfrm>
                  <a:off x="7926532" y="4399664"/>
                  <a:ext cx="1640077" cy="231260"/>
                </a:xfrm>
                <a:custGeom>
                  <a:avLst/>
                  <a:gdLst/>
                  <a:ahLst/>
                  <a:cxnLst/>
                  <a:rect l="l" t="t" r="r" b="b"/>
                  <a:pathLst>
                    <a:path w="1640077" h="231260">
                      <a:moveTo>
                        <a:pt x="0" y="0"/>
                      </a:moveTo>
                      <a:lnTo>
                        <a:pt x="1640078" y="0"/>
                      </a:lnTo>
                      <a:lnTo>
                        <a:pt x="1640078" y="231260"/>
                      </a:lnTo>
                      <a:lnTo>
                        <a:pt x="0" y="231260"/>
                      </a:lnTo>
                      <a:close/>
                    </a:path>
                  </a:pathLst>
                </a:custGeom>
                <a:solidFill>
                  <a:srgbClr val="3DC8E8"/>
                </a:solidFill>
                <a:ln cap="flat">
                  <a:prstDash val="solid"/>
                </a:ln>
              </p:spPr>
              <p:txBody>
                <a:bodyPr vert="horz" lIns="91440" tIns="45720" rIns="91440" bIns="45720" anchor="ctr">
                  <a:normAutofit fontScale="25000" lnSpcReduction="20000"/>
                </a:bodyPr>
                <a:lstStyle/>
                <a:p>
                  <a:pPr marL="0" algn="l"/>
                  <a:endParaRPr/>
                </a:p>
              </p:txBody>
            </p:sp>
            <p:sp>
              <p:nvSpPr>
                <p:cNvPr id="29" name="Freeform 126">
                  <a:extLst>
                    <a:ext uri="{FF2B5EF4-FFF2-40B4-BE49-F238E27FC236}">
                      <a16:creationId xmlns:a16="http://schemas.microsoft.com/office/drawing/2014/main" id="{22335244-C169-5C8E-F163-4921575726A6}"/>
                    </a:ext>
                  </a:extLst>
                </p:cNvPr>
                <p:cNvSpPr/>
                <p:nvPr/>
              </p:nvSpPr>
              <p:spPr>
                <a:xfrm>
                  <a:off x="8074665" y="4435291"/>
                  <a:ext cx="61876" cy="160005"/>
                </a:xfrm>
                <a:custGeom>
                  <a:avLst/>
                  <a:gdLst/>
                  <a:ahLst/>
                  <a:cxnLst/>
                  <a:rect l="l" t="t" r="r" b="b"/>
                  <a:pathLst>
                    <a:path w="61876" h="160005">
                      <a:moveTo>
                        <a:pt x="0" y="0"/>
                      </a:moveTo>
                      <a:lnTo>
                        <a:pt x="61877" y="0"/>
                      </a:lnTo>
                      <a:lnTo>
                        <a:pt x="61877" y="160005"/>
                      </a:lnTo>
                      <a:lnTo>
                        <a:pt x="0" y="160005"/>
                      </a:lnTo>
                      <a:close/>
                    </a:path>
                  </a:pathLst>
                </a:custGeom>
                <a:solidFill>
                  <a:srgbClr val="FFC73C"/>
                </a:solidFill>
                <a:ln cap="flat">
                  <a:prstDash val="solid"/>
                </a:ln>
              </p:spPr>
              <p:txBody>
                <a:bodyPr vert="horz" lIns="91440" tIns="45720" rIns="91440" bIns="45720" anchor="ctr">
                  <a:normAutofit fontScale="25000" lnSpcReduction="20000"/>
                </a:bodyPr>
                <a:lstStyle/>
                <a:p>
                  <a:pPr marL="0" algn="l"/>
                  <a:endParaRPr/>
                </a:p>
              </p:txBody>
            </p:sp>
            <p:sp>
              <p:nvSpPr>
                <p:cNvPr id="30" name="Freeform 127">
                  <a:extLst>
                    <a:ext uri="{FF2B5EF4-FFF2-40B4-BE49-F238E27FC236}">
                      <a16:creationId xmlns:a16="http://schemas.microsoft.com/office/drawing/2014/main" id="{5CD16339-EB99-3867-6B2A-C85778CE9B44}"/>
                    </a:ext>
                  </a:extLst>
                </p:cNvPr>
                <p:cNvSpPr/>
                <p:nvPr/>
              </p:nvSpPr>
              <p:spPr>
                <a:xfrm>
                  <a:off x="8382177" y="4435291"/>
                  <a:ext cx="61876" cy="160005"/>
                </a:xfrm>
                <a:custGeom>
                  <a:avLst/>
                  <a:gdLst/>
                  <a:ahLst/>
                  <a:cxnLst/>
                  <a:rect l="l" t="t" r="r" b="b"/>
                  <a:pathLst>
                    <a:path w="61876" h="160005">
                      <a:moveTo>
                        <a:pt x="0" y="0"/>
                      </a:moveTo>
                      <a:lnTo>
                        <a:pt x="61877" y="0"/>
                      </a:lnTo>
                      <a:lnTo>
                        <a:pt x="61877" y="160005"/>
                      </a:lnTo>
                      <a:lnTo>
                        <a:pt x="0" y="160005"/>
                      </a:lnTo>
                      <a:close/>
                    </a:path>
                  </a:pathLst>
                </a:custGeom>
                <a:solidFill>
                  <a:srgbClr val="FFC73C"/>
                </a:solidFill>
                <a:ln cap="flat">
                  <a:prstDash val="solid"/>
                </a:ln>
              </p:spPr>
              <p:txBody>
                <a:bodyPr vert="horz" lIns="91440" tIns="45720" rIns="91440" bIns="45720" anchor="ctr">
                  <a:normAutofit fontScale="25000" lnSpcReduction="20000"/>
                </a:bodyPr>
                <a:lstStyle/>
                <a:p>
                  <a:pPr marL="0" algn="l"/>
                  <a:endParaRPr/>
                </a:p>
              </p:txBody>
            </p:sp>
            <p:sp>
              <p:nvSpPr>
                <p:cNvPr id="31" name="Freeform 128">
                  <a:extLst>
                    <a:ext uri="{FF2B5EF4-FFF2-40B4-BE49-F238E27FC236}">
                      <a16:creationId xmlns:a16="http://schemas.microsoft.com/office/drawing/2014/main" id="{889F7D24-D731-32F8-7A27-81B44C30A9A3}"/>
                    </a:ext>
                  </a:extLst>
                </p:cNvPr>
                <p:cNvSpPr/>
                <p:nvPr/>
              </p:nvSpPr>
              <p:spPr>
                <a:xfrm>
                  <a:off x="8174041" y="4399664"/>
                  <a:ext cx="174381" cy="231260"/>
                </a:xfrm>
                <a:custGeom>
                  <a:avLst/>
                  <a:gdLst/>
                  <a:ahLst/>
                  <a:cxnLst/>
                  <a:rect l="l" t="t" r="r" b="b"/>
                  <a:pathLst>
                    <a:path w="174381" h="231260">
                      <a:moveTo>
                        <a:pt x="0" y="0"/>
                      </a:moveTo>
                      <a:lnTo>
                        <a:pt x="174381" y="0"/>
                      </a:lnTo>
                      <a:lnTo>
                        <a:pt x="174381" y="231260"/>
                      </a:lnTo>
                      <a:lnTo>
                        <a:pt x="0" y="231260"/>
                      </a:lnTo>
                      <a:close/>
                    </a:path>
                  </a:pathLst>
                </a:custGeom>
                <a:solidFill>
                  <a:srgbClr val="FFC73C"/>
                </a:solidFill>
                <a:ln cap="flat">
                  <a:prstDash val="solid"/>
                </a:ln>
              </p:spPr>
              <p:txBody>
                <a:bodyPr vert="horz" lIns="91440" tIns="45720" rIns="91440" bIns="45720" anchor="ctr">
                  <a:normAutofit fontScale="25000" lnSpcReduction="20000"/>
                </a:bodyPr>
                <a:lstStyle/>
                <a:p>
                  <a:pPr marL="0" algn="l"/>
                  <a:endParaRPr/>
                </a:p>
              </p:txBody>
            </p:sp>
          </p:grpSp>
          <p:grpSp>
            <p:nvGrpSpPr>
              <p:cNvPr id="17" name="Group 129">
                <a:extLst>
                  <a:ext uri="{FF2B5EF4-FFF2-40B4-BE49-F238E27FC236}">
                    <a16:creationId xmlns:a16="http://schemas.microsoft.com/office/drawing/2014/main" id="{93E22050-75FD-2E26-F2D3-71468271046D}"/>
                  </a:ext>
                </a:extLst>
              </p:cNvPr>
              <p:cNvGrpSpPr/>
              <p:nvPr/>
            </p:nvGrpSpPr>
            <p:grpSpPr>
              <a:xfrm>
                <a:off x="7776526" y="3470430"/>
                <a:ext cx="1640077" cy="231260"/>
                <a:chOff x="7776526" y="3470430"/>
                <a:chExt cx="1640077" cy="231260"/>
              </a:xfrm>
            </p:grpSpPr>
            <p:sp>
              <p:nvSpPr>
                <p:cNvPr id="25" name="Freeform 130">
                  <a:extLst>
                    <a:ext uri="{FF2B5EF4-FFF2-40B4-BE49-F238E27FC236}">
                      <a16:creationId xmlns:a16="http://schemas.microsoft.com/office/drawing/2014/main" id="{0B7DBE53-A010-1ACE-AA9F-1D563E9A2FED}"/>
                    </a:ext>
                  </a:extLst>
                </p:cNvPr>
                <p:cNvSpPr/>
                <p:nvPr/>
              </p:nvSpPr>
              <p:spPr>
                <a:xfrm>
                  <a:off x="7776526" y="3470430"/>
                  <a:ext cx="1640077" cy="231260"/>
                </a:xfrm>
                <a:custGeom>
                  <a:avLst/>
                  <a:gdLst/>
                  <a:ahLst/>
                  <a:cxnLst/>
                  <a:rect l="l" t="t" r="r" b="b"/>
                  <a:pathLst>
                    <a:path w="1640077" h="231260">
                      <a:moveTo>
                        <a:pt x="0" y="0"/>
                      </a:moveTo>
                      <a:lnTo>
                        <a:pt x="1640078" y="0"/>
                      </a:lnTo>
                      <a:lnTo>
                        <a:pt x="1640078" y="231260"/>
                      </a:lnTo>
                      <a:lnTo>
                        <a:pt x="1" y="231260"/>
                      </a:lnTo>
                      <a:close/>
                    </a:path>
                  </a:pathLst>
                </a:custGeom>
                <a:solidFill>
                  <a:srgbClr val="8B018D"/>
                </a:solidFill>
                <a:ln cap="flat">
                  <a:prstDash val="solid"/>
                </a:ln>
              </p:spPr>
              <p:txBody>
                <a:bodyPr vert="horz" lIns="91440" tIns="45720" rIns="91440" bIns="45720" anchor="ctr">
                  <a:normAutofit fontScale="25000" lnSpcReduction="20000"/>
                </a:bodyPr>
                <a:lstStyle/>
                <a:p>
                  <a:pPr marL="0" algn="l"/>
                  <a:endParaRPr/>
                </a:p>
              </p:txBody>
            </p:sp>
            <p:sp>
              <p:nvSpPr>
                <p:cNvPr id="26" name="Freeform 131">
                  <a:extLst>
                    <a:ext uri="{FF2B5EF4-FFF2-40B4-BE49-F238E27FC236}">
                      <a16:creationId xmlns:a16="http://schemas.microsoft.com/office/drawing/2014/main" id="{2C11C083-A1CA-C274-9724-31369D80C202}"/>
                    </a:ext>
                  </a:extLst>
                </p:cNvPr>
                <p:cNvSpPr/>
                <p:nvPr/>
              </p:nvSpPr>
              <p:spPr>
                <a:xfrm>
                  <a:off x="9206590" y="3470430"/>
                  <a:ext cx="61876" cy="231260"/>
                </a:xfrm>
                <a:custGeom>
                  <a:avLst/>
                  <a:gdLst/>
                  <a:ahLst/>
                  <a:cxnLst/>
                  <a:rect l="l" t="t" r="r" b="b"/>
                  <a:pathLst>
                    <a:path w="61876" h="231260">
                      <a:moveTo>
                        <a:pt x="0" y="0"/>
                      </a:moveTo>
                      <a:lnTo>
                        <a:pt x="61877" y="0"/>
                      </a:lnTo>
                      <a:lnTo>
                        <a:pt x="61877" y="231260"/>
                      </a:lnTo>
                      <a:lnTo>
                        <a:pt x="0" y="231260"/>
                      </a:lnTo>
                      <a:close/>
                    </a:path>
                  </a:pathLst>
                </a:custGeom>
                <a:solidFill>
                  <a:srgbClr val="381F7A"/>
                </a:solidFill>
                <a:ln cap="flat">
                  <a:prstDash val="solid"/>
                </a:ln>
              </p:spPr>
              <p:txBody>
                <a:bodyPr vert="horz" lIns="91440" tIns="45720" rIns="91440" bIns="45720" anchor="ctr">
                  <a:normAutofit fontScale="25000" lnSpcReduction="20000"/>
                </a:bodyPr>
                <a:lstStyle/>
                <a:p>
                  <a:pPr marL="0" algn="l"/>
                  <a:endParaRPr/>
                </a:p>
              </p:txBody>
            </p:sp>
            <p:sp>
              <p:nvSpPr>
                <p:cNvPr id="27" name="Freeform 132">
                  <a:extLst>
                    <a:ext uri="{FF2B5EF4-FFF2-40B4-BE49-F238E27FC236}">
                      <a16:creationId xmlns:a16="http://schemas.microsoft.com/office/drawing/2014/main" id="{77D137FE-12E9-4AC0-E5ED-12FBF39C250F}"/>
                    </a:ext>
                  </a:extLst>
                </p:cNvPr>
                <p:cNvSpPr/>
                <p:nvPr/>
              </p:nvSpPr>
              <p:spPr>
                <a:xfrm>
                  <a:off x="9074175" y="3470430"/>
                  <a:ext cx="94914" cy="231260"/>
                </a:xfrm>
                <a:custGeom>
                  <a:avLst/>
                  <a:gdLst/>
                  <a:ahLst/>
                  <a:cxnLst/>
                  <a:rect l="l" t="t" r="r" b="b"/>
                  <a:pathLst>
                    <a:path w="94914" h="231260">
                      <a:moveTo>
                        <a:pt x="0" y="0"/>
                      </a:moveTo>
                      <a:lnTo>
                        <a:pt x="94915" y="0"/>
                      </a:lnTo>
                      <a:lnTo>
                        <a:pt x="94915" y="231260"/>
                      </a:lnTo>
                      <a:lnTo>
                        <a:pt x="0" y="231260"/>
                      </a:lnTo>
                      <a:close/>
                    </a:path>
                  </a:pathLst>
                </a:custGeom>
                <a:solidFill>
                  <a:srgbClr val="381F7A"/>
                </a:solidFill>
                <a:ln cap="flat">
                  <a:prstDash val="solid"/>
                </a:ln>
              </p:spPr>
              <p:txBody>
                <a:bodyPr vert="horz" lIns="91440" tIns="45720" rIns="91440" bIns="45720" anchor="ctr">
                  <a:normAutofit fontScale="25000" lnSpcReduction="20000"/>
                </a:bodyPr>
                <a:lstStyle/>
                <a:p>
                  <a:pPr marL="0" algn="l"/>
                  <a:endParaRPr/>
                </a:p>
              </p:txBody>
            </p:sp>
          </p:grpSp>
          <p:grpSp>
            <p:nvGrpSpPr>
              <p:cNvPr id="18" name="Group 133">
                <a:extLst>
                  <a:ext uri="{FF2B5EF4-FFF2-40B4-BE49-F238E27FC236}">
                    <a16:creationId xmlns:a16="http://schemas.microsoft.com/office/drawing/2014/main" id="{F12F7163-A215-0356-5650-A23041E6DDBD}"/>
                  </a:ext>
                </a:extLst>
              </p:cNvPr>
              <p:cNvGrpSpPr/>
              <p:nvPr/>
            </p:nvGrpSpPr>
            <p:grpSpPr>
              <a:xfrm>
                <a:off x="7939879" y="3701691"/>
                <a:ext cx="1640077" cy="358596"/>
                <a:chOff x="7939879" y="3701691"/>
                <a:chExt cx="1640077" cy="358596"/>
              </a:xfrm>
            </p:grpSpPr>
            <p:sp>
              <p:nvSpPr>
                <p:cNvPr id="20" name="Freeform 134">
                  <a:extLst>
                    <a:ext uri="{FF2B5EF4-FFF2-40B4-BE49-F238E27FC236}">
                      <a16:creationId xmlns:a16="http://schemas.microsoft.com/office/drawing/2014/main" id="{FE9E53F5-2C45-DF5D-B781-6BA108A0F128}"/>
                    </a:ext>
                  </a:extLst>
                </p:cNvPr>
                <p:cNvSpPr/>
                <p:nvPr/>
              </p:nvSpPr>
              <p:spPr>
                <a:xfrm>
                  <a:off x="7939879" y="3701691"/>
                  <a:ext cx="1640077" cy="358596"/>
                </a:xfrm>
                <a:custGeom>
                  <a:avLst/>
                  <a:gdLst/>
                  <a:ahLst/>
                  <a:cxnLst/>
                  <a:rect l="l" t="t" r="r" b="b"/>
                  <a:pathLst>
                    <a:path w="1640077" h="358596">
                      <a:moveTo>
                        <a:pt x="0" y="0"/>
                      </a:moveTo>
                      <a:lnTo>
                        <a:pt x="1640078" y="0"/>
                      </a:lnTo>
                      <a:lnTo>
                        <a:pt x="1640078" y="358596"/>
                      </a:lnTo>
                      <a:lnTo>
                        <a:pt x="0" y="358596"/>
                      </a:lnTo>
                      <a:close/>
                    </a:path>
                  </a:pathLst>
                </a:custGeom>
                <a:solidFill>
                  <a:srgbClr val="FFC73C"/>
                </a:solidFill>
                <a:ln cap="flat">
                  <a:prstDash val="solid"/>
                </a:ln>
              </p:spPr>
              <p:txBody>
                <a:bodyPr vert="horz" lIns="91440" tIns="45720" rIns="91440" bIns="45720" anchor="ctr">
                  <a:normAutofit fontScale="47500" lnSpcReduction="20000"/>
                </a:bodyPr>
                <a:lstStyle/>
                <a:p>
                  <a:pPr marL="0" algn="l"/>
                  <a:endParaRPr/>
                </a:p>
              </p:txBody>
            </p:sp>
            <p:sp>
              <p:nvSpPr>
                <p:cNvPr id="21" name="Freeform 135">
                  <a:extLst>
                    <a:ext uri="{FF2B5EF4-FFF2-40B4-BE49-F238E27FC236}">
                      <a16:creationId xmlns:a16="http://schemas.microsoft.com/office/drawing/2014/main" id="{6A2F5BEC-0F80-D4CE-8F70-92E1CD723860}"/>
                    </a:ext>
                  </a:extLst>
                </p:cNvPr>
                <p:cNvSpPr/>
                <p:nvPr/>
              </p:nvSpPr>
              <p:spPr>
                <a:xfrm>
                  <a:off x="8088012" y="3756936"/>
                  <a:ext cx="61876" cy="238418"/>
                </a:xfrm>
                <a:custGeom>
                  <a:avLst/>
                  <a:gdLst/>
                  <a:ahLst/>
                  <a:cxnLst/>
                  <a:rect l="l" t="t" r="r" b="b"/>
                  <a:pathLst>
                    <a:path w="61876" h="238418">
                      <a:moveTo>
                        <a:pt x="0" y="0"/>
                      </a:moveTo>
                      <a:lnTo>
                        <a:pt x="61877" y="0"/>
                      </a:lnTo>
                      <a:lnTo>
                        <a:pt x="61877" y="238418"/>
                      </a:lnTo>
                      <a:lnTo>
                        <a:pt x="0" y="238418"/>
                      </a:lnTo>
                      <a:close/>
                    </a:path>
                  </a:pathLst>
                </a:custGeom>
                <a:solidFill>
                  <a:srgbClr val="26A8D1"/>
                </a:solidFill>
                <a:ln cap="flat">
                  <a:prstDash val="solid"/>
                </a:ln>
              </p:spPr>
              <p:txBody>
                <a:bodyPr vert="horz" lIns="91440" tIns="45720" rIns="91440" bIns="45720" anchor="ctr">
                  <a:normAutofit fontScale="25000" lnSpcReduction="20000"/>
                </a:bodyPr>
                <a:lstStyle/>
                <a:p>
                  <a:pPr marL="0" algn="l"/>
                  <a:endParaRPr/>
                </a:p>
              </p:txBody>
            </p:sp>
            <p:sp>
              <p:nvSpPr>
                <p:cNvPr id="22" name="Freeform 136">
                  <a:extLst>
                    <a:ext uri="{FF2B5EF4-FFF2-40B4-BE49-F238E27FC236}">
                      <a16:creationId xmlns:a16="http://schemas.microsoft.com/office/drawing/2014/main" id="{AD0E892A-73E0-2AEF-FEFF-6B0B75DAD7D4}"/>
                    </a:ext>
                  </a:extLst>
                </p:cNvPr>
                <p:cNvSpPr/>
                <p:nvPr/>
              </p:nvSpPr>
              <p:spPr>
                <a:xfrm>
                  <a:off x="9410573" y="3756936"/>
                  <a:ext cx="61876" cy="238418"/>
                </a:xfrm>
                <a:custGeom>
                  <a:avLst/>
                  <a:gdLst/>
                  <a:ahLst/>
                  <a:cxnLst/>
                  <a:rect l="l" t="t" r="r" b="b"/>
                  <a:pathLst>
                    <a:path w="61876" h="238418">
                      <a:moveTo>
                        <a:pt x="-1" y="0"/>
                      </a:moveTo>
                      <a:lnTo>
                        <a:pt x="61876" y="0"/>
                      </a:lnTo>
                      <a:lnTo>
                        <a:pt x="61876" y="238418"/>
                      </a:lnTo>
                      <a:lnTo>
                        <a:pt x="-1" y="238418"/>
                      </a:lnTo>
                      <a:close/>
                    </a:path>
                  </a:pathLst>
                </a:custGeom>
                <a:solidFill>
                  <a:srgbClr val="26A8D1"/>
                </a:solidFill>
                <a:ln cap="flat">
                  <a:prstDash val="solid"/>
                </a:ln>
              </p:spPr>
              <p:txBody>
                <a:bodyPr vert="horz" lIns="91440" tIns="45720" rIns="91440" bIns="45720" anchor="ctr">
                  <a:normAutofit fontScale="25000" lnSpcReduction="20000"/>
                </a:bodyPr>
                <a:lstStyle/>
                <a:p>
                  <a:pPr marL="0" algn="l"/>
                  <a:endParaRPr/>
                </a:p>
              </p:txBody>
            </p:sp>
            <p:sp>
              <p:nvSpPr>
                <p:cNvPr id="23" name="Freeform 137">
                  <a:extLst>
                    <a:ext uri="{FF2B5EF4-FFF2-40B4-BE49-F238E27FC236}">
                      <a16:creationId xmlns:a16="http://schemas.microsoft.com/office/drawing/2014/main" id="{5734C269-74D6-C209-7F20-7A88F826F47A}"/>
                    </a:ext>
                  </a:extLst>
                </p:cNvPr>
                <p:cNvSpPr/>
                <p:nvPr/>
              </p:nvSpPr>
              <p:spPr>
                <a:xfrm>
                  <a:off x="9299319" y="3756936"/>
                  <a:ext cx="61876" cy="238418"/>
                </a:xfrm>
                <a:custGeom>
                  <a:avLst/>
                  <a:gdLst/>
                  <a:ahLst/>
                  <a:cxnLst/>
                  <a:rect l="l" t="t" r="r" b="b"/>
                  <a:pathLst>
                    <a:path w="61876" h="238418">
                      <a:moveTo>
                        <a:pt x="0" y="0"/>
                      </a:moveTo>
                      <a:lnTo>
                        <a:pt x="61877" y="0"/>
                      </a:lnTo>
                      <a:lnTo>
                        <a:pt x="61877" y="238418"/>
                      </a:lnTo>
                      <a:lnTo>
                        <a:pt x="0" y="238418"/>
                      </a:lnTo>
                      <a:close/>
                    </a:path>
                  </a:pathLst>
                </a:custGeom>
                <a:solidFill>
                  <a:srgbClr val="26A8D1"/>
                </a:solidFill>
                <a:ln cap="flat">
                  <a:prstDash val="solid"/>
                </a:ln>
              </p:spPr>
              <p:txBody>
                <a:bodyPr vert="horz" lIns="91440" tIns="45720" rIns="91440" bIns="45720" anchor="ctr">
                  <a:normAutofit fontScale="25000" lnSpcReduction="20000"/>
                </a:bodyPr>
                <a:lstStyle/>
                <a:p>
                  <a:pPr marL="0" algn="l"/>
                  <a:endParaRPr/>
                </a:p>
              </p:txBody>
            </p:sp>
            <p:sp>
              <p:nvSpPr>
                <p:cNvPr id="24" name="Freeform 138">
                  <a:extLst>
                    <a:ext uri="{FF2B5EF4-FFF2-40B4-BE49-F238E27FC236}">
                      <a16:creationId xmlns:a16="http://schemas.microsoft.com/office/drawing/2014/main" id="{159FED8E-79EE-371D-C767-E2D457B8A889}"/>
                    </a:ext>
                  </a:extLst>
                </p:cNvPr>
                <p:cNvSpPr/>
                <p:nvPr/>
              </p:nvSpPr>
              <p:spPr>
                <a:xfrm rot="-2700000">
                  <a:off x="8207638" y="3756968"/>
                  <a:ext cx="238416" cy="238416"/>
                </a:xfrm>
                <a:custGeom>
                  <a:avLst/>
                  <a:gdLst/>
                  <a:ahLst/>
                  <a:cxnLst/>
                  <a:rect l="l" t="t" r="r" b="b"/>
                  <a:pathLst>
                    <a:path w="238416" h="238416">
                      <a:moveTo>
                        <a:pt x="238416" y="119208"/>
                      </a:moveTo>
                      <a:cubicBezTo>
                        <a:pt x="238416" y="185045"/>
                        <a:pt x="185045" y="238416"/>
                        <a:pt x="119208" y="238416"/>
                      </a:cubicBezTo>
                      <a:cubicBezTo>
                        <a:pt x="53372" y="238416"/>
                        <a:pt x="0" y="185045"/>
                        <a:pt x="0" y="119208"/>
                      </a:cubicBezTo>
                      <a:cubicBezTo>
                        <a:pt x="0" y="53371"/>
                        <a:pt x="53372" y="0"/>
                        <a:pt x="119208" y="0"/>
                      </a:cubicBezTo>
                      <a:cubicBezTo>
                        <a:pt x="185045" y="0"/>
                        <a:pt x="238416" y="53371"/>
                        <a:pt x="238416" y="119208"/>
                      </a:cubicBezTo>
                      <a:close/>
                    </a:path>
                  </a:pathLst>
                </a:custGeom>
                <a:solidFill>
                  <a:srgbClr val="26A8D1"/>
                </a:solidFill>
                <a:ln cap="flat">
                  <a:prstDash val="solid"/>
                </a:ln>
              </p:spPr>
              <p:txBody>
                <a:bodyPr vert="horz" lIns="91440" tIns="45720" rIns="91440" bIns="45720" anchor="ctr">
                  <a:normAutofit fontScale="25000" lnSpcReduction="20000"/>
                </a:bodyPr>
                <a:lstStyle/>
                <a:p>
                  <a:pPr marL="0" algn="l"/>
                  <a:endParaRPr/>
                </a:p>
              </p:txBody>
            </p:sp>
          </p:grpSp>
          <p:sp>
            <p:nvSpPr>
              <p:cNvPr id="19" name="Freeform 139">
                <a:extLst>
                  <a:ext uri="{FF2B5EF4-FFF2-40B4-BE49-F238E27FC236}">
                    <a16:creationId xmlns:a16="http://schemas.microsoft.com/office/drawing/2014/main" id="{F867ED78-D124-707F-4A9D-C1C0959C2986}"/>
                  </a:ext>
                </a:extLst>
              </p:cNvPr>
              <p:cNvSpPr/>
              <p:nvPr/>
            </p:nvSpPr>
            <p:spPr>
              <a:xfrm>
                <a:off x="9056975" y="4211219"/>
                <a:ext cx="84379" cy="248919"/>
              </a:xfrm>
              <a:custGeom>
                <a:avLst/>
                <a:gdLst/>
                <a:ahLst/>
                <a:cxnLst/>
                <a:rect l="l" t="t" r="r" b="b"/>
                <a:pathLst>
                  <a:path w="84379" h="248919">
                    <a:moveTo>
                      <a:pt x="0" y="0"/>
                    </a:moveTo>
                    <a:lnTo>
                      <a:pt x="84379" y="0"/>
                    </a:lnTo>
                    <a:lnTo>
                      <a:pt x="84379" y="248920"/>
                    </a:lnTo>
                    <a:lnTo>
                      <a:pt x="0" y="248920"/>
                    </a:lnTo>
                    <a:close/>
                  </a:path>
                </a:pathLst>
              </a:custGeom>
              <a:solidFill>
                <a:srgbClr val="00A3D5"/>
              </a:solidFill>
              <a:ln cap="flat">
                <a:prstDash val="solid"/>
              </a:ln>
            </p:spPr>
            <p:txBody>
              <a:bodyPr vert="horz" lIns="91440" tIns="45720" rIns="91440" bIns="45720" anchor="ctr">
                <a:normAutofit fontScale="25000" lnSpcReduction="20000"/>
              </a:bodyPr>
              <a:lstStyle/>
              <a:p>
                <a:pPr marL="0" algn="l"/>
                <a:endParaRPr/>
              </a:p>
            </p:txBody>
          </p:sp>
        </p:grpSp>
      </p:grpSp>
    </p:spTree>
    <p:extLst>
      <p:ext uri="{BB962C8B-B14F-4D97-AF65-F5344CB8AC3E}">
        <p14:creationId xmlns:p14="http://schemas.microsoft.com/office/powerpoint/2010/main" val="27523230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128587"/>
            <a:ext cx="10858500" cy="900112"/>
          </a:xfrm>
        </p:spPr>
        <p:txBody>
          <a:bodyPr vert="horz" lIns="91440" tIns="45720" rIns="91440" bIns="45720" anchor="b">
            <a:normAutofit/>
          </a:bodyPr>
          <a:lstStyle/>
          <a:p>
            <a:pPr algn="l">
              <a:lnSpc>
                <a:spcPct val="100000"/>
              </a:lnSpc>
              <a:spcBef>
                <a:spcPct val="0"/>
              </a:spcBef>
            </a:pPr>
            <a:r>
              <a:rPr lang="zh-CN" altLang="en-US" sz="2800" b="1" i="0" u="none" baseline="0">
                <a:solidFill>
                  <a:srgbClr val="000000"/>
                </a:solidFill>
                <a:latin typeface="微软雅黑"/>
                <a:ea typeface="微软雅黑"/>
              </a:rPr>
              <a:t>Syntax and Functionality</a:t>
            </a:r>
          </a:p>
        </p:txBody>
      </p:sp>
      <p:sp>
        <p:nvSpPr>
          <p:cNvPr id="3" name="AutoShape 3"/>
          <p:cNvSpPr/>
          <p:nvPr/>
        </p:nvSpPr>
        <p:spPr>
          <a:xfrm rot="10800000">
            <a:off x="4977502" y="1477483"/>
            <a:ext cx="2236996" cy="2236996"/>
          </a:xfrm>
          <a:prstGeom prst="ellipse">
            <a:avLst/>
          </a:prstGeom>
          <a:gradFill>
            <a:gsLst>
              <a:gs pos="0">
                <a:srgbClr val="FF9A2C">
                  <a:alpha val="0"/>
                </a:srgbClr>
              </a:gs>
              <a:gs pos="100000">
                <a:srgbClr val="FF9A2C">
                  <a:alpha val="50000"/>
                </a:srgbClr>
              </a:gs>
            </a:gsLst>
            <a:lin ang="5400000"/>
          </a:gradFill>
          <a:ln w="180975" cap="flat" cmpd="sng">
            <a:gradFill>
              <a:gsLst>
                <a:gs pos="0">
                  <a:srgbClr val="FF9A2C">
                    <a:alpha val="0"/>
                  </a:srgbClr>
                </a:gs>
                <a:gs pos="100000">
                  <a:srgbClr val="FF9A2C">
                    <a:alpha val="50000"/>
                  </a:srgbClr>
                </a:gs>
              </a:gsLst>
              <a:lin ang="5400000"/>
            </a:gradFill>
            <a:prstDash val="solid"/>
          </a:ln>
        </p:spPr>
        <p:txBody>
          <a:bodyPr vert="horz" lIns="91440" tIns="45720" rIns="91440" bIns="45720" anchor="ctr">
            <a:spAutoFit/>
          </a:bodyPr>
          <a:lstStyle/>
          <a:p>
            <a:pPr marL="0" algn="ctr"/>
            <a:endParaRPr/>
          </a:p>
        </p:txBody>
      </p:sp>
      <p:sp>
        <p:nvSpPr>
          <p:cNvPr id="4" name="AutoShape 4"/>
          <p:cNvSpPr/>
          <p:nvPr/>
        </p:nvSpPr>
        <p:spPr>
          <a:xfrm>
            <a:off x="4825811" y="3594978"/>
            <a:ext cx="2540376" cy="36000"/>
          </a:xfrm>
          <a:prstGeom prst="rect">
            <a:avLst/>
          </a:prstGeom>
          <a:gradFill>
            <a:gsLst>
              <a:gs pos="0">
                <a:srgbClr val="FF9A2C">
                  <a:alpha val="0"/>
                </a:srgbClr>
              </a:gs>
              <a:gs pos="49000">
                <a:srgbClr val="FF9A2C">
                  <a:alpha val="50000"/>
                </a:srgbClr>
              </a:gs>
              <a:gs pos="100000">
                <a:srgbClr val="FF9A2C">
                  <a:alpha val="0"/>
                </a:srgbClr>
              </a:gs>
            </a:gsLst>
          </a:gradFill>
          <a:ln w="114300" cap="flat" cmpd="sng">
            <a:gradFill>
              <a:gsLst>
                <a:gs pos="0">
                  <a:srgbClr val="FF9A2C">
                    <a:alpha val="0"/>
                  </a:srgbClr>
                </a:gs>
                <a:gs pos="49000">
                  <a:srgbClr val="FF9A2C">
                    <a:alpha val="50000"/>
                  </a:srgbClr>
                </a:gs>
                <a:gs pos="100000">
                  <a:srgbClr val="FF9A2C">
                    <a:alpha val="0"/>
                  </a:srgbClr>
                </a:gs>
              </a:gsLst>
            </a:gradFill>
            <a:prstDash val="solid"/>
          </a:ln>
        </p:spPr>
        <p:txBody>
          <a:bodyPr vert="horz" lIns="91440" tIns="45720" rIns="91440" bIns="45720" anchor="ctr">
            <a:spAutoFit/>
          </a:bodyPr>
          <a:lstStyle/>
          <a:p>
            <a:pPr marL="0" algn="ctr"/>
            <a:endParaRPr/>
          </a:p>
        </p:txBody>
      </p:sp>
      <p:grpSp>
        <p:nvGrpSpPr>
          <p:cNvPr id="5" name="Group 5"/>
          <p:cNvGrpSpPr/>
          <p:nvPr/>
        </p:nvGrpSpPr>
        <p:grpSpPr>
          <a:xfrm>
            <a:off x="5234954" y="1918072"/>
            <a:ext cx="1722073" cy="1622124"/>
            <a:chOff x="3692338" y="3879038"/>
            <a:chExt cx="2431979" cy="2290808"/>
          </a:xfrm>
        </p:grpSpPr>
        <p:sp>
          <p:nvSpPr>
            <p:cNvPr id="6" name="Freeform 6"/>
            <p:cNvSpPr/>
            <p:nvPr/>
          </p:nvSpPr>
          <p:spPr>
            <a:xfrm>
              <a:off x="4979909" y="4288658"/>
              <a:ext cx="521225" cy="195323"/>
            </a:xfrm>
            <a:custGeom>
              <a:avLst/>
              <a:gdLst/>
              <a:ahLst/>
              <a:cxnLst/>
              <a:rect l="l" t="t" r="r" b="b"/>
              <a:pathLst>
                <a:path w="521225" h="195323">
                  <a:moveTo>
                    <a:pt x="521226" y="93345"/>
                  </a:moveTo>
                  <a:lnTo>
                    <a:pt x="132606" y="187643"/>
                  </a:lnTo>
                  <a:cubicBezTo>
                    <a:pt x="122128" y="194310"/>
                    <a:pt x="51643" y="200025"/>
                    <a:pt x="23068" y="189548"/>
                  </a:cubicBezTo>
                  <a:cubicBezTo>
                    <a:pt x="-5507" y="179070"/>
                    <a:pt x="-1697" y="155258"/>
                    <a:pt x="4018" y="140018"/>
                  </a:cubicBezTo>
                  <a:cubicBezTo>
                    <a:pt x="9733" y="123825"/>
                    <a:pt x="72598" y="120015"/>
                    <a:pt x="72598" y="120015"/>
                  </a:cubicBezTo>
                  <a:cubicBezTo>
                    <a:pt x="72598" y="120015"/>
                    <a:pt x="44976" y="107633"/>
                    <a:pt x="45928" y="95250"/>
                  </a:cubicBezTo>
                  <a:cubicBezTo>
                    <a:pt x="47833" y="83820"/>
                    <a:pt x="96411" y="112395"/>
                    <a:pt x="96411" y="112395"/>
                  </a:cubicBezTo>
                  <a:lnTo>
                    <a:pt x="466933" y="0"/>
                  </a:lnTo>
                  <a:lnTo>
                    <a:pt x="521226" y="93345"/>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7" name="Freeform 7"/>
            <p:cNvSpPr/>
            <p:nvPr/>
          </p:nvSpPr>
          <p:spPr>
            <a:xfrm>
              <a:off x="4976017" y="4284474"/>
              <a:ext cx="531547" cy="204446"/>
            </a:xfrm>
            <a:custGeom>
              <a:avLst/>
              <a:gdLst/>
              <a:ahLst/>
              <a:cxnLst/>
              <a:rect l="l" t="t" r="r" b="b"/>
              <a:pathLst>
                <a:path w="531547" h="204446">
                  <a:moveTo>
                    <a:pt x="77443" y="204209"/>
                  </a:moveTo>
                  <a:cubicBezTo>
                    <a:pt x="60299" y="205161"/>
                    <a:pt x="43154" y="203256"/>
                    <a:pt x="26008" y="198494"/>
                  </a:cubicBezTo>
                  <a:cubicBezTo>
                    <a:pt x="9816" y="191826"/>
                    <a:pt x="-8282" y="177539"/>
                    <a:pt x="4101" y="143249"/>
                  </a:cubicBezTo>
                  <a:cubicBezTo>
                    <a:pt x="8863" y="129914"/>
                    <a:pt x="39343" y="124199"/>
                    <a:pt x="61251" y="121341"/>
                  </a:cubicBezTo>
                  <a:cubicBezTo>
                    <a:pt x="52679" y="115626"/>
                    <a:pt x="45058" y="108006"/>
                    <a:pt x="46011" y="99434"/>
                  </a:cubicBezTo>
                  <a:cubicBezTo>
                    <a:pt x="46011" y="96576"/>
                    <a:pt x="47916" y="94671"/>
                    <a:pt x="50774" y="93719"/>
                  </a:cubicBezTo>
                  <a:cubicBezTo>
                    <a:pt x="60299" y="88956"/>
                    <a:pt x="86016" y="103244"/>
                    <a:pt x="102208" y="112769"/>
                  </a:cubicBezTo>
                  <a:lnTo>
                    <a:pt x="470826" y="374"/>
                  </a:lnTo>
                  <a:cubicBezTo>
                    <a:pt x="472731" y="-579"/>
                    <a:pt x="475588" y="374"/>
                    <a:pt x="476541" y="2279"/>
                  </a:cubicBezTo>
                  <a:lnTo>
                    <a:pt x="530834" y="95624"/>
                  </a:lnTo>
                  <a:cubicBezTo>
                    <a:pt x="531786" y="96576"/>
                    <a:pt x="531786" y="98481"/>
                    <a:pt x="530834" y="100386"/>
                  </a:cubicBezTo>
                  <a:cubicBezTo>
                    <a:pt x="529881" y="101339"/>
                    <a:pt x="528929" y="103244"/>
                    <a:pt x="527024" y="103244"/>
                  </a:cubicBezTo>
                  <a:lnTo>
                    <a:pt x="139356" y="197541"/>
                  </a:lnTo>
                  <a:cubicBezTo>
                    <a:pt x="129831" y="200399"/>
                    <a:pt x="103161" y="204209"/>
                    <a:pt x="77443" y="204209"/>
                  </a:cubicBezTo>
                  <a:close/>
                  <a:moveTo>
                    <a:pt x="54583" y="101339"/>
                  </a:moveTo>
                  <a:cubicBezTo>
                    <a:pt x="55536" y="106101"/>
                    <a:pt x="66966" y="114674"/>
                    <a:pt x="78396" y="119436"/>
                  </a:cubicBezTo>
                  <a:cubicBezTo>
                    <a:pt x="80301" y="120389"/>
                    <a:pt x="81254" y="122294"/>
                    <a:pt x="81254" y="124199"/>
                  </a:cubicBezTo>
                  <a:cubicBezTo>
                    <a:pt x="81254" y="126104"/>
                    <a:pt x="79349" y="128009"/>
                    <a:pt x="76491" y="128009"/>
                  </a:cubicBezTo>
                  <a:cubicBezTo>
                    <a:pt x="47916" y="129914"/>
                    <a:pt x="15531" y="136581"/>
                    <a:pt x="12674" y="145154"/>
                  </a:cubicBezTo>
                  <a:cubicBezTo>
                    <a:pt x="5054" y="168014"/>
                    <a:pt x="9816" y="181349"/>
                    <a:pt x="28866" y="188969"/>
                  </a:cubicBezTo>
                  <a:cubicBezTo>
                    <a:pt x="56488" y="199446"/>
                    <a:pt x="125068" y="193731"/>
                    <a:pt x="133641" y="188016"/>
                  </a:cubicBezTo>
                  <a:cubicBezTo>
                    <a:pt x="133641" y="188016"/>
                    <a:pt x="134593" y="187064"/>
                    <a:pt x="135546" y="187064"/>
                  </a:cubicBezTo>
                  <a:lnTo>
                    <a:pt x="517499" y="93719"/>
                  </a:lnTo>
                  <a:lnTo>
                    <a:pt x="468921" y="8946"/>
                  </a:lnTo>
                  <a:lnTo>
                    <a:pt x="102208" y="120389"/>
                  </a:lnTo>
                  <a:cubicBezTo>
                    <a:pt x="101256" y="121341"/>
                    <a:pt x="99351" y="121341"/>
                    <a:pt x="98399" y="120389"/>
                  </a:cubicBezTo>
                  <a:cubicBezTo>
                    <a:pt x="85063" y="111816"/>
                    <a:pt x="69824" y="105149"/>
                    <a:pt x="54583" y="101339"/>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8" name="Freeform 8"/>
            <p:cNvSpPr/>
            <p:nvPr/>
          </p:nvSpPr>
          <p:spPr>
            <a:xfrm>
              <a:off x="5050331" y="4407720"/>
              <a:ext cx="20273" cy="40957"/>
            </a:xfrm>
            <a:custGeom>
              <a:avLst/>
              <a:gdLst/>
              <a:ahLst/>
              <a:cxnLst/>
              <a:rect l="l" t="t" r="r" b="b"/>
              <a:pathLst>
                <a:path w="20273" h="40957">
                  <a:moveTo>
                    <a:pt x="2176" y="0"/>
                  </a:moveTo>
                  <a:cubicBezTo>
                    <a:pt x="2176" y="0"/>
                    <a:pt x="-9254" y="33338"/>
                    <a:pt x="20274" y="40958"/>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9" name="Freeform 9"/>
            <p:cNvSpPr/>
            <p:nvPr/>
          </p:nvSpPr>
          <p:spPr>
            <a:xfrm>
              <a:off x="5045795" y="4402601"/>
              <a:ext cx="28977" cy="50839"/>
            </a:xfrm>
            <a:custGeom>
              <a:avLst/>
              <a:gdLst/>
              <a:ahLst/>
              <a:cxnLst/>
              <a:rect l="l" t="t" r="r" b="b"/>
              <a:pathLst>
                <a:path w="28977" h="50839">
                  <a:moveTo>
                    <a:pt x="24810" y="50840"/>
                  </a:moveTo>
                  <a:lnTo>
                    <a:pt x="23858" y="50840"/>
                  </a:lnTo>
                  <a:cubicBezTo>
                    <a:pt x="15285" y="48935"/>
                    <a:pt x="7665" y="43220"/>
                    <a:pt x="3855" y="35600"/>
                  </a:cubicBezTo>
                  <a:cubicBezTo>
                    <a:pt x="-907" y="25122"/>
                    <a:pt x="-907" y="13692"/>
                    <a:pt x="1950" y="3215"/>
                  </a:cubicBezTo>
                  <a:cubicBezTo>
                    <a:pt x="2903" y="357"/>
                    <a:pt x="5760" y="-595"/>
                    <a:pt x="7665" y="357"/>
                  </a:cubicBezTo>
                  <a:cubicBezTo>
                    <a:pt x="10523" y="1310"/>
                    <a:pt x="11475" y="4167"/>
                    <a:pt x="10523" y="6072"/>
                  </a:cubicBezTo>
                  <a:cubicBezTo>
                    <a:pt x="7665" y="13692"/>
                    <a:pt x="8618" y="23217"/>
                    <a:pt x="11475" y="30837"/>
                  </a:cubicBezTo>
                  <a:cubicBezTo>
                    <a:pt x="14333" y="36552"/>
                    <a:pt x="20048" y="40362"/>
                    <a:pt x="25763" y="41315"/>
                  </a:cubicBezTo>
                  <a:cubicBezTo>
                    <a:pt x="28620" y="42267"/>
                    <a:pt x="29573" y="45125"/>
                    <a:pt x="28620" y="47030"/>
                  </a:cubicBezTo>
                  <a:lnTo>
                    <a:pt x="28620" y="47030"/>
                  </a:lnTo>
                  <a:cubicBezTo>
                    <a:pt x="29573" y="49887"/>
                    <a:pt x="27668" y="50840"/>
                    <a:pt x="24810" y="50840"/>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0" name="Freeform 10"/>
            <p:cNvSpPr/>
            <p:nvPr/>
          </p:nvSpPr>
          <p:spPr>
            <a:xfrm>
              <a:off x="4240337" y="4487384"/>
              <a:ext cx="440250" cy="241016"/>
            </a:xfrm>
            <a:custGeom>
              <a:avLst/>
              <a:gdLst/>
              <a:ahLst/>
              <a:cxnLst/>
              <a:rect l="l" t="t" r="r" b="b"/>
              <a:pathLst>
                <a:path w="440250" h="241016">
                  <a:moveTo>
                    <a:pt x="416883" y="5109"/>
                  </a:moveTo>
                  <a:cubicBezTo>
                    <a:pt x="421646" y="7967"/>
                    <a:pt x="425456" y="11777"/>
                    <a:pt x="429266" y="15587"/>
                  </a:cubicBezTo>
                  <a:cubicBezTo>
                    <a:pt x="438791" y="27017"/>
                    <a:pt x="442601" y="42257"/>
                    <a:pt x="438791" y="56544"/>
                  </a:cubicBezTo>
                  <a:cubicBezTo>
                    <a:pt x="434028" y="78452"/>
                    <a:pt x="406406" y="85119"/>
                    <a:pt x="389261" y="94644"/>
                  </a:cubicBezTo>
                  <a:cubicBezTo>
                    <a:pt x="368306" y="106074"/>
                    <a:pt x="346398" y="116552"/>
                    <a:pt x="324491" y="127029"/>
                  </a:cubicBezTo>
                  <a:cubicBezTo>
                    <a:pt x="279723" y="147984"/>
                    <a:pt x="234003" y="167034"/>
                    <a:pt x="188283" y="185132"/>
                  </a:cubicBezTo>
                  <a:cubicBezTo>
                    <a:pt x="150183" y="199419"/>
                    <a:pt x="112083" y="213707"/>
                    <a:pt x="73983" y="226089"/>
                  </a:cubicBezTo>
                  <a:cubicBezTo>
                    <a:pt x="61601" y="229899"/>
                    <a:pt x="33978" y="244187"/>
                    <a:pt x="20643" y="240377"/>
                  </a:cubicBezTo>
                  <a:cubicBezTo>
                    <a:pt x="5403" y="235614"/>
                    <a:pt x="-27934" y="151794"/>
                    <a:pt x="47313" y="138459"/>
                  </a:cubicBezTo>
                  <a:cubicBezTo>
                    <a:pt x="62553" y="134649"/>
                    <a:pt x="76841" y="128934"/>
                    <a:pt x="91128" y="122267"/>
                  </a:cubicBezTo>
                  <a:cubicBezTo>
                    <a:pt x="126371" y="108932"/>
                    <a:pt x="161613" y="95597"/>
                    <a:pt x="195903" y="81309"/>
                  </a:cubicBezTo>
                  <a:cubicBezTo>
                    <a:pt x="236861" y="65117"/>
                    <a:pt x="277818" y="47972"/>
                    <a:pt x="317823" y="30827"/>
                  </a:cubicBezTo>
                  <a:cubicBezTo>
                    <a:pt x="346398" y="18444"/>
                    <a:pt x="387356" y="-12036"/>
                    <a:pt x="416883" y="5109"/>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1" name="Freeform 11"/>
            <p:cNvSpPr/>
            <p:nvPr/>
          </p:nvSpPr>
          <p:spPr>
            <a:xfrm>
              <a:off x="4235090" y="4482704"/>
              <a:ext cx="450243" cy="250771"/>
            </a:xfrm>
            <a:custGeom>
              <a:avLst/>
              <a:gdLst/>
              <a:ahLst/>
              <a:cxnLst/>
              <a:rect l="l" t="t" r="r" b="b"/>
              <a:pathLst>
                <a:path w="450243" h="250771">
                  <a:moveTo>
                    <a:pt x="30652" y="250772"/>
                  </a:moveTo>
                  <a:cubicBezTo>
                    <a:pt x="28747" y="250772"/>
                    <a:pt x="25890" y="250772"/>
                    <a:pt x="23985" y="249819"/>
                  </a:cubicBezTo>
                  <a:cubicBezTo>
                    <a:pt x="12555" y="246009"/>
                    <a:pt x="-1733" y="217434"/>
                    <a:pt x="172" y="191717"/>
                  </a:cubicBezTo>
                  <a:cubicBezTo>
                    <a:pt x="1125" y="175524"/>
                    <a:pt x="8745" y="145997"/>
                    <a:pt x="51607" y="138377"/>
                  </a:cubicBezTo>
                  <a:cubicBezTo>
                    <a:pt x="62085" y="136472"/>
                    <a:pt x="71610" y="132662"/>
                    <a:pt x="80182" y="127899"/>
                  </a:cubicBezTo>
                  <a:cubicBezTo>
                    <a:pt x="84945" y="125994"/>
                    <a:pt x="89707" y="124089"/>
                    <a:pt x="94470" y="122184"/>
                  </a:cubicBezTo>
                  <a:cubicBezTo>
                    <a:pt x="130665" y="107897"/>
                    <a:pt x="165907" y="94562"/>
                    <a:pt x="199245" y="81227"/>
                  </a:cubicBezTo>
                  <a:cubicBezTo>
                    <a:pt x="248775" y="62177"/>
                    <a:pt x="285922" y="45984"/>
                    <a:pt x="321165" y="30744"/>
                  </a:cubicBezTo>
                  <a:cubicBezTo>
                    <a:pt x="326880" y="27887"/>
                    <a:pt x="333547" y="25029"/>
                    <a:pt x="341167" y="21219"/>
                  </a:cubicBezTo>
                  <a:cubicBezTo>
                    <a:pt x="366885" y="7884"/>
                    <a:pt x="399270" y="-9261"/>
                    <a:pt x="424987" y="5979"/>
                  </a:cubicBezTo>
                  <a:lnTo>
                    <a:pt x="424987" y="5979"/>
                  </a:lnTo>
                  <a:cubicBezTo>
                    <a:pt x="429750" y="8837"/>
                    <a:pt x="434512" y="12647"/>
                    <a:pt x="438322" y="17409"/>
                  </a:cubicBezTo>
                  <a:cubicBezTo>
                    <a:pt x="448800" y="29792"/>
                    <a:pt x="452610" y="46937"/>
                    <a:pt x="448800" y="63129"/>
                  </a:cubicBezTo>
                  <a:cubicBezTo>
                    <a:pt x="444037" y="82179"/>
                    <a:pt x="425940" y="90752"/>
                    <a:pt x="408795" y="98372"/>
                  </a:cubicBezTo>
                  <a:cubicBezTo>
                    <a:pt x="404032" y="100277"/>
                    <a:pt x="400222" y="102182"/>
                    <a:pt x="396412" y="104087"/>
                  </a:cubicBezTo>
                  <a:cubicBezTo>
                    <a:pt x="377362" y="114564"/>
                    <a:pt x="355455" y="125042"/>
                    <a:pt x="330690" y="136472"/>
                  </a:cubicBezTo>
                  <a:cubicBezTo>
                    <a:pt x="288780" y="155522"/>
                    <a:pt x="244012" y="175524"/>
                    <a:pt x="193530" y="194574"/>
                  </a:cubicBezTo>
                  <a:cubicBezTo>
                    <a:pt x="149715" y="211719"/>
                    <a:pt x="113520" y="224102"/>
                    <a:pt x="78277" y="235532"/>
                  </a:cubicBezTo>
                  <a:cubicBezTo>
                    <a:pt x="75420" y="236484"/>
                    <a:pt x="71610" y="238389"/>
                    <a:pt x="66847" y="239342"/>
                  </a:cubicBezTo>
                  <a:cubicBezTo>
                    <a:pt x="56370" y="246009"/>
                    <a:pt x="43987" y="249819"/>
                    <a:pt x="30652" y="250772"/>
                  </a:cubicBezTo>
                  <a:close/>
                  <a:moveTo>
                    <a:pt x="402127" y="9789"/>
                  </a:moveTo>
                  <a:cubicBezTo>
                    <a:pt x="384030" y="9789"/>
                    <a:pt x="363075" y="20267"/>
                    <a:pt x="344977" y="29792"/>
                  </a:cubicBezTo>
                  <a:cubicBezTo>
                    <a:pt x="337357" y="33602"/>
                    <a:pt x="330690" y="37412"/>
                    <a:pt x="324022" y="39317"/>
                  </a:cubicBezTo>
                  <a:cubicBezTo>
                    <a:pt x="288780" y="54557"/>
                    <a:pt x="250680" y="69797"/>
                    <a:pt x="201150" y="89799"/>
                  </a:cubicBezTo>
                  <a:cubicBezTo>
                    <a:pt x="167812" y="103134"/>
                    <a:pt x="132570" y="116469"/>
                    <a:pt x="96375" y="130757"/>
                  </a:cubicBezTo>
                  <a:cubicBezTo>
                    <a:pt x="92565" y="132662"/>
                    <a:pt x="87802" y="134567"/>
                    <a:pt x="83040" y="136472"/>
                  </a:cubicBezTo>
                  <a:cubicBezTo>
                    <a:pt x="73515" y="141234"/>
                    <a:pt x="63037" y="145044"/>
                    <a:pt x="51607" y="147902"/>
                  </a:cubicBezTo>
                  <a:cubicBezTo>
                    <a:pt x="17317" y="153617"/>
                    <a:pt x="8745" y="175524"/>
                    <a:pt x="7792" y="191717"/>
                  </a:cubicBezTo>
                  <a:cubicBezTo>
                    <a:pt x="6840" y="216482"/>
                    <a:pt x="20175" y="239342"/>
                    <a:pt x="24937" y="240294"/>
                  </a:cubicBezTo>
                  <a:cubicBezTo>
                    <a:pt x="33510" y="243152"/>
                    <a:pt x="51607" y="235532"/>
                    <a:pt x="63990" y="230769"/>
                  </a:cubicBezTo>
                  <a:cubicBezTo>
                    <a:pt x="68752" y="228864"/>
                    <a:pt x="72562" y="226959"/>
                    <a:pt x="75420" y="226007"/>
                  </a:cubicBezTo>
                  <a:cubicBezTo>
                    <a:pt x="109710" y="214577"/>
                    <a:pt x="146857" y="202194"/>
                    <a:pt x="189720" y="185049"/>
                  </a:cubicBezTo>
                  <a:cubicBezTo>
                    <a:pt x="240202" y="165999"/>
                    <a:pt x="284017" y="145997"/>
                    <a:pt x="325927" y="126947"/>
                  </a:cubicBezTo>
                  <a:cubicBezTo>
                    <a:pt x="350692" y="115517"/>
                    <a:pt x="371647" y="105039"/>
                    <a:pt x="390697" y="94562"/>
                  </a:cubicBezTo>
                  <a:cubicBezTo>
                    <a:pt x="394507" y="92657"/>
                    <a:pt x="399270" y="90752"/>
                    <a:pt x="404032" y="87894"/>
                  </a:cubicBezTo>
                  <a:cubicBezTo>
                    <a:pt x="419272" y="81227"/>
                    <a:pt x="435465" y="73607"/>
                    <a:pt x="438322" y="59319"/>
                  </a:cubicBezTo>
                  <a:cubicBezTo>
                    <a:pt x="441180" y="45984"/>
                    <a:pt x="438322" y="32649"/>
                    <a:pt x="429750" y="22172"/>
                  </a:cubicBezTo>
                  <a:cubicBezTo>
                    <a:pt x="426892" y="18362"/>
                    <a:pt x="423082" y="15504"/>
                    <a:pt x="418320" y="12647"/>
                  </a:cubicBezTo>
                  <a:lnTo>
                    <a:pt x="418320" y="12647"/>
                  </a:lnTo>
                  <a:cubicBezTo>
                    <a:pt x="414510" y="9789"/>
                    <a:pt x="407842" y="8837"/>
                    <a:pt x="402127" y="9789"/>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2" name="Freeform 12"/>
            <p:cNvSpPr/>
            <p:nvPr/>
          </p:nvSpPr>
          <p:spPr>
            <a:xfrm>
              <a:off x="4504400" y="4163464"/>
              <a:ext cx="683362" cy="681688"/>
            </a:xfrm>
            <a:custGeom>
              <a:avLst/>
              <a:gdLst/>
              <a:ahLst/>
              <a:cxnLst/>
              <a:rect l="l" t="t" r="r" b="b"/>
              <a:pathLst>
                <a:path w="683362" h="681688">
                  <a:moveTo>
                    <a:pt x="683363" y="317599"/>
                  </a:moveTo>
                  <a:cubicBezTo>
                    <a:pt x="677648" y="326172"/>
                    <a:pt x="670028" y="331887"/>
                    <a:pt x="660503" y="334744"/>
                  </a:cubicBezTo>
                  <a:cubicBezTo>
                    <a:pt x="647168" y="340459"/>
                    <a:pt x="633833" y="346175"/>
                    <a:pt x="620498" y="351889"/>
                  </a:cubicBezTo>
                  <a:cubicBezTo>
                    <a:pt x="614783" y="354747"/>
                    <a:pt x="610973" y="359509"/>
                    <a:pt x="609068" y="366177"/>
                  </a:cubicBezTo>
                  <a:cubicBezTo>
                    <a:pt x="606210" y="380464"/>
                    <a:pt x="603353" y="394752"/>
                    <a:pt x="599543" y="409992"/>
                  </a:cubicBezTo>
                  <a:cubicBezTo>
                    <a:pt x="595733" y="422375"/>
                    <a:pt x="600495" y="436662"/>
                    <a:pt x="610973" y="445234"/>
                  </a:cubicBezTo>
                  <a:cubicBezTo>
                    <a:pt x="621450" y="454759"/>
                    <a:pt x="630975" y="464284"/>
                    <a:pt x="640500" y="473809"/>
                  </a:cubicBezTo>
                  <a:cubicBezTo>
                    <a:pt x="649073" y="480477"/>
                    <a:pt x="650025" y="491907"/>
                    <a:pt x="644310" y="500479"/>
                  </a:cubicBezTo>
                  <a:cubicBezTo>
                    <a:pt x="633833" y="518577"/>
                    <a:pt x="622403" y="535722"/>
                    <a:pt x="610973" y="552867"/>
                  </a:cubicBezTo>
                  <a:cubicBezTo>
                    <a:pt x="600495" y="568107"/>
                    <a:pt x="594780" y="570012"/>
                    <a:pt x="576683" y="563344"/>
                  </a:cubicBezTo>
                  <a:lnTo>
                    <a:pt x="574778" y="562392"/>
                  </a:lnTo>
                  <a:cubicBezTo>
                    <a:pt x="561443" y="556677"/>
                    <a:pt x="548108" y="551915"/>
                    <a:pt x="534773" y="546200"/>
                  </a:cubicBezTo>
                  <a:cubicBezTo>
                    <a:pt x="526200" y="542390"/>
                    <a:pt x="516675" y="543342"/>
                    <a:pt x="509055" y="548104"/>
                  </a:cubicBezTo>
                  <a:cubicBezTo>
                    <a:pt x="495720" y="556677"/>
                    <a:pt x="483338" y="565250"/>
                    <a:pt x="470003" y="573822"/>
                  </a:cubicBezTo>
                  <a:cubicBezTo>
                    <a:pt x="464288" y="577632"/>
                    <a:pt x="460478" y="584300"/>
                    <a:pt x="460478" y="591919"/>
                  </a:cubicBezTo>
                  <a:cubicBezTo>
                    <a:pt x="459525" y="596682"/>
                    <a:pt x="459525" y="600492"/>
                    <a:pt x="459525" y="605254"/>
                  </a:cubicBezTo>
                  <a:cubicBezTo>
                    <a:pt x="459525" y="619542"/>
                    <a:pt x="459525" y="633829"/>
                    <a:pt x="459525" y="648117"/>
                  </a:cubicBezTo>
                  <a:cubicBezTo>
                    <a:pt x="459525" y="655737"/>
                    <a:pt x="454763" y="662404"/>
                    <a:pt x="448095" y="665262"/>
                  </a:cubicBezTo>
                  <a:cubicBezTo>
                    <a:pt x="445238" y="666215"/>
                    <a:pt x="442380" y="668119"/>
                    <a:pt x="439523" y="668119"/>
                  </a:cubicBezTo>
                  <a:cubicBezTo>
                    <a:pt x="417615" y="672882"/>
                    <a:pt x="395708" y="676692"/>
                    <a:pt x="373800" y="681454"/>
                  </a:cubicBezTo>
                  <a:cubicBezTo>
                    <a:pt x="368085" y="682407"/>
                    <a:pt x="361418" y="680502"/>
                    <a:pt x="358560" y="674787"/>
                  </a:cubicBezTo>
                  <a:cubicBezTo>
                    <a:pt x="354750" y="670025"/>
                    <a:pt x="351893" y="664309"/>
                    <a:pt x="349035" y="658594"/>
                  </a:cubicBezTo>
                  <a:cubicBezTo>
                    <a:pt x="344273" y="647165"/>
                    <a:pt x="339510" y="635734"/>
                    <a:pt x="335700" y="625257"/>
                  </a:cubicBezTo>
                  <a:cubicBezTo>
                    <a:pt x="331890" y="615732"/>
                    <a:pt x="323318" y="609065"/>
                    <a:pt x="313793" y="607159"/>
                  </a:cubicBezTo>
                  <a:lnTo>
                    <a:pt x="283313" y="600492"/>
                  </a:lnTo>
                  <a:cubicBezTo>
                    <a:pt x="257595" y="594777"/>
                    <a:pt x="252833" y="596682"/>
                    <a:pt x="234735" y="614779"/>
                  </a:cubicBezTo>
                  <a:cubicBezTo>
                    <a:pt x="226163" y="623352"/>
                    <a:pt x="217590" y="632877"/>
                    <a:pt x="208065" y="640497"/>
                  </a:cubicBezTo>
                  <a:cubicBezTo>
                    <a:pt x="201398" y="648117"/>
                    <a:pt x="189015" y="650022"/>
                    <a:pt x="181395" y="643354"/>
                  </a:cubicBezTo>
                  <a:cubicBezTo>
                    <a:pt x="163298" y="631925"/>
                    <a:pt x="145200" y="620494"/>
                    <a:pt x="127103" y="608112"/>
                  </a:cubicBezTo>
                  <a:cubicBezTo>
                    <a:pt x="114720" y="599540"/>
                    <a:pt x="112815" y="592872"/>
                    <a:pt x="118530" y="578584"/>
                  </a:cubicBezTo>
                  <a:cubicBezTo>
                    <a:pt x="124245" y="564297"/>
                    <a:pt x="129008" y="551915"/>
                    <a:pt x="134723" y="538579"/>
                  </a:cubicBezTo>
                  <a:cubicBezTo>
                    <a:pt x="139485" y="528102"/>
                    <a:pt x="138533" y="515719"/>
                    <a:pt x="131865" y="506194"/>
                  </a:cubicBezTo>
                  <a:cubicBezTo>
                    <a:pt x="124245" y="495717"/>
                    <a:pt x="116625" y="486192"/>
                    <a:pt x="110910" y="475714"/>
                  </a:cubicBezTo>
                  <a:cubicBezTo>
                    <a:pt x="105195" y="464284"/>
                    <a:pt x="92813" y="457617"/>
                    <a:pt x="80430" y="459522"/>
                  </a:cubicBezTo>
                  <a:cubicBezTo>
                    <a:pt x="79478" y="459522"/>
                    <a:pt x="78525" y="459522"/>
                    <a:pt x="77573" y="459522"/>
                  </a:cubicBezTo>
                  <a:lnTo>
                    <a:pt x="33758" y="459522"/>
                  </a:lnTo>
                  <a:cubicBezTo>
                    <a:pt x="26138" y="459522"/>
                    <a:pt x="19470" y="454759"/>
                    <a:pt x="16613" y="448092"/>
                  </a:cubicBezTo>
                  <a:cubicBezTo>
                    <a:pt x="14708" y="445234"/>
                    <a:pt x="13755" y="441425"/>
                    <a:pt x="12803" y="438567"/>
                  </a:cubicBezTo>
                  <a:cubicBezTo>
                    <a:pt x="8993" y="417612"/>
                    <a:pt x="4230" y="396657"/>
                    <a:pt x="420" y="376654"/>
                  </a:cubicBezTo>
                  <a:cubicBezTo>
                    <a:pt x="-1485" y="367129"/>
                    <a:pt x="3278" y="358557"/>
                    <a:pt x="10898" y="354747"/>
                  </a:cubicBezTo>
                  <a:cubicBezTo>
                    <a:pt x="16613" y="351889"/>
                    <a:pt x="22328" y="349032"/>
                    <a:pt x="28995" y="346175"/>
                  </a:cubicBezTo>
                  <a:cubicBezTo>
                    <a:pt x="38520" y="342364"/>
                    <a:pt x="48045" y="338554"/>
                    <a:pt x="57570" y="334744"/>
                  </a:cubicBezTo>
                  <a:cubicBezTo>
                    <a:pt x="66143" y="331887"/>
                    <a:pt x="71858" y="324267"/>
                    <a:pt x="73763" y="315694"/>
                  </a:cubicBezTo>
                  <a:cubicBezTo>
                    <a:pt x="77573" y="299502"/>
                    <a:pt x="79478" y="283309"/>
                    <a:pt x="83288" y="267117"/>
                  </a:cubicBezTo>
                  <a:cubicBezTo>
                    <a:pt x="84240" y="261402"/>
                    <a:pt x="82335" y="254734"/>
                    <a:pt x="78525" y="249972"/>
                  </a:cubicBezTo>
                  <a:cubicBezTo>
                    <a:pt x="73763" y="244257"/>
                    <a:pt x="69000" y="238542"/>
                    <a:pt x="63285" y="233779"/>
                  </a:cubicBezTo>
                  <a:cubicBezTo>
                    <a:pt x="55665" y="226159"/>
                    <a:pt x="48045" y="219492"/>
                    <a:pt x="41378" y="211872"/>
                  </a:cubicBezTo>
                  <a:cubicBezTo>
                    <a:pt x="31853" y="204252"/>
                    <a:pt x="29948" y="189964"/>
                    <a:pt x="37568" y="180439"/>
                  </a:cubicBezTo>
                  <a:cubicBezTo>
                    <a:pt x="37568" y="180439"/>
                    <a:pt x="38520" y="179487"/>
                    <a:pt x="38520" y="179487"/>
                  </a:cubicBezTo>
                  <a:cubicBezTo>
                    <a:pt x="49950" y="162342"/>
                    <a:pt x="61380" y="144244"/>
                    <a:pt x="72810" y="127099"/>
                  </a:cubicBezTo>
                  <a:cubicBezTo>
                    <a:pt x="78525" y="117574"/>
                    <a:pt x="90908" y="113764"/>
                    <a:pt x="101385" y="118527"/>
                  </a:cubicBezTo>
                  <a:cubicBezTo>
                    <a:pt x="116625" y="124242"/>
                    <a:pt x="130913" y="130909"/>
                    <a:pt x="146153" y="136624"/>
                  </a:cubicBezTo>
                  <a:cubicBezTo>
                    <a:pt x="154725" y="140434"/>
                    <a:pt x="165203" y="139482"/>
                    <a:pt x="172823" y="133767"/>
                  </a:cubicBezTo>
                  <a:cubicBezTo>
                    <a:pt x="185205" y="124242"/>
                    <a:pt x="198540" y="115669"/>
                    <a:pt x="211875" y="106144"/>
                  </a:cubicBezTo>
                  <a:cubicBezTo>
                    <a:pt x="218543" y="102334"/>
                    <a:pt x="222353" y="94714"/>
                    <a:pt x="222353" y="87094"/>
                  </a:cubicBezTo>
                  <a:cubicBezTo>
                    <a:pt x="222353" y="81379"/>
                    <a:pt x="223305" y="75664"/>
                    <a:pt x="223305" y="69949"/>
                  </a:cubicBezTo>
                  <a:cubicBezTo>
                    <a:pt x="223305" y="57567"/>
                    <a:pt x="222353" y="45184"/>
                    <a:pt x="223305" y="32802"/>
                  </a:cubicBezTo>
                  <a:cubicBezTo>
                    <a:pt x="223305" y="23277"/>
                    <a:pt x="229020" y="15657"/>
                    <a:pt x="238545" y="13752"/>
                  </a:cubicBezTo>
                  <a:cubicBezTo>
                    <a:pt x="261405" y="8989"/>
                    <a:pt x="284265" y="4227"/>
                    <a:pt x="307125" y="417"/>
                  </a:cubicBezTo>
                  <a:cubicBezTo>
                    <a:pt x="315698" y="-1488"/>
                    <a:pt x="324270" y="3274"/>
                    <a:pt x="328080" y="11847"/>
                  </a:cubicBezTo>
                  <a:cubicBezTo>
                    <a:pt x="331890" y="19467"/>
                    <a:pt x="335700" y="27087"/>
                    <a:pt x="339510" y="35659"/>
                  </a:cubicBezTo>
                  <a:cubicBezTo>
                    <a:pt x="343320" y="43279"/>
                    <a:pt x="348083" y="53757"/>
                    <a:pt x="351893" y="63282"/>
                  </a:cubicBezTo>
                  <a:cubicBezTo>
                    <a:pt x="353798" y="68997"/>
                    <a:pt x="358560" y="73759"/>
                    <a:pt x="365228" y="74712"/>
                  </a:cubicBezTo>
                  <a:cubicBezTo>
                    <a:pt x="380468" y="77569"/>
                    <a:pt x="396660" y="80427"/>
                    <a:pt x="411900" y="84237"/>
                  </a:cubicBezTo>
                  <a:cubicBezTo>
                    <a:pt x="423330" y="87094"/>
                    <a:pt x="434760" y="83284"/>
                    <a:pt x="442380" y="74712"/>
                  </a:cubicBezTo>
                  <a:cubicBezTo>
                    <a:pt x="452858" y="63282"/>
                    <a:pt x="464288" y="52804"/>
                    <a:pt x="475718" y="41374"/>
                  </a:cubicBezTo>
                  <a:cubicBezTo>
                    <a:pt x="481433" y="35659"/>
                    <a:pt x="490005" y="33754"/>
                    <a:pt x="497625" y="37564"/>
                  </a:cubicBezTo>
                  <a:cubicBezTo>
                    <a:pt x="521438" y="48994"/>
                    <a:pt x="544298" y="63282"/>
                    <a:pt x="563348" y="81379"/>
                  </a:cubicBezTo>
                  <a:cubicBezTo>
                    <a:pt x="566205" y="84237"/>
                    <a:pt x="567158" y="88999"/>
                    <a:pt x="567158" y="92809"/>
                  </a:cubicBezTo>
                  <a:cubicBezTo>
                    <a:pt x="566205" y="98524"/>
                    <a:pt x="565253" y="104239"/>
                    <a:pt x="562395" y="109954"/>
                  </a:cubicBezTo>
                  <a:cubicBezTo>
                    <a:pt x="557633" y="124242"/>
                    <a:pt x="551918" y="137577"/>
                    <a:pt x="546203" y="151864"/>
                  </a:cubicBezTo>
                  <a:cubicBezTo>
                    <a:pt x="543345" y="158532"/>
                    <a:pt x="543345" y="165199"/>
                    <a:pt x="547155" y="170914"/>
                  </a:cubicBezTo>
                  <a:cubicBezTo>
                    <a:pt x="557633" y="187107"/>
                    <a:pt x="569063" y="202347"/>
                    <a:pt x="580493" y="217587"/>
                  </a:cubicBezTo>
                  <a:cubicBezTo>
                    <a:pt x="583350" y="221397"/>
                    <a:pt x="588113" y="223302"/>
                    <a:pt x="592875" y="224254"/>
                  </a:cubicBezTo>
                  <a:cubicBezTo>
                    <a:pt x="599543" y="225207"/>
                    <a:pt x="606210" y="225207"/>
                    <a:pt x="611925" y="225207"/>
                  </a:cubicBezTo>
                  <a:cubicBezTo>
                    <a:pt x="624308" y="225207"/>
                    <a:pt x="636690" y="224254"/>
                    <a:pt x="648120" y="225207"/>
                  </a:cubicBezTo>
                  <a:cubicBezTo>
                    <a:pt x="658598" y="225207"/>
                    <a:pt x="667170" y="232827"/>
                    <a:pt x="669075" y="243304"/>
                  </a:cubicBezTo>
                  <a:cubicBezTo>
                    <a:pt x="670980" y="250924"/>
                    <a:pt x="672885" y="259497"/>
                    <a:pt x="674790" y="267117"/>
                  </a:cubicBezTo>
                  <a:cubicBezTo>
                    <a:pt x="677648" y="282357"/>
                    <a:pt x="680505" y="297597"/>
                    <a:pt x="683363" y="313789"/>
                  </a:cubicBezTo>
                  <a:lnTo>
                    <a:pt x="683363" y="317599"/>
                  </a:lnTo>
                  <a:close/>
                  <a:moveTo>
                    <a:pt x="321413" y="481429"/>
                  </a:moveTo>
                  <a:cubicBezTo>
                    <a:pt x="397613" y="492859"/>
                    <a:pt x="469050" y="441425"/>
                    <a:pt x="481433" y="364272"/>
                  </a:cubicBezTo>
                  <a:cubicBezTo>
                    <a:pt x="492863" y="288072"/>
                    <a:pt x="441428" y="217587"/>
                    <a:pt x="366180" y="203299"/>
                  </a:cubicBezTo>
                  <a:cubicBezTo>
                    <a:pt x="289028" y="190917"/>
                    <a:pt x="216638" y="242352"/>
                    <a:pt x="203303" y="319504"/>
                  </a:cubicBezTo>
                  <a:cubicBezTo>
                    <a:pt x="203303" y="319504"/>
                    <a:pt x="203303" y="320457"/>
                    <a:pt x="203303" y="320457"/>
                  </a:cubicBezTo>
                  <a:cubicBezTo>
                    <a:pt x="189968" y="381417"/>
                    <a:pt x="231878" y="467142"/>
                    <a:pt x="321413" y="481429"/>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3" name="Freeform 13"/>
            <p:cNvSpPr/>
            <p:nvPr/>
          </p:nvSpPr>
          <p:spPr>
            <a:xfrm>
              <a:off x="4502182" y="4156848"/>
              <a:ext cx="691295" cy="694737"/>
            </a:xfrm>
            <a:custGeom>
              <a:avLst/>
              <a:gdLst/>
              <a:ahLst/>
              <a:cxnLst/>
              <a:rect l="l" t="t" r="r" b="b"/>
              <a:pathLst>
                <a:path w="691295" h="694737">
                  <a:moveTo>
                    <a:pt x="375066" y="694738"/>
                  </a:moveTo>
                  <a:cubicBezTo>
                    <a:pt x="368398" y="694738"/>
                    <a:pt x="362683" y="690928"/>
                    <a:pt x="358873" y="685213"/>
                  </a:cubicBezTo>
                  <a:cubicBezTo>
                    <a:pt x="355063" y="679498"/>
                    <a:pt x="352206" y="673783"/>
                    <a:pt x="349348" y="668068"/>
                  </a:cubicBezTo>
                  <a:cubicBezTo>
                    <a:pt x="345538" y="660448"/>
                    <a:pt x="342681" y="652828"/>
                    <a:pt x="339823" y="645208"/>
                  </a:cubicBezTo>
                  <a:cubicBezTo>
                    <a:pt x="337918" y="641398"/>
                    <a:pt x="336966" y="637588"/>
                    <a:pt x="335061" y="633778"/>
                  </a:cubicBezTo>
                  <a:cubicBezTo>
                    <a:pt x="332203" y="626158"/>
                    <a:pt x="324583" y="620443"/>
                    <a:pt x="316963" y="618538"/>
                  </a:cubicBezTo>
                  <a:lnTo>
                    <a:pt x="303628" y="615680"/>
                  </a:lnTo>
                  <a:lnTo>
                    <a:pt x="286483" y="611870"/>
                  </a:lnTo>
                  <a:cubicBezTo>
                    <a:pt x="262671" y="607108"/>
                    <a:pt x="259813" y="607108"/>
                    <a:pt x="242668" y="625205"/>
                  </a:cubicBezTo>
                  <a:lnTo>
                    <a:pt x="237906" y="629968"/>
                  </a:lnTo>
                  <a:cubicBezTo>
                    <a:pt x="231238" y="637588"/>
                    <a:pt x="223618" y="644255"/>
                    <a:pt x="215998" y="651875"/>
                  </a:cubicBezTo>
                  <a:cubicBezTo>
                    <a:pt x="207426" y="661400"/>
                    <a:pt x="193138" y="662353"/>
                    <a:pt x="183613" y="654733"/>
                  </a:cubicBezTo>
                  <a:cubicBezTo>
                    <a:pt x="163611" y="642350"/>
                    <a:pt x="145513" y="629968"/>
                    <a:pt x="129321" y="619490"/>
                  </a:cubicBezTo>
                  <a:cubicBezTo>
                    <a:pt x="115033" y="609965"/>
                    <a:pt x="112176" y="600440"/>
                    <a:pt x="118843" y="584248"/>
                  </a:cubicBezTo>
                  <a:cubicBezTo>
                    <a:pt x="123606" y="570913"/>
                    <a:pt x="129321" y="556625"/>
                    <a:pt x="135036" y="544243"/>
                  </a:cubicBezTo>
                  <a:cubicBezTo>
                    <a:pt x="139798" y="535670"/>
                    <a:pt x="138846" y="525193"/>
                    <a:pt x="132178" y="516620"/>
                  </a:cubicBezTo>
                  <a:cubicBezTo>
                    <a:pt x="130273" y="513762"/>
                    <a:pt x="128368" y="510905"/>
                    <a:pt x="125511" y="507095"/>
                  </a:cubicBezTo>
                  <a:cubicBezTo>
                    <a:pt x="120748" y="500428"/>
                    <a:pt x="115033" y="492808"/>
                    <a:pt x="110271" y="485187"/>
                  </a:cubicBezTo>
                  <a:cubicBezTo>
                    <a:pt x="105508" y="475662"/>
                    <a:pt x="95031" y="469948"/>
                    <a:pt x="84553" y="470900"/>
                  </a:cubicBezTo>
                  <a:cubicBezTo>
                    <a:pt x="83601" y="470900"/>
                    <a:pt x="82648" y="470900"/>
                    <a:pt x="81696" y="470900"/>
                  </a:cubicBezTo>
                  <a:lnTo>
                    <a:pt x="80743" y="470900"/>
                  </a:lnTo>
                  <a:lnTo>
                    <a:pt x="66456" y="470900"/>
                  </a:lnTo>
                  <a:lnTo>
                    <a:pt x="37881" y="470900"/>
                  </a:lnTo>
                  <a:lnTo>
                    <a:pt x="37881" y="470900"/>
                  </a:lnTo>
                  <a:cubicBezTo>
                    <a:pt x="28356" y="470900"/>
                    <a:pt x="19783" y="465185"/>
                    <a:pt x="16926" y="456612"/>
                  </a:cubicBezTo>
                  <a:cubicBezTo>
                    <a:pt x="15021" y="453755"/>
                    <a:pt x="14068" y="449945"/>
                    <a:pt x="13116" y="447087"/>
                  </a:cubicBezTo>
                  <a:cubicBezTo>
                    <a:pt x="8353" y="426133"/>
                    <a:pt x="4543" y="405178"/>
                    <a:pt x="733" y="385175"/>
                  </a:cubicBezTo>
                  <a:cubicBezTo>
                    <a:pt x="-2124" y="373745"/>
                    <a:pt x="3591" y="362315"/>
                    <a:pt x="14068" y="357553"/>
                  </a:cubicBezTo>
                  <a:cubicBezTo>
                    <a:pt x="19783" y="354695"/>
                    <a:pt x="26451" y="351837"/>
                    <a:pt x="32166" y="348980"/>
                  </a:cubicBezTo>
                  <a:lnTo>
                    <a:pt x="49311" y="342312"/>
                  </a:lnTo>
                  <a:lnTo>
                    <a:pt x="61693" y="337550"/>
                  </a:lnTo>
                  <a:cubicBezTo>
                    <a:pt x="68361" y="334693"/>
                    <a:pt x="74076" y="328978"/>
                    <a:pt x="75028" y="321358"/>
                  </a:cubicBezTo>
                  <a:cubicBezTo>
                    <a:pt x="77886" y="308975"/>
                    <a:pt x="79791" y="295640"/>
                    <a:pt x="82648" y="282305"/>
                  </a:cubicBezTo>
                  <a:lnTo>
                    <a:pt x="84553" y="271828"/>
                  </a:lnTo>
                  <a:cubicBezTo>
                    <a:pt x="85506" y="267065"/>
                    <a:pt x="84553" y="262303"/>
                    <a:pt x="80743" y="258493"/>
                  </a:cubicBezTo>
                  <a:cubicBezTo>
                    <a:pt x="75981" y="252778"/>
                    <a:pt x="71218" y="248015"/>
                    <a:pt x="65503" y="242300"/>
                  </a:cubicBezTo>
                  <a:cubicBezTo>
                    <a:pt x="62646" y="239443"/>
                    <a:pt x="59788" y="236585"/>
                    <a:pt x="56931" y="233728"/>
                  </a:cubicBezTo>
                  <a:cubicBezTo>
                    <a:pt x="54073" y="230870"/>
                    <a:pt x="48358" y="225155"/>
                    <a:pt x="43596" y="220393"/>
                  </a:cubicBezTo>
                  <a:cubicBezTo>
                    <a:pt x="32166" y="210868"/>
                    <a:pt x="30261" y="193722"/>
                    <a:pt x="39786" y="182293"/>
                  </a:cubicBezTo>
                  <a:cubicBezTo>
                    <a:pt x="39786" y="182293"/>
                    <a:pt x="39786" y="182293"/>
                    <a:pt x="40738" y="181340"/>
                  </a:cubicBezTo>
                  <a:cubicBezTo>
                    <a:pt x="52168" y="164195"/>
                    <a:pt x="63598" y="146097"/>
                    <a:pt x="75028" y="128953"/>
                  </a:cubicBezTo>
                  <a:cubicBezTo>
                    <a:pt x="81696" y="117522"/>
                    <a:pt x="96936" y="112760"/>
                    <a:pt x="109318" y="119428"/>
                  </a:cubicBezTo>
                  <a:lnTo>
                    <a:pt x="132178" y="128953"/>
                  </a:lnTo>
                  <a:lnTo>
                    <a:pt x="154086" y="137525"/>
                  </a:lnTo>
                  <a:cubicBezTo>
                    <a:pt x="161706" y="141335"/>
                    <a:pt x="170278" y="139430"/>
                    <a:pt x="175993" y="134668"/>
                  </a:cubicBezTo>
                  <a:cubicBezTo>
                    <a:pt x="185518" y="127047"/>
                    <a:pt x="195996" y="120380"/>
                    <a:pt x="206473" y="113713"/>
                  </a:cubicBezTo>
                  <a:lnTo>
                    <a:pt x="215998" y="107045"/>
                  </a:lnTo>
                  <a:cubicBezTo>
                    <a:pt x="220761" y="103235"/>
                    <a:pt x="223618" y="97520"/>
                    <a:pt x="224571" y="91805"/>
                  </a:cubicBezTo>
                  <a:cubicBezTo>
                    <a:pt x="225523" y="86090"/>
                    <a:pt x="225523" y="80375"/>
                    <a:pt x="225523" y="74660"/>
                  </a:cubicBezTo>
                  <a:cubicBezTo>
                    <a:pt x="225523" y="68945"/>
                    <a:pt x="225523" y="66088"/>
                    <a:pt x="225523" y="62277"/>
                  </a:cubicBezTo>
                  <a:cubicBezTo>
                    <a:pt x="225523" y="53705"/>
                    <a:pt x="225523" y="46085"/>
                    <a:pt x="225523" y="37513"/>
                  </a:cubicBezTo>
                  <a:cubicBezTo>
                    <a:pt x="225523" y="26083"/>
                    <a:pt x="233143" y="16558"/>
                    <a:pt x="244573" y="13700"/>
                  </a:cubicBezTo>
                  <a:cubicBezTo>
                    <a:pt x="264576" y="9890"/>
                    <a:pt x="285531" y="5127"/>
                    <a:pt x="313153" y="365"/>
                  </a:cubicBezTo>
                  <a:cubicBezTo>
                    <a:pt x="323631" y="-1540"/>
                    <a:pt x="334108" y="4175"/>
                    <a:pt x="338871" y="13700"/>
                  </a:cubicBezTo>
                  <a:cubicBezTo>
                    <a:pt x="341728" y="20368"/>
                    <a:pt x="345538" y="27035"/>
                    <a:pt x="348396" y="33702"/>
                  </a:cubicBezTo>
                  <a:lnTo>
                    <a:pt x="350301" y="37513"/>
                  </a:lnTo>
                  <a:cubicBezTo>
                    <a:pt x="352206" y="41322"/>
                    <a:pt x="354111" y="45133"/>
                    <a:pt x="355063" y="48943"/>
                  </a:cubicBezTo>
                  <a:cubicBezTo>
                    <a:pt x="357921" y="54658"/>
                    <a:pt x="359826" y="60372"/>
                    <a:pt x="362683" y="65135"/>
                  </a:cubicBezTo>
                  <a:cubicBezTo>
                    <a:pt x="364588" y="68945"/>
                    <a:pt x="368398" y="72755"/>
                    <a:pt x="372208" y="73708"/>
                  </a:cubicBezTo>
                  <a:lnTo>
                    <a:pt x="388401" y="76565"/>
                  </a:lnTo>
                  <a:cubicBezTo>
                    <a:pt x="398878" y="78470"/>
                    <a:pt x="408403" y="80375"/>
                    <a:pt x="418881" y="83233"/>
                  </a:cubicBezTo>
                  <a:cubicBezTo>
                    <a:pt x="428406" y="86090"/>
                    <a:pt x="437931" y="82280"/>
                    <a:pt x="444598" y="74660"/>
                  </a:cubicBezTo>
                  <a:cubicBezTo>
                    <a:pt x="451266" y="67040"/>
                    <a:pt x="458886" y="60372"/>
                    <a:pt x="466506" y="52752"/>
                  </a:cubicBezTo>
                  <a:lnTo>
                    <a:pt x="477936" y="41322"/>
                  </a:lnTo>
                  <a:cubicBezTo>
                    <a:pt x="484603" y="33702"/>
                    <a:pt x="496033" y="31797"/>
                    <a:pt x="504606" y="36560"/>
                  </a:cubicBezTo>
                  <a:cubicBezTo>
                    <a:pt x="529371" y="47990"/>
                    <a:pt x="552231" y="63230"/>
                    <a:pt x="572233" y="81328"/>
                  </a:cubicBezTo>
                  <a:cubicBezTo>
                    <a:pt x="576043" y="85138"/>
                    <a:pt x="577948" y="90853"/>
                    <a:pt x="577948" y="96568"/>
                  </a:cubicBezTo>
                  <a:cubicBezTo>
                    <a:pt x="576996" y="103235"/>
                    <a:pt x="576043" y="108950"/>
                    <a:pt x="573186" y="114665"/>
                  </a:cubicBezTo>
                  <a:cubicBezTo>
                    <a:pt x="570328" y="122285"/>
                    <a:pt x="567471" y="129905"/>
                    <a:pt x="563661" y="137525"/>
                  </a:cubicBezTo>
                  <a:cubicBezTo>
                    <a:pt x="560803" y="143240"/>
                    <a:pt x="558898" y="149908"/>
                    <a:pt x="556041" y="155622"/>
                  </a:cubicBezTo>
                  <a:cubicBezTo>
                    <a:pt x="554136" y="160385"/>
                    <a:pt x="554136" y="166100"/>
                    <a:pt x="556993" y="170863"/>
                  </a:cubicBezTo>
                  <a:cubicBezTo>
                    <a:pt x="566518" y="185150"/>
                    <a:pt x="577948" y="201343"/>
                    <a:pt x="590331" y="217535"/>
                  </a:cubicBezTo>
                  <a:cubicBezTo>
                    <a:pt x="593188" y="220393"/>
                    <a:pt x="596046" y="221345"/>
                    <a:pt x="599856" y="222297"/>
                  </a:cubicBezTo>
                  <a:cubicBezTo>
                    <a:pt x="604618" y="223250"/>
                    <a:pt x="609381" y="223250"/>
                    <a:pt x="613191" y="223250"/>
                  </a:cubicBezTo>
                  <a:lnTo>
                    <a:pt x="630336" y="223250"/>
                  </a:lnTo>
                  <a:cubicBezTo>
                    <a:pt x="637956" y="223250"/>
                    <a:pt x="646528" y="223250"/>
                    <a:pt x="654148" y="223250"/>
                  </a:cubicBezTo>
                  <a:cubicBezTo>
                    <a:pt x="666531" y="224203"/>
                    <a:pt x="676056" y="233728"/>
                    <a:pt x="677961" y="246110"/>
                  </a:cubicBezTo>
                  <a:cubicBezTo>
                    <a:pt x="679866" y="253730"/>
                    <a:pt x="681771" y="262303"/>
                    <a:pt x="683676" y="269923"/>
                  </a:cubicBezTo>
                  <a:cubicBezTo>
                    <a:pt x="685581" y="280400"/>
                    <a:pt x="687486" y="291830"/>
                    <a:pt x="689391" y="303260"/>
                  </a:cubicBezTo>
                  <a:lnTo>
                    <a:pt x="691296" y="316595"/>
                  </a:lnTo>
                  <a:cubicBezTo>
                    <a:pt x="691296" y="317548"/>
                    <a:pt x="691296" y="317548"/>
                    <a:pt x="691296" y="318500"/>
                  </a:cubicBezTo>
                  <a:lnTo>
                    <a:pt x="690343" y="324215"/>
                  </a:lnTo>
                  <a:cubicBezTo>
                    <a:pt x="690343" y="325168"/>
                    <a:pt x="690343" y="325168"/>
                    <a:pt x="689391" y="326120"/>
                  </a:cubicBezTo>
                  <a:cubicBezTo>
                    <a:pt x="683676" y="335645"/>
                    <a:pt x="675103" y="342312"/>
                    <a:pt x="664626" y="345170"/>
                  </a:cubicBezTo>
                  <a:cubicBezTo>
                    <a:pt x="656053" y="348980"/>
                    <a:pt x="648433" y="351837"/>
                    <a:pt x="640813" y="355648"/>
                  </a:cubicBezTo>
                  <a:lnTo>
                    <a:pt x="624621" y="362315"/>
                  </a:lnTo>
                  <a:cubicBezTo>
                    <a:pt x="619858" y="364220"/>
                    <a:pt x="617001" y="368030"/>
                    <a:pt x="616048" y="372793"/>
                  </a:cubicBezTo>
                  <a:cubicBezTo>
                    <a:pt x="615096" y="378508"/>
                    <a:pt x="614143" y="383270"/>
                    <a:pt x="612238" y="388985"/>
                  </a:cubicBezTo>
                  <a:cubicBezTo>
                    <a:pt x="610333" y="398510"/>
                    <a:pt x="608428" y="407083"/>
                    <a:pt x="606523" y="416608"/>
                  </a:cubicBezTo>
                  <a:cubicBezTo>
                    <a:pt x="603666" y="428037"/>
                    <a:pt x="607476" y="439468"/>
                    <a:pt x="616048" y="447087"/>
                  </a:cubicBezTo>
                  <a:cubicBezTo>
                    <a:pt x="625573" y="455660"/>
                    <a:pt x="635098" y="465185"/>
                    <a:pt x="646528" y="475662"/>
                  </a:cubicBezTo>
                  <a:cubicBezTo>
                    <a:pt x="657006" y="483283"/>
                    <a:pt x="658911" y="498523"/>
                    <a:pt x="650338" y="509000"/>
                  </a:cubicBezTo>
                  <a:cubicBezTo>
                    <a:pt x="637003" y="530908"/>
                    <a:pt x="627478" y="547100"/>
                    <a:pt x="617001" y="561388"/>
                  </a:cubicBezTo>
                  <a:cubicBezTo>
                    <a:pt x="605571" y="578533"/>
                    <a:pt x="597951" y="580438"/>
                    <a:pt x="576996" y="573770"/>
                  </a:cubicBezTo>
                  <a:lnTo>
                    <a:pt x="576043" y="572818"/>
                  </a:lnTo>
                  <a:lnTo>
                    <a:pt x="563661" y="568055"/>
                  </a:lnTo>
                  <a:cubicBezTo>
                    <a:pt x="554136" y="564245"/>
                    <a:pt x="544611" y="560435"/>
                    <a:pt x="535086" y="556625"/>
                  </a:cubicBezTo>
                  <a:cubicBezTo>
                    <a:pt x="528418" y="553768"/>
                    <a:pt x="520798" y="553768"/>
                    <a:pt x="514131" y="558530"/>
                  </a:cubicBezTo>
                  <a:lnTo>
                    <a:pt x="509368" y="562340"/>
                  </a:lnTo>
                  <a:cubicBezTo>
                    <a:pt x="497938" y="569960"/>
                    <a:pt x="487461" y="577580"/>
                    <a:pt x="476031" y="584248"/>
                  </a:cubicBezTo>
                  <a:cubicBezTo>
                    <a:pt x="471268" y="587105"/>
                    <a:pt x="468411" y="592820"/>
                    <a:pt x="468411" y="598535"/>
                  </a:cubicBezTo>
                  <a:cubicBezTo>
                    <a:pt x="467458" y="602345"/>
                    <a:pt x="467458" y="607108"/>
                    <a:pt x="467458" y="610918"/>
                  </a:cubicBezTo>
                  <a:cubicBezTo>
                    <a:pt x="467458" y="618538"/>
                    <a:pt x="467458" y="627110"/>
                    <a:pt x="467458" y="634730"/>
                  </a:cubicBezTo>
                  <a:lnTo>
                    <a:pt x="467458" y="653780"/>
                  </a:lnTo>
                  <a:cubicBezTo>
                    <a:pt x="467458" y="663305"/>
                    <a:pt x="461743" y="671878"/>
                    <a:pt x="453171" y="674735"/>
                  </a:cubicBezTo>
                  <a:lnTo>
                    <a:pt x="452218" y="675688"/>
                  </a:lnTo>
                  <a:cubicBezTo>
                    <a:pt x="449361" y="676640"/>
                    <a:pt x="446503" y="677593"/>
                    <a:pt x="443646" y="678545"/>
                  </a:cubicBezTo>
                  <a:lnTo>
                    <a:pt x="396021" y="688070"/>
                  </a:lnTo>
                  <a:lnTo>
                    <a:pt x="377923" y="691880"/>
                  </a:lnTo>
                  <a:cubicBezTo>
                    <a:pt x="377923" y="694738"/>
                    <a:pt x="376018" y="694738"/>
                    <a:pt x="375066" y="694738"/>
                  </a:cubicBezTo>
                  <a:close/>
                  <a:moveTo>
                    <a:pt x="268386" y="600440"/>
                  </a:moveTo>
                  <a:cubicBezTo>
                    <a:pt x="275053" y="600440"/>
                    <a:pt x="281721" y="601393"/>
                    <a:pt x="289341" y="603298"/>
                  </a:cubicBezTo>
                  <a:lnTo>
                    <a:pt x="306486" y="607108"/>
                  </a:lnTo>
                  <a:lnTo>
                    <a:pt x="319821" y="609965"/>
                  </a:lnTo>
                  <a:cubicBezTo>
                    <a:pt x="331251" y="611870"/>
                    <a:pt x="340776" y="619490"/>
                    <a:pt x="344586" y="630920"/>
                  </a:cubicBezTo>
                  <a:cubicBezTo>
                    <a:pt x="346491" y="634730"/>
                    <a:pt x="347443" y="638540"/>
                    <a:pt x="349348" y="642350"/>
                  </a:cubicBezTo>
                  <a:cubicBezTo>
                    <a:pt x="352206" y="649970"/>
                    <a:pt x="355063" y="657590"/>
                    <a:pt x="358873" y="664258"/>
                  </a:cubicBezTo>
                  <a:cubicBezTo>
                    <a:pt x="361731" y="669973"/>
                    <a:pt x="364588" y="674735"/>
                    <a:pt x="367446" y="679498"/>
                  </a:cubicBezTo>
                  <a:cubicBezTo>
                    <a:pt x="369351" y="683308"/>
                    <a:pt x="374113" y="685213"/>
                    <a:pt x="377923" y="684260"/>
                  </a:cubicBezTo>
                  <a:lnTo>
                    <a:pt x="396021" y="680450"/>
                  </a:lnTo>
                  <a:cubicBezTo>
                    <a:pt x="412213" y="677593"/>
                    <a:pt x="427453" y="673783"/>
                    <a:pt x="442693" y="670925"/>
                  </a:cubicBezTo>
                  <a:cubicBezTo>
                    <a:pt x="444598" y="669973"/>
                    <a:pt x="447456" y="669973"/>
                    <a:pt x="449361" y="668068"/>
                  </a:cubicBezTo>
                  <a:lnTo>
                    <a:pt x="450313" y="667115"/>
                  </a:lnTo>
                  <a:cubicBezTo>
                    <a:pt x="456028" y="665210"/>
                    <a:pt x="458886" y="660448"/>
                    <a:pt x="458886" y="654733"/>
                  </a:cubicBezTo>
                  <a:lnTo>
                    <a:pt x="458886" y="635683"/>
                  </a:lnTo>
                  <a:cubicBezTo>
                    <a:pt x="458886" y="628063"/>
                    <a:pt x="458886" y="619490"/>
                    <a:pt x="458886" y="611870"/>
                  </a:cubicBezTo>
                  <a:cubicBezTo>
                    <a:pt x="458886" y="608060"/>
                    <a:pt x="458886" y="603298"/>
                    <a:pt x="459838" y="598535"/>
                  </a:cubicBezTo>
                  <a:cubicBezTo>
                    <a:pt x="459838" y="589963"/>
                    <a:pt x="464601" y="582343"/>
                    <a:pt x="472221" y="577580"/>
                  </a:cubicBezTo>
                  <a:cubicBezTo>
                    <a:pt x="483651" y="569960"/>
                    <a:pt x="494128" y="563293"/>
                    <a:pt x="505558" y="555673"/>
                  </a:cubicBezTo>
                  <a:lnTo>
                    <a:pt x="510321" y="551863"/>
                  </a:lnTo>
                  <a:cubicBezTo>
                    <a:pt x="518893" y="546148"/>
                    <a:pt x="530323" y="544243"/>
                    <a:pt x="539848" y="549005"/>
                  </a:cubicBezTo>
                  <a:lnTo>
                    <a:pt x="567471" y="560435"/>
                  </a:lnTo>
                  <a:lnTo>
                    <a:pt x="578901" y="565198"/>
                  </a:lnTo>
                  <a:lnTo>
                    <a:pt x="578901" y="569960"/>
                  </a:lnTo>
                  <a:lnTo>
                    <a:pt x="580806" y="565198"/>
                  </a:lnTo>
                  <a:cubicBezTo>
                    <a:pt x="596998" y="570913"/>
                    <a:pt x="599856" y="569960"/>
                    <a:pt x="609381" y="556625"/>
                  </a:cubicBezTo>
                  <a:cubicBezTo>
                    <a:pt x="618906" y="542338"/>
                    <a:pt x="629383" y="526145"/>
                    <a:pt x="642718" y="504237"/>
                  </a:cubicBezTo>
                  <a:cubicBezTo>
                    <a:pt x="647481" y="498523"/>
                    <a:pt x="647481" y="488998"/>
                    <a:pt x="640813" y="484235"/>
                  </a:cubicBezTo>
                  <a:cubicBezTo>
                    <a:pt x="640813" y="484235"/>
                    <a:pt x="639861" y="483283"/>
                    <a:pt x="639861" y="483283"/>
                  </a:cubicBezTo>
                  <a:cubicBezTo>
                    <a:pt x="628431" y="471853"/>
                    <a:pt x="618906" y="462328"/>
                    <a:pt x="610333" y="454708"/>
                  </a:cubicBezTo>
                  <a:cubicBezTo>
                    <a:pt x="598903" y="445183"/>
                    <a:pt x="593188" y="429943"/>
                    <a:pt x="597951" y="414703"/>
                  </a:cubicBezTo>
                  <a:cubicBezTo>
                    <a:pt x="599856" y="406130"/>
                    <a:pt x="601761" y="396605"/>
                    <a:pt x="603666" y="387080"/>
                  </a:cubicBezTo>
                  <a:cubicBezTo>
                    <a:pt x="604618" y="381365"/>
                    <a:pt x="605571" y="375650"/>
                    <a:pt x="607476" y="370887"/>
                  </a:cubicBezTo>
                  <a:cubicBezTo>
                    <a:pt x="608428" y="363268"/>
                    <a:pt x="614143" y="356600"/>
                    <a:pt x="621763" y="353743"/>
                  </a:cubicBezTo>
                  <a:lnTo>
                    <a:pt x="637956" y="346123"/>
                  </a:lnTo>
                  <a:cubicBezTo>
                    <a:pt x="645576" y="342312"/>
                    <a:pt x="654148" y="339455"/>
                    <a:pt x="661768" y="335645"/>
                  </a:cubicBezTo>
                  <a:cubicBezTo>
                    <a:pt x="669388" y="332787"/>
                    <a:pt x="677008" y="328025"/>
                    <a:pt x="681771" y="321358"/>
                  </a:cubicBezTo>
                  <a:lnTo>
                    <a:pt x="682723" y="317548"/>
                  </a:lnTo>
                  <a:lnTo>
                    <a:pt x="679866" y="305165"/>
                  </a:lnTo>
                  <a:cubicBezTo>
                    <a:pt x="677961" y="294688"/>
                    <a:pt x="676056" y="283258"/>
                    <a:pt x="674151" y="272780"/>
                  </a:cubicBezTo>
                  <a:cubicBezTo>
                    <a:pt x="672246" y="264208"/>
                    <a:pt x="670341" y="256588"/>
                    <a:pt x="669388" y="248968"/>
                  </a:cubicBezTo>
                  <a:cubicBezTo>
                    <a:pt x="668436" y="240395"/>
                    <a:pt x="660816" y="234680"/>
                    <a:pt x="653196" y="234680"/>
                  </a:cubicBezTo>
                  <a:cubicBezTo>
                    <a:pt x="645576" y="234680"/>
                    <a:pt x="637003" y="234680"/>
                    <a:pt x="629383" y="234680"/>
                  </a:cubicBezTo>
                  <a:lnTo>
                    <a:pt x="612238" y="234680"/>
                  </a:lnTo>
                  <a:cubicBezTo>
                    <a:pt x="607476" y="234680"/>
                    <a:pt x="601761" y="234680"/>
                    <a:pt x="596998" y="233728"/>
                  </a:cubicBezTo>
                  <a:cubicBezTo>
                    <a:pt x="591283" y="232775"/>
                    <a:pt x="585568" y="229918"/>
                    <a:pt x="581758" y="225155"/>
                  </a:cubicBezTo>
                  <a:cubicBezTo>
                    <a:pt x="569376" y="208963"/>
                    <a:pt x="557946" y="192770"/>
                    <a:pt x="548421" y="178483"/>
                  </a:cubicBezTo>
                  <a:cubicBezTo>
                    <a:pt x="543658" y="170863"/>
                    <a:pt x="543658" y="162290"/>
                    <a:pt x="546516" y="154670"/>
                  </a:cubicBezTo>
                  <a:lnTo>
                    <a:pt x="554136" y="136572"/>
                  </a:lnTo>
                  <a:cubicBezTo>
                    <a:pt x="556993" y="128953"/>
                    <a:pt x="559851" y="121333"/>
                    <a:pt x="563661" y="113713"/>
                  </a:cubicBezTo>
                  <a:cubicBezTo>
                    <a:pt x="565566" y="108950"/>
                    <a:pt x="567471" y="103235"/>
                    <a:pt x="567471" y="98472"/>
                  </a:cubicBezTo>
                  <a:cubicBezTo>
                    <a:pt x="567471" y="95615"/>
                    <a:pt x="566518" y="92758"/>
                    <a:pt x="565566" y="90853"/>
                  </a:cubicBezTo>
                  <a:cubicBezTo>
                    <a:pt x="546516" y="73708"/>
                    <a:pt x="524608" y="58468"/>
                    <a:pt x="500796" y="47990"/>
                  </a:cubicBezTo>
                  <a:cubicBezTo>
                    <a:pt x="495081" y="45133"/>
                    <a:pt x="488413" y="46085"/>
                    <a:pt x="484603" y="50847"/>
                  </a:cubicBezTo>
                  <a:cubicBezTo>
                    <a:pt x="480793" y="54658"/>
                    <a:pt x="476983" y="58468"/>
                    <a:pt x="473173" y="62277"/>
                  </a:cubicBezTo>
                  <a:cubicBezTo>
                    <a:pt x="466506" y="68945"/>
                    <a:pt x="458886" y="76565"/>
                    <a:pt x="452218" y="83233"/>
                  </a:cubicBezTo>
                  <a:cubicBezTo>
                    <a:pt x="443646" y="93710"/>
                    <a:pt x="430311" y="97520"/>
                    <a:pt x="416976" y="94663"/>
                  </a:cubicBezTo>
                  <a:cubicBezTo>
                    <a:pt x="407451" y="91805"/>
                    <a:pt x="396973" y="89900"/>
                    <a:pt x="386496" y="87995"/>
                  </a:cubicBezTo>
                  <a:lnTo>
                    <a:pt x="370303" y="85138"/>
                  </a:lnTo>
                  <a:cubicBezTo>
                    <a:pt x="362683" y="83233"/>
                    <a:pt x="356968" y="78470"/>
                    <a:pt x="354111" y="71803"/>
                  </a:cubicBezTo>
                  <a:cubicBezTo>
                    <a:pt x="351253" y="66088"/>
                    <a:pt x="349348" y="60372"/>
                    <a:pt x="346491" y="55610"/>
                  </a:cubicBezTo>
                  <a:lnTo>
                    <a:pt x="341728" y="44180"/>
                  </a:lnTo>
                  <a:lnTo>
                    <a:pt x="339823" y="40370"/>
                  </a:lnTo>
                  <a:cubicBezTo>
                    <a:pt x="336966" y="33702"/>
                    <a:pt x="334108" y="27035"/>
                    <a:pt x="330298" y="21320"/>
                  </a:cubicBezTo>
                  <a:cubicBezTo>
                    <a:pt x="328393" y="15605"/>
                    <a:pt x="321726" y="11795"/>
                    <a:pt x="315058" y="12748"/>
                  </a:cubicBezTo>
                  <a:cubicBezTo>
                    <a:pt x="287436" y="17510"/>
                    <a:pt x="266481" y="21320"/>
                    <a:pt x="246478" y="26083"/>
                  </a:cubicBezTo>
                  <a:cubicBezTo>
                    <a:pt x="239811" y="27988"/>
                    <a:pt x="236001" y="33702"/>
                    <a:pt x="236001" y="40370"/>
                  </a:cubicBezTo>
                  <a:cubicBezTo>
                    <a:pt x="235048" y="47990"/>
                    <a:pt x="236001" y="56563"/>
                    <a:pt x="236001" y="64183"/>
                  </a:cubicBezTo>
                  <a:cubicBezTo>
                    <a:pt x="236001" y="67993"/>
                    <a:pt x="236001" y="72755"/>
                    <a:pt x="236001" y="76565"/>
                  </a:cubicBezTo>
                  <a:cubicBezTo>
                    <a:pt x="236001" y="80375"/>
                    <a:pt x="236001" y="87995"/>
                    <a:pt x="235048" y="94663"/>
                  </a:cubicBezTo>
                  <a:cubicBezTo>
                    <a:pt x="235048" y="103235"/>
                    <a:pt x="230286" y="111808"/>
                    <a:pt x="222666" y="117522"/>
                  </a:cubicBezTo>
                  <a:lnTo>
                    <a:pt x="213141" y="124190"/>
                  </a:lnTo>
                  <a:cubicBezTo>
                    <a:pt x="203616" y="130858"/>
                    <a:pt x="193138" y="137525"/>
                    <a:pt x="183613" y="145145"/>
                  </a:cubicBezTo>
                  <a:cubicBezTo>
                    <a:pt x="175041" y="151813"/>
                    <a:pt x="162658" y="153718"/>
                    <a:pt x="152181" y="148955"/>
                  </a:cubicBezTo>
                  <a:lnTo>
                    <a:pt x="130273" y="140383"/>
                  </a:lnTo>
                  <a:lnTo>
                    <a:pt x="107413" y="130858"/>
                  </a:lnTo>
                  <a:cubicBezTo>
                    <a:pt x="99793" y="126095"/>
                    <a:pt x="89316" y="128953"/>
                    <a:pt x="85506" y="136572"/>
                  </a:cubicBezTo>
                  <a:cubicBezTo>
                    <a:pt x="85506" y="136572"/>
                    <a:pt x="85506" y="136572"/>
                    <a:pt x="85506" y="136572"/>
                  </a:cubicBezTo>
                  <a:cubicBezTo>
                    <a:pt x="74076" y="153718"/>
                    <a:pt x="61693" y="170863"/>
                    <a:pt x="51216" y="188960"/>
                  </a:cubicBezTo>
                  <a:cubicBezTo>
                    <a:pt x="44548" y="196580"/>
                    <a:pt x="44548" y="207058"/>
                    <a:pt x="52168" y="213725"/>
                  </a:cubicBezTo>
                  <a:cubicBezTo>
                    <a:pt x="53121" y="214678"/>
                    <a:pt x="53121" y="214678"/>
                    <a:pt x="54073" y="214678"/>
                  </a:cubicBezTo>
                  <a:cubicBezTo>
                    <a:pt x="57883" y="219440"/>
                    <a:pt x="62646" y="223250"/>
                    <a:pt x="66456" y="227060"/>
                  </a:cubicBezTo>
                  <a:cubicBezTo>
                    <a:pt x="70266" y="230870"/>
                    <a:pt x="73123" y="232775"/>
                    <a:pt x="75981" y="236585"/>
                  </a:cubicBezTo>
                  <a:cubicBezTo>
                    <a:pt x="81696" y="242300"/>
                    <a:pt x="86458" y="248015"/>
                    <a:pt x="91221" y="253730"/>
                  </a:cubicBezTo>
                  <a:cubicBezTo>
                    <a:pt x="95983" y="259445"/>
                    <a:pt x="98841" y="267065"/>
                    <a:pt x="96936" y="274685"/>
                  </a:cubicBezTo>
                  <a:lnTo>
                    <a:pt x="95031" y="285163"/>
                  </a:lnTo>
                  <a:cubicBezTo>
                    <a:pt x="93126" y="297545"/>
                    <a:pt x="90268" y="310880"/>
                    <a:pt x="87411" y="324215"/>
                  </a:cubicBezTo>
                  <a:cubicBezTo>
                    <a:pt x="85506" y="334693"/>
                    <a:pt x="77886" y="343265"/>
                    <a:pt x="68361" y="347075"/>
                  </a:cubicBezTo>
                  <a:lnTo>
                    <a:pt x="55978" y="351837"/>
                  </a:lnTo>
                  <a:lnTo>
                    <a:pt x="38833" y="358505"/>
                  </a:lnTo>
                  <a:cubicBezTo>
                    <a:pt x="33118" y="360410"/>
                    <a:pt x="27403" y="363268"/>
                    <a:pt x="21688" y="366125"/>
                  </a:cubicBezTo>
                  <a:cubicBezTo>
                    <a:pt x="15021" y="368983"/>
                    <a:pt x="11211" y="376603"/>
                    <a:pt x="13116" y="383270"/>
                  </a:cubicBezTo>
                  <a:cubicBezTo>
                    <a:pt x="16926" y="404225"/>
                    <a:pt x="21688" y="425180"/>
                    <a:pt x="25498" y="445183"/>
                  </a:cubicBezTo>
                  <a:cubicBezTo>
                    <a:pt x="26451" y="448040"/>
                    <a:pt x="27403" y="449945"/>
                    <a:pt x="28356" y="452803"/>
                  </a:cubicBezTo>
                  <a:cubicBezTo>
                    <a:pt x="30261" y="458518"/>
                    <a:pt x="35023" y="462328"/>
                    <a:pt x="40738" y="462328"/>
                  </a:cubicBezTo>
                  <a:lnTo>
                    <a:pt x="40738" y="462328"/>
                  </a:lnTo>
                  <a:lnTo>
                    <a:pt x="69313" y="462328"/>
                  </a:lnTo>
                  <a:lnTo>
                    <a:pt x="83601" y="462328"/>
                  </a:lnTo>
                  <a:lnTo>
                    <a:pt x="86458" y="462328"/>
                  </a:lnTo>
                  <a:cubicBezTo>
                    <a:pt x="100746" y="461375"/>
                    <a:pt x="115033" y="468995"/>
                    <a:pt x="121701" y="481378"/>
                  </a:cubicBezTo>
                  <a:cubicBezTo>
                    <a:pt x="126463" y="488998"/>
                    <a:pt x="131226" y="495665"/>
                    <a:pt x="135988" y="503285"/>
                  </a:cubicBezTo>
                  <a:cubicBezTo>
                    <a:pt x="137893" y="506143"/>
                    <a:pt x="140751" y="509000"/>
                    <a:pt x="142656" y="512810"/>
                  </a:cubicBezTo>
                  <a:cubicBezTo>
                    <a:pt x="150276" y="523287"/>
                    <a:pt x="152181" y="537575"/>
                    <a:pt x="146466" y="549005"/>
                  </a:cubicBezTo>
                  <a:cubicBezTo>
                    <a:pt x="140751" y="561388"/>
                    <a:pt x="135036" y="574723"/>
                    <a:pt x="130273" y="589010"/>
                  </a:cubicBezTo>
                  <a:cubicBezTo>
                    <a:pt x="125511" y="603298"/>
                    <a:pt x="127416" y="605203"/>
                    <a:pt x="137893" y="612823"/>
                  </a:cubicBezTo>
                  <a:cubicBezTo>
                    <a:pt x="154086" y="624253"/>
                    <a:pt x="171231" y="635683"/>
                    <a:pt x="192186" y="648065"/>
                  </a:cubicBezTo>
                  <a:cubicBezTo>
                    <a:pt x="198853" y="652828"/>
                    <a:pt x="207426" y="652828"/>
                    <a:pt x="213141" y="646160"/>
                  </a:cubicBezTo>
                  <a:cubicBezTo>
                    <a:pt x="213141" y="646160"/>
                    <a:pt x="213141" y="646160"/>
                    <a:pt x="213141" y="646160"/>
                  </a:cubicBezTo>
                  <a:cubicBezTo>
                    <a:pt x="220761" y="639493"/>
                    <a:pt x="227428" y="631873"/>
                    <a:pt x="235048" y="625205"/>
                  </a:cubicBezTo>
                  <a:lnTo>
                    <a:pt x="239811" y="620443"/>
                  </a:lnTo>
                  <a:cubicBezTo>
                    <a:pt x="249336" y="605203"/>
                    <a:pt x="256003" y="600440"/>
                    <a:pt x="268386" y="600440"/>
                  </a:cubicBezTo>
                  <a:close/>
                  <a:moveTo>
                    <a:pt x="685581" y="324215"/>
                  </a:moveTo>
                  <a:lnTo>
                    <a:pt x="685581" y="324215"/>
                  </a:lnTo>
                  <a:close/>
                  <a:moveTo>
                    <a:pt x="345538" y="494712"/>
                  </a:moveTo>
                  <a:cubicBezTo>
                    <a:pt x="337918" y="494712"/>
                    <a:pt x="330298" y="493760"/>
                    <a:pt x="322678" y="492808"/>
                  </a:cubicBezTo>
                  <a:lnTo>
                    <a:pt x="322678" y="492808"/>
                  </a:lnTo>
                  <a:cubicBezTo>
                    <a:pt x="282673" y="487093"/>
                    <a:pt x="246478" y="464233"/>
                    <a:pt x="224571" y="430895"/>
                  </a:cubicBezTo>
                  <a:cubicBezTo>
                    <a:pt x="202663" y="400415"/>
                    <a:pt x="195043" y="362315"/>
                    <a:pt x="201711" y="326120"/>
                  </a:cubicBezTo>
                  <a:cubicBezTo>
                    <a:pt x="215046" y="247063"/>
                    <a:pt x="289341" y="193722"/>
                    <a:pt x="368398" y="207058"/>
                  </a:cubicBezTo>
                  <a:cubicBezTo>
                    <a:pt x="447456" y="220393"/>
                    <a:pt x="500796" y="294688"/>
                    <a:pt x="487461" y="373745"/>
                  </a:cubicBezTo>
                  <a:cubicBezTo>
                    <a:pt x="476031" y="443278"/>
                    <a:pt x="416023" y="494712"/>
                    <a:pt x="345538" y="494712"/>
                  </a:cubicBezTo>
                  <a:lnTo>
                    <a:pt x="345538" y="494712"/>
                  </a:lnTo>
                  <a:close/>
                  <a:moveTo>
                    <a:pt x="324583" y="483283"/>
                  </a:moveTo>
                  <a:cubicBezTo>
                    <a:pt x="398878" y="494712"/>
                    <a:pt x="467458" y="444230"/>
                    <a:pt x="478888" y="370887"/>
                  </a:cubicBezTo>
                  <a:cubicBezTo>
                    <a:pt x="478888" y="370887"/>
                    <a:pt x="478888" y="370887"/>
                    <a:pt x="478888" y="370887"/>
                  </a:cubicBezTo>
                  <a:cubicBezTo>
                    <a:pt x="484603" y="335645"/>
                    <a:pt x="476031" y="298498"/>
                    <a:pt x="454123" y="269923"/>
                  </a:cubicBezTo>
                  <a:cubicBezTo>
                    <a:pt x="411261" y="208963"/>
                    <a:pt x="327441" y="194675"/>
                    <a:pt x="266481" y="237538"/>
                  </a:cubicBezTo>
                  <a:cubicBezTo>
                    <a:pt x="236001" y="258493"/>
                    <a:pt x="215998" y="291830"/>
                    <a:pt x="211236" y="328025"/>
                  </a:cubicBezTo>
                  <a:cubicBezTo>
                    <a:pt x="204568" y="362315"/>
                    <a:pt x="212188" y="397558"/>
                    <a:pt x="232191" y="426133"/>
                  </a:cubicBezTo>
                  <a:cubicBezTo>
                    <a:pt x="253146" y="456612"/>
                    <a:pt x="287436" y="477568"/>
                    <a:pt x="324583" y="483283"/>
                  </a:cubicBezTo>
                  <a:lnTo>
                    <a:pt x="324583" y="483283"/>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4" name="Freeform 14"/>
            <p:cNvSpPr/>
            <p:nvPr/>
          </p:nvSpPr>
          <p:spPr>
            <a:xfrm>
              <a:off x="3804733" y="5040181"/>
              <a:ext cx="500062" cy="621029"/>
            </a:xfrm>
            <a:custGeom>
              <a:avLst/>
              <a:gdLst/>
              <a:ahLst/>
              <a:cxnLst/>
              <a:rect l="l" t="t" r="r" b="b"/>
              <a:pathLst>
                <a:path w="500062" h="621029">
                  <a:moveTo>
                    <a:pt x="500063" y="184785"/>
                  </a:moveTo>
                  <a:lnTo>
                    <a:pt x="486728" y="211455"/>
                  </a:lnTo>
                  <a:cubicBezTo>
                    <a:pt x="450532" y="280988"/>
                    <a:pt x="426720" y="398145"/>
                    <a:pt x="353378" y="466725"/>
                  </a:cubicBezTo>
                  <a:cubicBezTo>
                    <a:pt x="326707" y="491490"/>
                    <a:pt x="31433" y="621030"/>
                    <a:pt x="31433" y="621030"/>
                  </a:cubicBezTo>
                  <a:lnTo>
                    <a:pt x="0" y="534353"/>
                  </a:lnTo>
                  <a:cubicBezTo>
                    <a:pt x="0" y="534353"/>
                    <a:pt x="234315" y="386715"/>
                    <a:pt x="254318" y="365760"/>
                  </a:cubicBezTo>
                  <a:cubicBezTo>
                    <a:pt x="278130" y="339090"/>
                    <a:pt x="384810" y="0"/>
                    <a:pt x="384810" y="0"/>
                  </a:cubicBezTo>
                  <a:lnTo>
                    <a:pt x="500063" y="184785"/>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5" name="Freeform 15"/>
            <p:cNvSpPr/>
            <p:nvPr/>
          </p:nvSpPr>
          <p:spPr>
            <a:xfrm>
              <a:off x="3799596" y="5036370"/>
              <a:ext cx="509723" cy="628650"/>
            </a:xfrm>
            <a:custGeom>
              <a:avLst/>
              <a:gdLst/>
              <a:ahLst/>
              <a:cxnLst/>
              <a:rect l="l" t="t" r="r" b="b"/>
              <a:pathLst>
                <a:path w="509723" h="628650">
                  <a:moveTo>
                    <a:pt x="36569" y="628650"/>
                  </a:moveTo>
                  <a:cubicBezTo>
                    <a:pt x="35616" y="628650"/>
                    <a:pt x="35616" y="628650"/>
                    <a:pt x="34664" y="628650"/>
                  </a:cubicBezTo>
                  <a:cubicBezTo>
                    <a:pt x="33711" y="627698"/>
                    <a:pt x="32759" y="626745"/>
                    <a:pt x="31806" y="625793"/>
                  </a:cubicBezTo>
                  <a:lnTo>
                    <a:pt x="374" y="539115"/>
                  </a:lnTo>
                  <a:cubicBezTo>
                    <a:pt x="-579" y="537210"/>
                    <a:pt x="374" y="534353"/>
                    <a:pt x="2279" y="533400"/>
                  </a:cubicBezTo>
                  <a:cubicBezTo>
                    <a:pt x="83241" y="482918"/>
                    <a:pt x="239451" y="381953"/>
                    <a:pt x="254691" y="366713"/>
                  </a:cubicBezTo>
                  <a:cubicBezTo>
                    <a:pt x="274694" y="346710"/>
                    <a:pt x="355656" y="98107"/>
                    <a:pt x="385184" y="3810"/>
                  </a:cubicBezTo>
                  <a:cubicBezTo>
                    <a:pt x="386136" y="1905"/>
                    <a:pt x="387089" y="952"/>
                    <a:pt x="388994" y="0"/>
                  </a:cubicBezTo>
                  <a:cubicBezTo>
                    <a:pt x="390899" y="0"/>
                    <a:pt x="392804" y="952"/>
                    <a:pt x="393756" y="1905"/>
                  </a:cubicBezTo>
                  <a:lnTo>
                    <a:pt x="509009" y="186690"/>
                  </a:lnTo>
                  <a:cubicBezTo>
                    <a:pt x="509961" y="188595"/>
                    <a:pt x="509961" y="189548"/>
                    <a:pt x="509009" y="191452"/>
                  </a:cubicBezTo>
                  <a:cubicBezTo>
                    <a:pt x="509009" y="191452"/>
                    <a:pt x="504246" y="200977"/>
                    <a:pt x="495674" y="218123"/>
                  </a:cubicBezTo>
                  <a:cubicBezTo>
                    <a:pt x="484244" y="242888"/>
                    <a:pt x="472814" y="267653"/>
                    <a:pt x="464241" y="293370"/>
                  </a:cubicBezTo>
                  <a:cubicBezTo>
                    <a:pt x="440429" y="356235"/>
                    <a:pt x="412806" y="426720"/>
                    <a:pt x="361371" y="474345"/>
                  </a:cubicBezTo>
                  <a:cubicBezTo>
                    <a:pt x="333749" y="500063"/>
                    <a:pt x="50856" y="623888"/>
                    <a:pt x="38474" y="628650"/>
                  </a:cubicBezTo>
                  <a:cubicBezTo>
                    <a:pt x="37521" y="628650"/>
                    <a:pt x="36569" y="628650"/>
                    <a:pt x="36569" y="628650"/>
                  </a:cubicBezTo>
                  <a:close/>
                  <a:moveTo>
                    <a:pt x="10851" y="539115"/>
                  </a:moveTo>
                  <a:lnTo>
                    <a:pt x="39426" y="618173"/>
                  </a:lnTo>
                  <a:cubicBezTo>
                    <a:pt x="142296" y="573405"/>
                    <a:pt x="334701" y="485775"/>
                    <a:pt x="354704" y="466725"/>
                  </a:cubicBezTo>
                  <a:cubicBezTo>
                    <a:pt x="404234" y="420053"/>
                    <a:pt x="430904" y="350520"/>
                    <a:pt x="454716" y="288607"/>
                  </a:cubicBezTo>
                  <a:cubicBezTo>
                    <a:pt x="464241" y="262890"/>
                    <a:pt x="474719" y="237173"/>
                    <a:pt x="487101" y="212407"/>
                  </a:cubicBezTo>
                  <a:lnTo>
                    <a:pt x="499484" y="188595"/>
                  </a:lnTo>
                  <a:lnTo>
                    <a:pt x="390899" y="14288"/>
                  </a:lnTo>
                  <a:cubicBezTo>
                    <a:pt x="372801" y="71438"/>
                    <a:pt x="284219" y="347663"/>
                    <a:pt x="261359" y="371475"/>
                  </a:cubicBezTo>
                  <a:cubicBezTo>
                    <a:pt x="243261" y="391478"/>
                    <a:pt x="40379" y="519113"/>
                    <a:pt x="10851" y="53911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6" name="Freeform 16"/>
            <p:cNvSpPr/>
            <p:nvPr/>
          </p:nvSpPr>
          <p:spPr>
            <a:xfrm>
              <a:off x="3733286" y="5572628"/>
              <a:ext cx="102879" cy="207877"/>
            </a:xfrm>
            <a:custGeom>
              <a:avLst/>
              <a:gdLst/>
              <a:ahLst/>
              <a:cxnLst/>
              <a:rect l="l" t="t" r="r" b="b"/>
              <a:pathLst>
                <a:path w="102879" h="207877">
                  <a:moveTo>
                    <a:pt x="71447" y="0"/>
                  </a:moveTo>
                  <a:cubicBezTo>
                    <a:pt x="71447" y="0"/>
                    <a:pt x="-943" y="12383"/>
                    <a:pt x="9" y="22860"/>
                  </a:cubicBezTo>
                  <a:cubicBezTo>
                    <a:pt x="962" y="33338"/>
                    <a:pt x="58112" y="215265"/>
                    <a:pt x="79067" y="207645"/>
                  </a:cubicBezTo>
                  <a:cubicBezTo>
                    <a:pt x="100022" y="200025"/>
                    <a:pt x="102879" y="87630"/>
                    <a:pt x="102879" y="87630"/>
                  </a:cubicBezTo>
                  <a:lnTo>
                    <a:pt x="71447" y="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7" name="Freeform 17"/>
            <p:cNvSpPr/>
            <p:nvPr/>
          </p:nvSpPr>
          <p:spPr>
            <a:xfrm>
              <a:off x="3727579" y="5568818"/>
              <a:ext cx="112395" cy="216217"/>
            </a:xfrm>
            <a:custGeom>
              <a:avLst/>
              <a:gdLst/>
              <a:ahLst/>
              <a:cxnLst/>
              <a:rect l="l" t="t" r="r" b="b"/>
              <a:pathLst>
                <a:path w="112395" h="216217">
                  <a:moveTo>
                    <a:pt x="82868" y="216217"/>
                  </a:moveTo>
                  <a:cubicBezTo>
                    <a:pt x="80963" y="216217"/>
                    <a:pt x="78106" y="215265"/>
                    <a:pt x="76201" y="214313"/>
                  </a:cubicBezTo>
                  <a:cubicBezTo>
                    <a:pt x="48578" y="196215"/>
                    <a:pt x="1" y="36195"/>
                    <a:pt x="1" y="27622"/>
                  </a:cubicBezTo>
                  <a:cubicBezTo>
                    <a:pt x="1" y="23813"/>
                    <a:pt x="-952" y="12383"/>
                    <a:pt x="75248" y="0"/>
                  </a:cubicBezTo>
                  <a:cubicBezTo>
                    <a:pt x="77153" y="0"/>
                    <a:pt x="80011" y="953"/>
                    <a:pt x="80963" y="2858"/>
                  </a:cubicBezTo>
                  <a:lnTo>
                    <a:pt x="112396" y="89535"/>
                  </a:lnTo>
                  <a:cubicBezTo>
                    <a:pt x="112396" y="90488"/>
                    <a:pt x="112396" y="90488"/>
                    <a:pt x="112396" y="91440"/>
                  </a:cubicBezTo>
                  <a:cubicBezTo>
                    <a:pt x="111443" y="118110"/>
                    <a:pt x="107633" y="207645"/>
                    <a:pt x="84773" y="215265"/>
                  </a:cubicBezTo>
                  <a:cubicBezTo>
                    <a:pt x="84773" y="216217"/>
                    <a:pt x="83821" y="216217"/>
                    <a:pt x="82868" y="216217"/>
                  </a:cubicBezTo>
                  <a:close/>
                  <a:moveTo>
                    <a:pt x="10478" y="27622"/>
                  </a:moveTo>
                  <a:cubicBezTo>
                    <a:pt x="11431" y="35242"/>
                    <a:pt x="24766" y="77153"/>
                    <a:pt x="40958" y="120967"/>
                  </a:cubicBezTo>
                  <a:cubicBezTo>
                    <a:pt x="71438" y="204788"/>
                    <a:pt x="82868" y="206692"/>
                    <a:pt x="83821" y="206692"/>
                  </a:cubicBezTo>
                  <a:cubicBezTo>
                    <a:pt x="95251" y="202883"/>
                    <a:pt x="102871" y="144780"/>
                    <a:pt x="104776" y="92392"/>
                  </a:cubicBezTo>
                  <a:lnTo>
                    <a:pt x="74296" y="9525"/>
                  </a:lnTo>
                  <a:cubicBezTo>
                    <a:pt x="45721" y="14288"/>
                    <a:pt x="15241" y="21908"/>
                    <a:pt x="10478" y="27622"/>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8" name="Freeform 18"/>
            <p:cNvSpPr/>
            <p:nvPr/>
          </p:nvSpPr>
          <p:spPr>
            <a:xfrm>
              <a:off x="4178113" y="5120190"/>
              <a:ext cx="306749" cy="681990"/>
            </a:xfrm>
            <a:custGeom>
              <a:avLst/>
              <a:gdLst/>
              <a:ahLst/>
              <a:cxnLst/>
              <a:rect l="l" t="t" r="r" b="b"/>
              <a:pathLst>
                <a:path w="306749" h="681990">
                  <a:moveTo>
                    <a:pt x="212408" y="50483"/>
                  </a:moveTo>
                  <a:cubicBezTo>
                    <a:pt x="212408" y="50483"/>
                    <a:pt x="216217" y="60960"/>
                    <a:pt x="220980" y="79058"/>
                  </a:cubicBezTo>
                  <a:cubicBezTo>
                    <a:pt x="243840" y="153353"/>
                    <a:pt x="304800" y="349568"/>
                    <a:pt x="306705" y="379095"/>
                  </a:cubicBezTo>
                  <a:cubicBezTo>
                    <a:pt x="309563" y="416243"/>
                    <a:pt x="174308" y="681990"/>
                    <a:pt x="174308" y="681990"/>
                  </a:cubicBezTo>
                  <a:lnTo>
                    <a:pt x="82868" y="665798"/>
                  </a:lnTo>
                  <a:cubicBezTo>
                    <a:pt x="82868" y="665798"/>
                    <a:pt x="164783" y="380048"/>
                    <a:pt x="164783" y="351473"/>
                  </a:cubicBezTo>
                  <a:cubicBezTo>
                    <a:pt x="164783" y="316230"/>
                    <a:pt x="0" y="0"/>
                    <a:pt x="0" y="0"/>
                  </a:cubicBezTo>
                  <a:lnTo>
                    <a:pt x="212408" y="50483"/>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9" name="Freeform 19"/>
            <p:cNvSpPr/>
            <p:nvPr/>
          </p:nvSpPr>
          <p:spPr>
            <a:xfrm>
              <a:off x="4173588" y="5117333"/>
              <a:ext cx="316038" cy="690562"/>
            </a:xfrm>
            <a:custGeom>
              <a:avLst/>
              <a:gdLst/>
              <a:ahLst/>
              <a:cxnLst/>
              <a:rect l="l" t="t" r="r" b="b"/>
              <a:pathLst>
                <a:path w="316038" h="690562">
                  <a:moveTo>
                    <a:pt x="179784" y="690563"/>
                  </a:moveTo>
                  <a:lnTo>
                    <a:pt x="179784" y="690563"/>
                  </a:lnTo>
                  <a:lnTo>
                    <a:pt x="87392" y="674370"/>
                  </a:lnTo>
                  <a:cubicBezTo>
                    <a:pt x="86439" y="674370"/>
                    <a:pt x="84534" y="673418"/>
                    <a:pt x="84534" y="672465"/>
                  </a:cubicBezTo>
                  <a:cubicBezTo>
                    <a:pt x="83582" y="671513"/>
                    <a:pt x="83582" y="669607"/>
                    <a:pt x="83582" y="668655"/>
                  </a:cubicBezTo>
                  <a:cubicBezTo>
                    <a:pt x="112157" y="569595"/>
                    <a:pt x="165497" y="377190"/>
                    <a:pt x="165497" y="356235"/>
                  </a:cubicBezTo>
                  <a:cubicBezTo>
                    <a:pt x="165497" y="327660"/>
                    <a:pt x="47387" y="94297"/>
                    <a:pt x="714" y="6667"/>
                  </a:cubicBezTo>
                  <a:cubicBezTo>
                    <a:pt x="-238" y="4763"/>
                    <a:pt x="-238" y="2857"/>
                    <a:pt x="714" y="1905"/>
                  </a:cubicBezTo>
                  <a:cubicBezTo>
                    <a:pt x="1667" y="0"/>
                    <a:pt x="3572" y="0"/>
                    <a:pt x="5477" y="0"/>
                  </a:cubicBezTo>
                  <a:lnTo>
                    <a:pt x="217884" y="49530"/>
                  </a:lnTo>
                  <a:cubicBezTo>
                    <a:pt x="219789" y="49530"/>
                    <a:pt x="220742" y="51435"/>
                    <a:pt x="221694" y="52388"/>
                  </a:cubicBezTo>
                  <a:lnTo>
                    <a:pt x="230267" y="80963"/>
                  </a:lnTo>
                  <a:cubicBezTo>
                    <a:pt x="255032" y="161925"/>
                    <a:pt x="314087" y="352425"/>
                    <a:pt x="315992" y="382905"/>
                  </a:cubicBezTo>
                  <a:cubicBezTo>
                    <a:pt x="318849" y="421005"/>
                    <a:pt x="188357" y="678180"/>
                    <a:pt x="182642" y="688657"/>
                  </a:cubicBezTo>
                  <a:cubicBezTo>
                    <a:pt x="182642" y="689610"/>
                    <a:pt x="180737" y="690563"/>
                    <a:pt x="179784" y="690563"/>
                  </a:cubicBezTo>
                  <a:close/>
                  <a:moveTo>
                    <a:pt x="94059" y="665797"/>
                  </a:moveTo>
                  <a:lnTo>
                    <a:pt x="176927" y="680085"/>
                  </a:lnTo>
                  <a:cubicBezTo>
                    <a:pt x="215979" y="603885"/>
                    <a:pt x="309324" y="411480"/>
                    <a:pt x="307419" y="382905"/>
                  </a:cubicBezTo>
                  <a:cubicBezTo>
                    <a:pt x="305514" y="354330"/>
                    <a:pt x="241697" y="146685"/>
                    <a:pt x="221694" y="82867"/>
                  </a:cubicBezTo>
                  <a:lnTo>
                    <a:pt x="213122" y="57150"/>
                  </a:lnTo>
                  <a:lnTo>
                    <a:pt x="14049" y="11430"/>
                  </a:lnTo>
                  <a:cubicBezTo>
                    <a:pt x="41672" y="64770"/>
                    <a:pt x="174069" y="321945"/>
                    <a:pt x="174069" y="355282"/>
                  </a:cubicBezTo>
                  <a:cubicBezTo>
                    <a:pt x="175022" y="381952"/>
                    <a:pt x="105489" y="625793"/>
                    <a:pt x="94059" y="665797"/>
                  </a:cubicBezTo>
                  <a:lnTo>
                    <a:pt x="94059" y="665797"/>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0" name="Freeform 20"/>
            <p:cNvSpPr/>
            <p:nvPr/>
          </p:nvSpPr>
          <p:spPr>
            <a:xfrm>
              <a:off x="3934575" y="4389492"/>
              <a:ext cx="196664" cy="311598"/>
            </a:xfrm>
            <a:custGeom>
              <a:avLst/>
              <a:gdLst/>
              <a:ahLst/>
              <a:cxnLst/>
              <a:rect l="l" t="t" r="r" b="b"/>
              <a:pathLst>
                <a:path w="196664" h="311598">
                  <a:moveTo>
                    <a:pt x="122570" y="131"/>
                  </a:moveTo>
                  <a:cubicBezTo>
                    <a:pt x="103520" y="1084"/>
                    <a:pt x="84470" y="6799"/>
                    <a:pt x="67325" y="15371"/>
                  </a:cubicBezTo>
                  <a:cubicBezTo>
                    <a:pt x="36845" y="29659"/>
                    <a:pt x="8270" y="54424"/>
                    <a:pt x="1602" y="86809"/>
                  </a:cubicBezTo>
                  <a:cubicBezTo>
                    <a:pt x="-4113" y="113479"/>
                    <a:pt x="6365" y="140149"/>
                    <a:pt x="18747" y="163961"/>
                  </a:cubicBezTo>
                  <a:cubicBezTo>
                    <a:pt x="31130" y="187774"/>
                    <a:pt x="47322" y="210634"/>
                    <a:pt x="54942" y="236351"/>
                  </a:cubicBezTo>
                  <a:cubicBezTo>
                    <a:pt x="61610" y="262069"/>
                    <a:pt x="58752" y="294454"/>
                    <a:pt x="37797" y="311599"/>
                  </a:cubicBezTo>
                  <a:cubicBezTo>
                    <a:pt x="65420" y="301121"/>
                    <a:pt x="92090" y="285881"/>
                    <a:pt x="114950" y="266831"/>
                  </a:cubicBezTo>
                  <a:cubicBezTo>
                    <a:pt x="128285" y="255401"/>
                    <a:pt x="137810" y="240161"/>
                    <a:pt x="139715" y="222064"/>
                  </a:cubicBezTo>
                  <a:cubicBezTo>
                    <a:pt x="139715" y="207776"/>
                    <a:pt x="135905" y="193489"/>
                    <a:pt x="129237" y="181106"/>
                  </a:cubicBezTo>
                  <a:cubicBezTo>
                    <a:pt x="119712" y="162056"/>
                    <a:pt x="113045" y="141101"/>
                    <a:pt x="110187" y="120146"/>
                  </a:cubicBezTo>
                  <a:cubicBezTo>
                    <a:pt x="108282" y="99191"/>
                    <a:pt x="116855" y="75379"/>
                    <a:pt x="134952" y="64901"/>
                  </a:cubicBezTo>
                  <a:cubicBezTo>
                    <a:pt x="151145" y="55376"/>
                    <a:pt x="203532" y="56329"/>
                    <a:pt x="195912" y="25849"/>
                  </a:cubicBezTo>
                  <a:cubicBezTo>
                    <a:pt x="190197" y="2989"/>
                    <a:pt x="141620" y="-821"/>
                    <a:pt x="122570" y="131"/>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1" name="Freeform 21"/>
            <p:cNvSpPr/>
            <p:nvPr/>
          </p:nvSpPr>
          <p:spPr>
            <a:xfrm>
              <a:off x="3930755" y="4383779"/>
              <a:ext cx="207391" cy="322073"/>
            </a:xfrm>
            <a:custGeom>
              <a:avLst/>
              <a:gdLst/>
              <a:ahLst/>
              <a:cxnLst/>
              <a:rect l="l" t="t" r="r" b="b"/>
              <a:pathLst>
                <a:path w="207391" h="322073">
                  <a:moveTo>
                    <a:pt x="42570" y="322074"/>
                  </a:moveTo>
                  <a:cubicBezTo>
                    <a:pt x="39713" y="322074"/>
                    <a:pt x="37808" y="320169"/>
                    <a:pt x="37808" y="317311"/>
                  </a:cubicBezTo>
                  <a:cubicBezTo>
                    <a:pt x="37808" y="315406"/>
                    <a:pt x="38760" y="314454"/>
                    <a:pt x="39713" y="313501"/>
                  </a:cubicBezTo>
                  <a:cubicBezTo>
                    <a:pt x="60668" y="296356"/>
                    <a:pt x="60668" y="264924"/>
                    <a:pt x="54953" y="243016"/>
                  </a:cubicBezTo>
                  <a:cubicBezTo>
                    <a:pt x="49238" y="223966"/>
                    <a:pt x="40665" y="206821"/>
                    <a:pt x="30188" y="189676"/>
                  </a:cubicBezTo>
                  <a:cubicBezTo>
                    <a:pt x="26378" y="183961"/>
                    <a:pt x="23520" y="177294"/>
                    <a:pt x="19710" y="171579"/>
                  </a:cubicBezTo>
                  <a:cubicBezTo>
                    <a:pt x="2565" y="140146"/>
                    <a:pt x="-3150" y="113476"/>
                    <a:pt x="1613" y="90616"/>
                  </a:cubicBezTo>
                  <a:cubicBezTo>
                    <a:pt x="10185" y="50611"/>
                    <a:pt x="48285" y="26799"/>
                    <a:pt x="70193" y="16321"/>
                  </a:cubicBezTo>
                  <a:cubicBezTo>
                    <a:pt x="88290" y="6796"/>
                    <a:pt x="107340" y="2034"/>
                    <a:pt x="127343" y="129"/>
                  </a:cubicBezTo>
                  <a:lnTo>
                    <a:pt x="127343" y="129"/>
                  </a:lnTo>
                  <a:cubicBezTo>
                    <a:pt x="146393" y="-824"/>
                    <a:pt x="198780" y="2986"/>
                    <a:pt x="206400" y="29656"/>
                  </a:cubicBezTo>
                  <a:cubicBezTo>
                    <a:pt x="208305" y="35371"/>
                    <a:pt x="207353" y="42039"/>
                    <a:pt x="204495" y="47754"/>
                  </a:cubicBezTo>
                  <a:cubicBezTo>
                    <a:pt x="197828" y="59184"/>
                    <a:pt x="179730" y="63946"/>
                    <a:pt x="163538" y="67756"/>
                  </a:cubicBezTo>
                  <a:cubicBezTo>
                    <a:pt x="156870" y="68709"/>
                    <a:pt x="150203" y="70614"/>
                    <a:pt x="143535" y="73471"/>
                  </a:cubicBezTo>
                  <a:cubicBezTo>
                    <a:pt x="125438" y="83949"/>
                    <a:pt x="119723" y="107761"/>
                    <a:pt x="120675" y="124906"/>
                  </a:cubicBezTo>
                  <a:cubicBezTo>
                    <a:pt x="123533" y="144909"/>
                    <a:pt x="129248" y="163959"/>
                    <a:pt x="137820" y="181104"/>
                  </a:cubicBezTo>
                  <a:lnTo>
                    <a:pt x="138773" y="183961"/>
                  </a:lnTo>
                  <a:cubicBezTo>
                    <a:pt x="145440" y="197296"/>
                    <a:pt x="149250" y="212536"/>
                    <a:pt x="149250" y="227776"/>
                  </a:cubicBezTo>
                  <a:cubicBezTo>
                    <a:pt x="147345" y="246826"/>
                    <a:pt x="137820" y="263971"/>
                    <a:pt x="122580" y="276354"/>
                  </a:cubicBezTo>
                  <a:cubicBezTo>
                    <a:pt x="98768" y="295404"/>
                    <a:pt x="73050" y="311596"/>
                    <a:pt x="44475" y="322074"/>
                  </a:cubicBezTo>
                  <a:cubicBezTo>
                    <a:pt x="43523" y="322074"/>
                    <a:pt x="42570" y="322074"/>
                    <a:pt x="42570" y="322074"/>
                  </a:cubicBezTo>
                  <a:close/>
                  <a:moveTo>
                    <a:pt x="126390" y="10606"/>
                  </a:moveTo>
                  <a:cubicBezTo>
                    <a:pt x="107340" y="11559"/>
                    <a:pt x="89243" y="17274"/>
                    <a:pt x="73050" y="25846"/>
                  </a:cubicBezTo>
                  <a:cubicBezTo>
                    <a:pt x="53048" y="35371"/>
                    <a:pt x="17805" y="57279"/>
                    <a:pt x="10185" y="93474"/>
                  </a:cubicBezTo>
                  <a:cubicBezTo>
                    <a:pt x="6375" y="114429"/>
                    <a:pt x="11138" y="138241"/>
                    <a:pt x="27330" y="167769"/>
                  </a:cubicBezTo>
                  <a:cubicBezTo>
                    <a:pt x="30188" y="173484"/>
                    <a:pt x="33998" y="180151"/>
                    <a:pt x="37808" y="185866"/>
                  </a:cubicBezTo>
                  <a:cubicBezTo>
                    <a:pt x="49238" y="203011"/>
                    <a:pt x="57810" y="222061"/>
                    <a:pt x="63525" y="241111"/>
                  </a:cubicBezTo>
                  <a:cubicBezTo>
                    <a:pt x="70193" y="262066"/>
                    <a:pt x="68288" y="284926"/>
                    <a:pt x="58763" y="304929"/>
                  </a:cubicBezTo>
                  <a:cubicBezTo>
                    <a:pt x="79718" y="296356"/>
                    <a:pt x="98768" y="283974"/>
                    <a:pt x="115913" y="268734"/>
                  </a:cubicBezTo>
                  <a:cubicBezTo>
                    <a:pt x="128295" y="258256"/>
                    <a:pt x="136868" y="243969"/>
                    <a:pt x="139725" y="226824"/>
                  </a:cubicBezTo>
                  <a:cubicBezTo>
                    <a:pt x="139725" y="213489"/>
                    <a:pt x="136868" y="200154"/>
                    <a:pt x="130200" y="187771"/>
                  </a:cubicBezTo>
                  <a:lnTo>
                    <a:pt x="129248" y="184914"/>
                  </a:lnTo>
                  <a:cubicBezTo>
                    <a:pt x="119723" y="165864"/>
                    <a:pt x="114008" y="145861"/>
                    <a:pt x="111150" y="124906"/>
                  </a:cubicBezTo>
                  <a:cubicBezTo>
                    <a:pt x="108293" y="101094"/>
                    <a:pt x="118770" y="78234"/>
                    <a:pt x="138773" y="64899"/>
                  </a:cubicBezTo>
                  <a:cubicBezTo>
                    <a:pt x="146393" y="61089"/>
                    <a:pt x="154013" y="59184"/>
                    <a:pt x="161633" y="57279"/>
                  </a:cubicBezTo>
                  <a:cubicBezTo>
                    <a:pt x="174968" y="54421"/>
                    <a:pt x="191160" y="49659"/>
                    <a:pt x="195923" y="42039"/>
                  </a:cubicBezTo>
                  <a:cubicBezTo>
                    <a:pt x="197828" y="39181"/>
                    <a:pt x="197828" y="35371"/>
                    <a:pt x="196875" y="32514"/>
                  </a:cubicBezTo>
                  <a:cubicBezTo>
                    <a:pt x="191160" y="14416"/>
                    <a:pt x="146393" y="9654"/>
                    <a:pt x="126390" y="10606"/>
                  </a:cubicBezTo>
                  <a:lnTo>
                    <a:pt x="126390" y="10606"/>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2" name="Freeform 22"/>
            <p:cNvSpPr/>
            <p:nvPr/>
          </p:nvSpPr>
          <p:spPr>
            <a:xfrm>
              <a:off x="4073590" y="4378575"/>
              <a:ext cx="55046" cy="87392"/>
            </a:xfrm>
            <a:custGeom>
              <a:avLst/>
              <a:gdLst/>
              <a:ahLst/>
              <a:cxnLst/>
              <a:rect l="l" t="t" r="r" b="b"/>
              <a:pathLst>
                <a:path w="55046" h="87392">
                  <a:moveTo>
                    <a:pt x="7368" y="16763"/>
                  </a:moveTo>
                  <a:cubicBezTo>
                    <a:pt x="700" y="28193"/>
                    <a:pt x="-1205" y="40576"/>
                    <a:pt x="700" y="52958"/>
                  </a:cubicBezTo>
                  <a:cubicBezTo>
                    <a:pt x="1653" y="61531"/>
                    <a:pt x="4510" y="69151"/>
                    <a:pt x="9273" y="76771"/>
                  </a:cubicBezTo>
                  <a:cubicBezTo>
                    <a:pt x="15940" y="84391"/>
                    <a:pt x="26418" y="88201"/>
                    <a:pt x="36895" y="87248"/>
                  </a:cubicBezTo>
                  <a:cubicBezTo>
                    <a:pt x="41658" y="87248"/>
                    <a:pt x="46420" y="85343"/>
                    <a:pt x="49278" y="82486"/>
                  </a:cubicBezTo>
                  <a:cubicBezTo>
                    <a:pt x="52135" y="79628"/>
                    <a:pt x="53088" y="75818"/>
                    <a:pt x="54040" y="72008"/>
                  </a:cubicBezTo>
                  <a:cubicBezTo>
                    <a:pt x="59755" y="46291"/>
                    <a:pt x="40705" y="-34672"/>
                    <a:pt x="7368" y="16763"/>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3" name="Freeform 23"/>
            <p:cNvSpPr/>
            <p:nvPr/>
          </p:nvSpPr>
          <p:spPr>
            <a:xfrm>
              <a:off x="4068948" y="4374145"/>
              <a:ext cx="65279" cy="97393"/>
            </a:xfrm>
            <a:custGeom>
              <a:avLst/>
              <a:gdLst/>
              <a:ahLst/>
              <a:cxnLst/>
              <a:rect l="l" t="t" r="r" b="b"/>
              <a:pathLst>
                <a:path w="65279" h="97393">
                  <a:moveTo>
                    <a:pt x="38679" y="97393"/>
                  </a:moveTo>
                  <a:cubicBezTo>
                    <a:pt x="27249" y="97393"/>
                    <a:pt x="16772" y="92631"/>
                    <a:pt x="10104" y="85011"/>
                  </a:cubicBezTo>
                  <a:cubicBezTo>
                    <a:pt x="4389" y="77391"/>
                    <a:pt x="579" y="68818"/>
                    <a:pt x="579" y="59293"/>
                  </a:cubicBezTo>
                  <a:cubicBezTo>
                    <a:pt x="-1326" y="45958"/>
                    <a:pt x="1532" y="31671"/>
                    <a:pt x="8199" y="19288"/>
                  </a:cubicBezTo>
                  <a:lnTo>
                    <a:pt x="8199" y="19288"/>
                  </a:lnTo>
                  <a:cubicBezTo>
                    <a:pt x="20582" y="-714"/>
                    <a:pt x="32012" y="-1667"/>
                    <a:pt x="39632" y="1191"/>
                  </a:cubicBezTo>
                  <a:cubicBezTo>
                    <a:pt x="59634" y="9763"/>
                    <a:pt x="68207" y="57388"/>
                    <a:pt x="64397" y="78343"/>
                  </a:cubicBezTo>
                  <a:cubicBezTo>
                    <a:pt x="63444" y="83106"/>
                    <a:pt x="61539" y="87868"/>
                    <a:pt x="58682" y="90726"/>
                  </a:cubicBezTo>
                  <a:cubicBezTo>
                    <a:pt x="54872" y="94536"/>
                    <a:pt x="49157" y="97393"/>
                    <a:pt x="43442" y="97393"/>
                  </a:cubicBezTo>
                  <a:lnTo>
                    <a:pt x="38679" y="97393"/>
                  </a:lnTo>
                  <a:close/>
                  <a:moveTo>
                    <a:pt x="15819" y="24051"/>
                  </a:moveTo>
                  <a:cubicBezTo>
                    <a:pt x="10104" y="34528"/>
                    <a:pt x="8199" y="45958"/>
                    <a:pt x="10104" y="57388"/>
                  </a:cubicBezTo>
                  <a:cubicBezTo>
                    <a:pt x="10104" y="65008"/>
                    <a:pt x="12962" y="72628"/>
                    <a:pt x="17724" y="78343"/>
                  </a:cubicBezTo>
                  <a:cubicBezTo>
                    <a:pt x="23439" y="85011"/>
                    <a:pt x="32012" y="88821"/>
                    <a:pt x="41537" y="87868"/>
                  </a:cubicBezTo>
                  <a:cubicBezTo>
                    <a:pt x="45347" y="87868"/>
                    <a:pt x="48204" y="86916"/>
                    <a:pt x="51062" y="84058"/>
                  </a:cubicBezTo>
                  <a:cubicBezTo>
                    <a:pt x="52967" y="81201"/>
                    <a:pt x="53919" y="78343"/>
                    <a:pt x="53919" y="75486"/>
                  </a:cubicBezTo>
                  <a:cubicBezTo>
                    <a:pt x="57729" y="57388"/>
                    <a:pt x="49157" y="14526"/>
                    <a:pt x="35822" y="9763"/>
                  </a:cubicBezTo>
                  <a:cubicBezTo>
                    <a:pt x="29154" y="7858"/>
                    <a:pt x="21534" y="16431"/>
                    <a:pt x="15819" y="24051"/>
                  </a:cubicBezTo>
                  <a:lnTo>
                    <a:pt x="15819" y="24051"/>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4" name="Freeform 24"/>
            <p:cNvSpPr/>
            <p:nvPr/>
          </p:nvSpPr>
          <p:spPr>
            <a:xfrm>
              <a:off x="4098149" y="4291763"/>
              <a:ext cx="233999" cy="290678"/>
            </a:xfrm>
            <a:custGeom>
              <a:avLst/>
              <a:gdLst/>
              <a:ahLst/>
              <a:cxnLst/>
              <a:rect l="l" t="t" r="r" b="b"/>
              <a:pathLst>
                <a:path w="233999" h="290678">
                  <a:moveTo>
                    <a:pt x="156164" y="277883"/>
                  </a:moveTo>
                  <a:cubicBezTo>
                    <a:pt x="148544" y="287408"/>
                    <a:pt x="137114" y="292170"/>
                    <a:pt x="117111" y="290265"/>
                  </a:cubicBezTo>
                  <a:cubicBezTo>
                    <a:pt x="100919" y="288360"/>
                    <a:pt x="85679" y="281693"/>
                    <a:pt x="72344" y="272168"/>
                  </a:cubicBezTo>
                  <a:cubicBezTo>
                    <a:pt x="19956" y="235020"/>
                    <a:pt x="-7666" y="171203"/>
                    <a:pt x="1859" y="107385"/>
                  </a:cubicBezTo>
                  <a:cubicBezTo>
                    <a:pt x="12336" y="44520"/>
                    <a:pt x="75201" y="-19297"/>
                    <a:pt x="143781" y="5468"/>
                  </a:cubicBezTo>
                  <a:cubicBezTo>
                    <a:pt x="166641" y="14040"/>
                    <a:pt x="185691" y="32138"/>
                    <a:pt x="193311" y="54998"/>
                  </a:cubicBezTo>
                  <a:cubicBezTo>
                    <a:pt x="202836" y="52140"/>
                    <a:pt x="213314" y="54045"/>
                    <a:pt x="219981" y="61665"/>
                  </a:cubicBezTo>
                  <a:cubicBezTo>
                    <a:pt x="237126" y="78810"/>
                    <a:pt x="237126" y="97860"/>
                    <a:pt x="227601" y="118815"/>
                  </a:cubicBezTo>
                  <a:cubicBezTo>
                    <a:pt x="212361" y="153105"/>
                    <a:pt x="193311" y="186443"/>
                    <a:pt x="179024" y="221685"/>
                  </a:cubicBezTo>
                  <a:cubicBezTo>
                    <a:pt x="170451" y="241688"/>
                    <a:pt x="167594" y="263595"/>
                    <a:pt x="156164" y="277883"/>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5" name="Freeform 25"/>
            <p:cNvSpPr/>
            <p:nvPr/>
          </p:nvSpPr>
          <p:spPr>
            <a:xfrm>
              <a:off x="4092151" y="4287509"/>
              <a:ext cx="243611" cy="299401"/>
            </a:xfrm>
            <a:custGeom>
              <a:avLst/>
              <a:gdLst/>
              <a:ahLst/>
              <a:cxnLst/>
              <a:rect l="l" t="t" r="r" b="b"/>
              <a:pathLst>
                <a:path w="243611" h="299401">
                  <a:moveTo>
                    <a:pt x="130729" y="299282"/>
                  </a:moveTo>
                  <a:cubicBezTo>
                    <a:pt x="127872" y="299282"/>
                    <a:pt x="125014" y="299282"/>
                    <a:pt x="122157" y="299282"/>
                  </a:cubicBezTo>
                  <a:cubicBezTo>
                    <a:pt x="105012" y="297377"/>
                    <a:pt x="88819" y="290709"/>
                    <a:pt x="74532" y="280232"/>
                  </a:cubicBezTo>
                  <a:cubicBezTo>
                    <a:pt x="20239" y="242132"/>
                    <a:pt x="-8336" y="176409"/>
                    <a:pt x="2142" y="110687"/>
                  </a:cubicBezTo>
                  <a:cubicBezTo>
                    <a:pt x="9762" y="70682"/>
                    <a:pt x="33574" y="35439"/>
                    <a:pt x="67864" y="14484"/>
                  </a:cubicBezTo>
                  <a:cubicBezTo>
                    <a:pt x="92629" y="-756"/>
                    <a:pt x="123109" y="-4566"/>
                    <a:pt x="149779" y="5912"/>
                  </a:cubicBezTo>
                  <a:cubicBezTo>
                    <a:pt x="172639" y="14484"/>
                    <a:pt x="191689" y="31629"/>
                    <a:pt x="201214" y="54489"/>
                  </a:cubicBezTo>
                  <a:cubicBezTo>
                    <a:pt x="211692" y="53537"/>
                    <a:pt x="221217" y="56394"/>
                    <a:pt x="227884" y="64014"/>
                  </a:cubicBezTo>
                  <a:cubicBezTo>
                    <a:pt x="250744" y="86874"/>
                    <a:pt x="244077" y="110687"/>
                    <a:pt x="236457" y="126879"/>
                  </a:cubicBezTo>
                  <a:cubicBezTo>
                    <a:pt x="229789" y="141167"/>
                    <a:pt x="223122" y="155454"/>
                    <a:pt x="216454" y="168789"/>
                  </a:cubicBezTo>
                  <a:cubicBezTo>
                    <a:pt x="206929" y="187839"/>
                    <a:pt x="197404" y="208794"/>
                    <a:pt x="188832" y="228797"/>
                  </a:cubicBezTo>
                  <a:cubicBezTo>
                    <a:pt x="185974" y="235464"/>
                    <a:pt x="184069" y="242132"/>
                    <a:pt x="182164" y="248799"/>
                  </a:cubicBezTo>
                  <a:cubicBezTo>
                    <a:pt x="179307" y="262134"/>
                    <a:pt x="173592" y="274517"/>
                    <a:pt x="165019" y="285947"/>
                  </a:cubicBezTo>
                  <a:lnTo>
                    <a:pt x="165019" y="285947"/>
                  </a:lnTo>
                  <a:cubicBezTo>
                    <a:pt x="156447" y="295472"/>
                    <a:pt x="143112" y="300234"/>
                    <a:pt x="130729" y="299282"/>
                  </a:cubicBezTo>
                  <a:close/>
                  <a:moveTo>
                    <a:pt x="118347" y="8769"/>
                  </a:moveTo>
                  <a:cubicBezTo>
                    <a:pt x="102154" y="8769"/>
                    <a:pt x="86914" y="13532"/>
                    <a:pt x="72627" y="21152"/>
                  </a:cubicBezTo>
                  <a:cubicBezTo>
                    <a:pt x="40242" y="41154"/>
                    <a:pt x="18334" y="74492"/>
                    <a:pt x="11667" y="111639"/>
                  </a:cubicBezTo>
                  <a:cubicBezTo>
                    <a:pt x="2142" y="173552"/>
                    <a:pt x="28812" y="235464"/>
                    <a:pt x="80247" y="271659"/>
                  </a:cubicBezTo>
                  <a:cubicBezTo>
                    <a:pt x="92629" y="281184"/>
                    <a:pt x="107869" y="286899"/>
                    <a:pt x="123109" y="288804"/>
                  </a:cubicBezTo>
                  <a:cubicBezTo>
                    <a:pt x="135492" y="291662"/>
                    <a:pt x="148827" y="287852"/>
                    <a:pt x="158352" y="278327"/>
                  </a:cubicBezTo>
                  <a:lnTo>
                    <a:pt x="158352" y="278327"/>
                  </a:lnTo>
                  <a:cubicBezTo>
                    <a:pt x="165019" y="267849"/>
                    <a:pt x="170734" y="256419"/>
                    <a:pt x="173592" y="244989"/>
                  </a:cubicBezTo>
                  <a:cubicBezTo>
                    <a:pt x="175497" y="238322"/>
                    <a:pt x="177402" y="230702"/>
                    <a:pt x="180259" y="224034"/>
                  </a:cubicBezTo>
                  <a:cubicBezTo>
                    <a:pt x="188832" y="203079"/>
                    <a:pt x="198357" y="183077"/>
                    <a:pt x="208834" y="163074"/>
                  </a:cubicBezTo>
                  <a:cubicBezTo>
                    <a:pt x="215502" y="149739"/>
                    <a:pt x="223122" y="135452"/>
                    <a:pt x="228837" y="121164"/>
                  </a:cubicBezTo>
                  <a:cubicBezTo>
                    <a:pt x="238362" y="99257"/>
                    <a:pt x="236457" y="84017"/>
                    <a:pt x="222169" y="69729"/>
                  </a:cubicBezTo>
                  <a:cubicBezTo>
                    <a:pt x="216454" y="64014"/>
                    <a:pt x="208834" y="61157"/>
                    <a:pt x="201214" y="64014"/>
                  </a:cubicBezTo>
                  <a:cubicBezTo>
                    <a:pt x="198357" y="64967"/>
                    <a:pt x="195499" y="64014"/>
                    <a:pt x="194547" y="61157"/>
                  </a:cubicBezTo>
                  <a:cubicBezTo>
                    <a:pt x="194547" y="61157"/>
                    <a:pt x="194547" y="61157"/>
                    <a:pt x="194547" y="61157"/>
                  </a:cubicBezTo>
                  <a:cubicBezTo>
                    <a:pt x="186927" y="39249"/>
                    <a:pt x="169782" y="22104"/>
                    <a:pt x="147874" y="14484"/>
                  </a:cubicBezTo>
                  <a:cubicBezTo>
                    <a:pt x="138349" y="9722"/>
                    <a:pt x="128824" y="8769"/>
                    <a:pt x="118347" y="8769"/>
                  </a:cubicBezTo>
                  <a:lnTo>
                    <a:pt x="118347" y="8769"/>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6" name="Freeform 26"/>
            <p:cNvSpPr/>
            <p:nvPr/>
          </p:nvSpPr>
          <p:spPr>
            <a:xfrm>
              <a:off x="4304795" y="4422961"/>
              <a:ext cx="38242" cy="56197"/>
            </a:xfrm>
            <a:custGeom>
              <a:avLst/>
              <a:gdLst/>
              <a:ahLst/>
              <a:cxnLst/>
              <a:rect l="l" t="t" r="r" b="b"/>
              <a:pathLst>
                <a:path w="38242" h="56197">
                  <a:moveTo>
                    <a:pt x="0" y="0"/>
                  </a:moveTo>
                  <a:cubicBezTo>
                    <a:pt x="0" y="0"/>
                    <a:pt x="40957" y="35243"/>
                    <a:pt x="38100" y="45720"/>
                  </a:cubicBezTo>
                  <a:cubicBezTo>
                    <a:pt x="35242" y="56197"/>
                    <a:pt x="13335" y="56197"/>
                    <a:pt x="13335" y="56197"/>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7" name="Freeform 27"/>
            <p:cNvSpPr/>
            <p:nvPr/>
          </p:nvSpPr>
          <p:spPr>
            <a:xfrm>
              <a:off x="4300359" y="4418525"/>
              <a:ext cx="46713" cy="65395"/>
            </a:xfrm>
            <a:custGeom>
              <a:avLst/>
              <a:gdLst/>
              <a:ahLst/>
              <a:cxnLst/>
              <a:rect l="l" t="t" r="r" b="b"/>
              <a:pathLst>
                <a:path w="46713" h="65395">
                  <a:moveTo>
                    <a:pt x="17771" y="65396"/>
                  </a:moveTo>
                  <a:lnTo>
                    <a:pt x="17771" y="65396"/>
                  </a:lnTo>
                  <a:cubicBezTo>
                    <a:pt x="14913" y="65396"/>
                    <a:pt x="13008" y="63491"/>
                    <a:pt x="13008" y="60633"/>
                  </a:cubicBezTo>
                  <a:cubicBezTo>
                    <a:pt x="13008" y="57776"/>
                    <a:pt x="14913" y="55871"/>
                    <a:pt x="17771" y="55871"/>
                  </a:cubicBezTo>
                  <a:cubicBezTo>
                    <a:pt x="17771" y="55871"/>
                    <a:pt x="17771" y="55871"/>
                    <a:pt x="17771" y="55871"/>
                  </a:cubicBezTo>
                  <a:cubicBezTo>
                    <a:pt x="22533" y="55871"/>
                    <a:pt x="35868" y="53966"/>
                    <a:pt x="37773" y="49203"/>
                  </a:cubicBezTo>
                  <a:cubicBezTo>
                    <a:pt x="39678" y="43488"/>
                    <a:pt x="21581" y="25391"/>
                    <a:pt x="1578" y="8246"/>
                  </a:cubicBezTo>
                  <a:cubicBezTo>
                    <a:pt x="-327" y="6341"/>
                    <a:pt x="-327" y="3483"/>
                    <a:pt x="626" y="1578"/>
                  </a:cubicBezTo>
                  <a:cubicBezTo>
                    <a:pt x="2531" y="-327"/>
                    <a:pt x="5388" y="-327"/>
                    <a:pt x="7293" y="626"/>
                  </a:cubicBezTo>
                  <a:cubicBezTo>
                    <a:pt x="23486" y="14913"/>
                    <a:pt x="50156" y="39678"/>
                    <a:pt x="46346" y="51108"/>
                  </a:cubicBezTo>
                  <a:cubicBezTo>
                    <a:pt x="43488" y="63491"/>
                    <a:pt x="21581" y="65396"/>
                    <a:pt x="17771" y="65396"/>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8" name="Freeform 28"/>
            <p:cNvSpPr/>
            <p:nvPr/>
          </p:nvSpPr>
          <p:spPr>
            <a:xfrm>
              <a:off x="4180970" y="4366763"/>
              <a:ext cx="155591" cy="292638"/>
            </a:xfrm>
            <a:custGeom>
              <a:avLst/>
              <a:gdLst/>
              <a:ahLst/>
              <a:cxnLst/>
              <a:rect l="l" t="t" r="r" b="b"/>
              <a:pathLst>
                <a:path w="155591" h="292638">
                  <a:moveTo>
                    <a:pt x="146685" y="292418"/>
                  </a:moveTo>
                  <a:cubicBezTo>
                    <a:pt x="100013" y="296228"/>
                    <a:pt x="20955" y="249555"/>
                    <a:pt x="20955" y="247650"/>
                  </a:cubicBezTo>
                  <a:cubicBezTo>
                    <a:pt x="12382" y="218122"/>
                    <a:pt x="5715" y="187643"/>
                    <a:pt x="0" y="156210"/>
                  </a:cubicBezTo>
                  <a:cubicBezTo>
                    <a:pt x="0" y="156210"/>
                    <a:pt x="31432" y="147638"/>
                    <a:pt x="39053" y="104775"/>
                  </a:cubicBezTo>
                  <a:cubicBezTo>
                    <a:pt x="46673" y="61913"/>
                    <a:pt x="85725" y="55245"/>
                    <a:pt x="100965" y="0"/>
                  </a:cubicBezTo>
                  <a:cubicBezTo>
                    <a:pt x="123825" y="9525"/>
                    <a:pt x="127635" y="42863"/>
                    <a:pt x="133350" y="62865"/>
                  </a:cubicBezTo>
                  <a:cubicBezTo>
                    <a:pt x="141922" y="91440"/>
                    <a:pt x="148590" y="120968"/>
                    <a:pt x="155258" y="149543"/>
                  </a:cubicBezTo>
                  <a:cubicBezTo>
                    <a:pt x="160020" y="167640"/>
                    <a:pt x="112395" y="181928"/>
                    <a:pt x="102870" y="179070"/>
                  </a:cubicBezTo>
                  <a:cubicBezTo>
                    <a:pt x="113348" y="207645"/>
                    <a:pt x="113348" y="207645"/>
                    <a:pt x="146685" y="292418"/>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9" name="Freeform 29"/>
            <p:cNvSpPr/>
            <p:nvPr/>
          </p:nvSpPr>
          <p:spPr>
            <a:xfrm>
              <a:off x="4175255" y="4362000"/>
              <a:ext cx="165968" cy="302656"/>
            </a:xfrm>
            <a:custGeom>
              <a:avLst/>
              <a:gdLst/>
              <a:ahLst/>
              <a:cxnLst/>
              <a:rect l="l" t="t" r="r" b="b"/>
              <a:pathLst>
                <a:path w="165968" h="302656">
                  <a:moveTo>
                    <a:pt x="146685" y="301943"/>
                  </a:moveTo>
                  <a:cubicBezTo>
                    <a:pt x="100013" y="301943"/>
                    <a:pt x="23813" y="260033"/>
                    <a:pt x="20955" y="253365"/>
                  </a:cubicBezTo>
                  <a:cubicBezTo>
                    <a:pt x="12382" y="222885"/>
                    <a:pt x="5715" y="192405"/>
                    <a:pt x="0" y="161925"/>
                  </a:cubicBezTo>
                  <a:cubicBezTo>
                    <a:pt x="0" y="159068"/>
                    <a:pt x="952" y="157163"/>
                    <a:pt x="3810" y="156210"/>
                  </a:cubicBezTo>
                  <a:cubicBezTo>
                    <a:pt x="4763" y="156210"/>
                    <a:pt x="32385" y="147638"/>
                    <a:pt x="39052" y="108585"/>
                  </a:cubicBezTo>
                  <a:cubicBezTo>
                    <a:pt x="42863" y="89535"/>
                    <a:pt x="53340" y="73343"/>
                    <a:pt x="67627" y="60007"/>
                  </a:cubicBezTo>
                  <a:cubicBezTo>
                    <a:pt x="83820" y="44768"/>
                    <a:pt x="96202" y="25718"/>
                    <a:pt x="101918" y="3810"/>
                  </a:cubicBezTo>
                  <a:cubicBezTo>
                    <a:pt x="102870" y="953"/>
                    <a:pt x="105727" y="0"/>
                    <a:pt x="107632" y="0"/>
                  </a:cubicBezTo>
                  <a:cubicBezTo>
                    <a:pt x="107632" y="0"/>
                    <a:pt x="107632" y="0"/>
                    <a:pt x="107632" y="0"/>
                  </a:cubicBezTo>
                  <a:cubicBezTo>
                    <a:pt x="128587" y="8573"/>
                    <a:pt x="135255" y="34290"/>
                    <a:pt x="140018" y="55245"/>
                  </a:cubicBezTo>
                  <a:cubicBezTo>
                    <a:pt x="140970" y="59055"/>
                    <a:pt x="141922" y="62865"/>
                    <a:pt x="142875" y="66675"/>
                  </a:cubicBezTo>
                  <a:cubicBezTo>
                    <a:pt x="151447" y="95250"/>
                    <a:pt x="158115" y="124778"/>
                    <a:pt x="165735" y="153353"/>
                  </a:cubicBezTo>
                  <a:cubicBezTo>
                    <a:pt x="166687" y="160020"/>
                    <a:pt x="164783" y="166688"/>
                    <a:pt x="159068" y="171450"/>
                  </a:cubicBezTo>
                  <a:cubicBezTo>
                    <a:pt x="146685" y="180975"/>
                    <a:pt x="131445" y="187643"/>
                    <a:pt x="115252" y="189547"/>
                  </a:cubicBezTo>
                  <a:cubicBezTo>
                    <a:pt x="123825" y="210503"/>
                    <a:pt x="125730" y="218122"/>
                    <a:pt x="156210" y="295275"/>
                  </a:cubicBezTo>
                  <a:cubicBezTo>
                    <a:pt x="157162" y="297180"/>
                    <a:pt x="156210" y="298133"/>
                    <a:pt x="155258" y="300038"/>
                  </a:cubicBezTo>
                  <a:cubicBezTo>
                    <a:pt x="154305" y="300990"/>
                    <a:pt x="153353" y="301943"/>
                    <a:pt x="151447" y="301943"/>
                  </a:cubicBezTo>
                  <a:cubicBezTo>
                    <a:pt x="150495" y="302895"/>
                    <a:pt x="148590" y="302895"/>
                    <a:pt x="146685" y="301943"/>
                  </a:cubicBezTo>
                  <a:close/>
                  <a:moveTo>
                    <a:pt x="30480" y="249555"/>
                  </a:moveTo>
                  <a:cubicBezTo>
                    <a:pt x="39052" y="255270"/>
                    <a:pt x="102870" y="291465"/>
                    <a:pt x="144780" y="292418"/>
                  </a:cubicBezTo>
                  <a:cubicBezTo>
                    <a:pt x="114300" y="214313"/>
                    <a:pt x="114300" y="213360"/>
                    <a:pt x="103822" y="186690"/>
                  </a:cubicBezTo>
                  <a:cubicBezTo>
                    <a:pt x="102870" y="184785"/>
                    <a:pt x="103822" y="182880"/>
                    <a:pt x="104775" y="181928"/>
                  </a:cubicBezTo>
                  <a:cubicBezTo>
                    <a:pt x="105727" y="180975"/>
                    <a:pt x="107632" y="180022"/>
                    <a:pt x="109538" y="180975"/>
                  </a:cubicBezTo>
                  <a:cubicBezTo>
                    <a:pt x="124777" y="180975"/>
                    <a:pt x="140018" y="175260"/>
                    <a:pt x="152400" y="165735"/>
                  </a:cubicBezTo>
                  <a:cubicBezTo>
                    <a:pt x="156210" y="162878"/>
                    <a:pt x="157162" y="160020"/>
                    <a:pt x="156210" y="157163"/>
                  </a:cubicBezTo>
                  <a:cubicBezTo>
                    <a:pt x="149543" y="128588"/>
                    <a:pt x="141922" y="99060"/>
                    <a:pt x="134303" y="70485"/>
                  </a:cubicBezTo>
                  <a:cubicBezTo>
                    <a:pt x="133350" y="66675"/>
                    <a:pt x="132397" y="62865"/>
                    <a:pt x="131445" y="59055"/>
                  </a:cubicBezTo>
                  <a:cubicBezTo>
                    <a:pt x="127635" y="42863"/>
                    <a:pt x="122872" y="22860"/>
                    <a:pt x="109538" y="13335"/>
                  </a:cubicBezTo>
                  <a:cubicBezTo>
                    <a:pt x="102870" y="34290"/>
                    <a:pt x="90488" y="53340"/>
                    <a:pt x="75247" y="68580"/>
                  </a:cubicBezTo>
                  <a:cubicBezTo>
                    <a:pt x="61913" y="80010"/>
                    <a:pt x="53340" y="95250"/>
                    <a:pt x="49530" y="112395"/>
                  </a:cubicBezTo>
                  <a:cubicBezTo>
                    <a:pt x="46672" y="135255"/>
                    <a:pt x="32385" y="156210"/>
                    <a:pt x="10477" y="165735"/>
                  </a:cubicBezTo>
                  <a:cubicBezTo>
                    <a:pt x="13335" y="179070"/>
                    <a:pt x="22860" y="224790"/>
                    <a:pt x="30480" y="24955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30" name="Freeform 30"/>
            <p:cNvSpPr/>
            <p:nvPr/>
          </p:nvSpPr>
          <p:spPr>
            <a:xfrm>
              <a:off x="4292413" y="4496303"/>
              <a:ext cx="37147" cy="8643"/>
            </a:xfrm>
            <a:custGeom>
              <a:avLst/>
              <a:gdLst/>
              <a:ahLst/>
              <a:cxnLst/>
              <a:rect l="l" t="t" r="r" b="b"/>
              <a:pathLst>
                <a:path w="37147" h="8643">
                  <a:moveTo>
                    <a:pt x="37148" y="0"/>
                  </a:moveTo>
                  <a:cubicBezTo>
                    <a:pt x="28575" y="10477"/>
                    <a:pt x="13335" y="11430"/>
                    <a:pt x="2857" y="2857"/>
                  </a:cubicBezTo>
                  <a:cubicBezTo>
                    <a:pt x="1905" y="1905"/>
                    <a:pt x="952" y="952"/>
                    <a:pt x="0" y="0"/>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31" name="Freeform 31"/>
            <p:cNvSpPr/>
            <p:nvPr/>
          </p:nvSpPr>
          <p:spPr>
            <a:xfrm>
              <a:off x="4288126" y="4492017"/>
              <a:ext cx="45720" cy="18573"/>
            </a:xfrm>
            <a:custGeom>
              <a:avLst/>
              <a:gdLst/>
              <a:ahLst/>
              <a:cxnLst/>
              <a:rect l="l" t="t" r="r" b="b"/>
              <a:pathLst>
                <a:path w="45720" h="18573">
                  <a:moveTo>
                    <a:pt x="22384" y="18574"/>
                  </a:moveTo>
                  <a:cubicBezTo>
                    <a:pt x="14764" y="18574"/>
                    <a:pt x="7144" y="14764"/>
                    <a:pt x="1429" y="9049"/>
                  </a:cubicBezTo>
                  <a:cubicBezTo>
                    <a:pt x="-476" y="7144"/>
                    <a:pt x="-476" y="4286"/>
                    <a:pt x="1429" y="2381"/>
                  </a:cubicBezTo>
                  <a:cubicBezTo>
                    <a:pt x="3334" y="476"/>
                    <a:pt x="6191" y="476"/>
                    <a:pt x="8096" y="2381"/>
                  </a:cubicBezTo>
                  <a:lnTo>
                    <a:pt x="8096" y="2381"/>
                  </a:lnTo>
                  <a:cubicBezTo>
                    <a:pt x="11906" y="7144"/>
                    <a:pt x="16669" y="9049"/>
                    <a:pt x="22384" y="9049"/>
                  </a:cubicBezTo>
                  <a:cubicBezTo>
                    <a:pt x="28099" y="8096"/>
                    <a:pt x="33814" y="6191"/>
                    <a:pt x="37624" y="1429"/>
                  </a:cubicBezTo>
                  <a:cubicBezTo>
                    <a:pt x="39529" y="-476"/>
                    <a:pt x="42386" y="-476"/>
                    <a:pt x="44291" y="1429"/>
                  </a:cubicBezTo>
                  <a:cubicBezTo>
                    <a:pt x="46196" y="3334"/>
                    <a:pt x="46196" y="6191"/>
                    <a:pt x="44291" y="8096"/>
                  </a:cubicBezTo>
                  <a:cubicBezTo>
                    <a:pt x="39529" y="14764"/>
                    <a:pt x="30956" y="18574"/>
                    <a:pt x="22384" y="18574"/>
                  </a:cubicBezTo>
                  <a:lnTo>
                    <a:pt x="22384" y="18574"/>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32" name="Freeform 32"/>
            <p:cNvSpPr/>
            <p:nvPr/>
          </p:nvSpPr>
          <p:spPr>
            <a:xfrm>
              <a:off x="4242882" y="4539166"/>
              <a:ext cx="55244" cy="45719"/>
            </a:xfrm>
            <a:custGeom>
              <a:avLst/>
              <a:gdLst/>
              <a:ahLst/>
              <a:cxnLst/>
              <a:rect l="l" t="t" r="r" b="b"/>
              <a:pathLst>
                <a:path w="55244" h="45719">
                  <a:moveTo>
                    <a:pt x="40957" y="7620"/>
                  </a:moveTo>
                  <a:cubicBezTo>
                    <a:pt x="26670" y="10477"/>
                    <a:pt x="12382" y="8573"/>
                    <a:pt x="0" y="0"/>
                  </a:cubicBezTo>
                  <a:cubicBezTo>
                    <a:pt x="0" y="0"/>
                    <a:pt x="14288" y="43815"/>
                    <a:pt x="55245" y="45720"/>
                  </a:cubicBezTo>
                  <a:lnTo>
                    <a:pt x="40957" y="762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33" name="Freeform 33"/>
            <p:cNvSpPr/>
            <p:nvPr/>
          </p:nvSpPr>
          <p:spPr>
            <a:xfrm>
              <a:off x="4237746" y="4534641"/>
              <a:ext cx="64548" cy="55430"/>
            </a:xfrm>
            <a:custGeom>
              <a:avLst/>
              <a:gdLst/>
              <a:ahLst/>
              <a:cxnLst/>
              <a:rect l="l" t="t" r="r" b="b"/>
              <a:pathLst>
                <a:path w="64548" h="55430">
                  <a:moveTo>
                    <a:pt x="60381" y="55007"/>
                  </a:moveTo>
                  <a:lnTo>
                    <a:pt x="60381" y="55007"/>
                  </a:lnTo>
                  <a:cubicBezTo>
                    <a:pt x="16566" y="53102"/>
                    <a:pt x="1326" y="8334"/>
                    <a:pt x="374" y="6429"/>
                  </a:cubicBezTo>
                  <a:cubicBezTo>
                    <a:pt x="-579" y="4524"/>
                    <a:pt x="374" y="1667"/>
                    <a:pt x="2279" y="714"/>
                  </a:cubicBezTo>
                  <a:cubicBezTo>
                    <a:pt x="4184" y="-238"/>
                    <a:pt x="6089" y="-238"/>
                    <a:pt x="7994" y="714"/>
                  </a:cubicBezTo>
                  <a:cubicBezTo>
                    <a:pt x="18471" y="7382"/>
                    <a:pt x="31806" y="10239"/>
                    <a:pt x="44189" y="7382"/>
                  </a:cubicBezTo>
                  <a:cubicBezTo>
                    <a:pt x="46094" y="6429"/>
                    <a:pt x="48951" y="8334"/>
                    <a:pt x="49904" y="10239"/>
                  </a:cubicBezTo>
                  <a:lnTo>
                    <a:pt x="64191" y="48339"/>
                  </a:lnTo>
                  <a:cubicBezTo>
                    <a:pt x="65144" y="51197"/>
                    <a:pt x="64191" y="54054"/>
                    <a:pt x="61334" y="55007"/>
                  </a:cubicBezTo>
                  <a:cubicBezTo>
                    <a:pt x="62286" y="55007"/>
                    <a:pt x="61334" y="55959"/>
                    <a:pt x="60381" y="55007"/>
                  </a:cubicBezTo>
                  <a:lnTo>
                    <a:pt x="60381" y="55007"/>
                  </a:lnTo>
                  <a:close/>
                  <a:moveTo>
                    <a:pt x="15614" y="16907"/>
                  </a:moveTo>
                  <a:cubicBezTo>
                    <a:pt x="23234" y="31194"/>
                    <a:pt x="36569" y="41672"/>
                    <a:pt x="52761" y="45482"/>
                  </a:cubicBezTo>
                  <a:lnTo>
                    <a:pt x="42284" y="17859"/>
                  </a:lnTo>
                  <a:cubicBezTo>
                    <a:pt x="33711" y="18812"/>
                    <a:pt x="24186" y="18812"/>
                    <a:pt x="15614" y="16907"/>
                  </a:cubicBezTo>
                  <a:lnTo>
                    <a:pt x="15614" y="16907"/>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34" name="Freeform 34"/>
            <p:cNvSpPr/>
            <p:nvPr/>
          </p:nvSpPr>
          <p:spPr>
            <a:xfrm rot="20869825">
              <a:off x="4286598" y="4401124"/>
              <a:ext cx="7619" cy="20954"/>
            </a:xfrm>
            <a:custGeom>
              <a:avLst/>
              <a:gdLst/>
              <a:ahLst/>
              <a:cxnLst/>
              <a:rect l="l" t="t" r="r" b="b"/>
              <a:pathLst>
                <a:path w="7619" h="20954">
                  <a:moveTo>
                    <a:pt x="7620" y="10477"/>
                  </a:moveTo>
                  <a:cubicBezTo>
                    <a:pt x="7620" y="16264"/>
                    <a:pt x="5914" y="20954"/>
                    <a:pt x="3810" y="20954"/>
                  </a:cubicBezTo>
                  <a:cubicBezTo>
                    <a:pt x="1706" y="20954"/>
                    <a:pt x="0" y="16264"/>
                    <a:pt x="0" y="10477"/>
                  </a:cubicBezTo>
                  <a:cubicBezTo>
                    <a:pt x="0" y="4691"/>
                    <a:pt x="1706" y="0"/>
                    <a:pt x="3810" y="0"/>
                  </a:cubicBezTo>
                  <a:cubicBezTo>
                    <a:pt x="5914" y="0"/>
                    <a:pt x="7620" y="4691"/>
                    <a:pt x="7620" y="10477"/>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35" name="Freeform 35"/>
            <p:cNvSpPr/>
            <p:nvPr/>
          </p:nvSpPr>
          <p:spPr>
            <a:xfrm>
              <a:off x="4196537" y="4425580"/>
              <a:ext cx="53965" cy="75485"/>
            </a:xfrm>
            <a:custGeom>
              <a:avLst/>
              <a:gdLst/>
              <a:ahLst/>
              <a:cxnLst/>
              <a:rect l="l" t="t" r="r" b="b"/>
              <a:pathLst>
                <a:path w="53965" h="75485">
                  <a:moveTo>
                    <a:pt x="53966" y="28813"/>
                  </a:moveTo>
                  <a:cubicBezTo>
                    <a:pt x="51108" y="22146"/>
                    <a:pt x="46346" y="15478"/>
                    <a:pt x="39678" y="11668"/>
                  </a:cubicBezTo>
                  <a:cubicBezTo>
                    <a:pt x="35868" y="7858"/>
                    <a:pt x="31106" y="4048"/>
                    <a:pt x="25391" y="2143"/>
                  </a:cubicBezTo>
                  <a:cubicBezTo>
                    <a:pt x="19676" y="-714"/>
                    <a:pt x="13961" y="-714"/>
                    <a:pt x="8246" y="2143"/>
                  </a:cubicBezTo>
                  <a:cubicBezTo>
                    <a:pt x="4436" y="5001"/>
                    <a:pt x="1578" y="8811"/>
                    <a:pt x="626" y="14526"/>
                  </a:cubicBezTo>
                  <a:cubicBezTo>
                    <a:pt x="-327" y="19288"/>
                    <a:pt x="-327" y="25003"/>
                    <a:pt x="1578" y="29766"/>
                  </a:cubicBezTo>
                  <a:cubicBezTo>
                    <a:pt x="7293" y="51673"/>
                    <a:pt x="24438" y="69771"/>
                    <a:pt x="46346" y="75486"/>
                  </a:cubicBezTo>
                  <a:lnTo>
                    <a:pt x="44441" y="74533"/>
                  </a:ln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36" name="Freeform 36"/>
            <p:cNvSpPr/>
            <p:nvPr/>
          </p:nvSpPr>
          <p:spPr>
            <a:xfrm>
              <a:off x="4191774" y="4421770"/>
              <a:ext cx="62785" cy="84058"/>
            </a:xfrm>
            <a:custGeom>
              <a:avLst/>
              <a:gdLst/>
              <a:ahLst/>
              <a:cxnLst/>
              <a:rect l="l" t="t" r="r" b="b"/>
              <a:pathLst>
                <a:path w="62785" h="84058">
                  <a:moveTo>
                    <a:pt x="50156" y="84058"/>
                  </a:moveTo>
                  <a:cubicBezTo>
                    <a:pt x="50156" y="84058"/>
                    <a:pt x="49203" y="84058"/>
                    <a:pt x="49203" y="84058"/>
                  </a:cubicBezTo>
                  <a:cubicBezTo>
                    <a:pt x="25391" y="77391"/>
                    <a:pt x="7293" y="58341"/>
                    <a:pt x="1578" y="34528"/>
                  </a:cubicBezTo>
                  <a:cubicBezTo>
                    <a:pt x="-327" y="28813"/>
                    <a:pt x="-327" y="23098"/>
                    <a:pt x="626" y="17383"/>
                  </a:cubicBezTo>
                  <a:cubicBezTo>
                    <a:pt x="1578" y="10716"/>
                    <a:pt x="5388" y="5001"/>
                    <a:pt x="11103" y="2143"/>
                  </a:cubicBezTo>
                  <a:cubicBezTo>
                    <a:pt x="17771" y="-714"/>
                    <a:pt x="25391" y="-714"/>
                    <a:pt x="32058" y="2143"/>
                  </a:cubicBezTo>
                  <a:cubicBezTo>
                    <a:pt x="37773" y="5001"/>
                    <a:pt x="42536" y="8811"/>
                    <a:pt x="47298" y="12621"/>
                  </a:cubicBezTo>
                  <a:cubicBezTo>
                    <a:pt x="53966" y="17383"/>
                    <a:pt x="59681" y="24051"/>
                    <a:pt x="62538" y="31671"/>
                  </a:cubicBezTo>
                  <a:cubicBezTo>
                    <a:pt x="63491" y="34528"/>
                    <a:pt x="61586" y="37386"/>
                    <a:pt x="58728" y="38338"/>
                  </a:cubicBezTo>
                  <a:cubicBezTo>
                    <a:pt x="55871" y="39291"/>
                    <a:pt x="53013" y="37386"/>
                    <a:pt x="52061" y="34528"/>
                  </a:cubicBezTo>
                  <a:cubicBezTo>
                    <a:pt x="49203" y="28813"/>
                    <a:pt x="45393" y="23098"/>
                    <a:pt x="39678" y="19288"/>
                  </a:cubicBezTo>
                  <a:cubicBezTo>
                    <a:pt x="35868" y="15478"/>
                    <a:pt x="31106" y="12621"/>
                    <a:pt x="26343" y="9763"/>
                  </a:cubicBezTo>
                  <a:cubicBezTo>
                    <a:pt x="22533" y="7858"/>
                    <a:pt x="17771" y="7858"/>
                    <a:pt x="13961" y="9763"/>
                  </a:cubicBezTo>
                  <a:cubicBezTo>
                    <a:pt x="11103" y="11668"/>
                    <a:pt x="8246" y="15478"/>
                    <a:pt x="8246" y="18336"/>
                  </a:cubicBezTo>
                  <a:cubicBezTo>
                    <a:pt x="7293" y="23098"/>
                    <a:pt x="7293" y="26908"/>
                    <a:pt x="9198" y="31671"/>
                  </a:cubicBezTo>
                  <a:cubicBezTo>
                    <a:pt x="13961" y="50721"/>
                    <a:pt x="27296" y="65961"/>
                    <a:pt x="46346" y="73581"/>
                  </a:cubicBezTo>
                  <a:cubicBezTo>
                    <a:pt x="47298" y="73581"/>
                    <a:pt x="48251" y="73581"/>
                    <a:pt x="50156" y="74533"/>
                  </a:cubicBezTo>
                  <a:lnTo>
                    <a:pt x="52061" y="75486"/>
                  </a:lnTo>
                  <a:cubicBezTo>
                    <a:pt x="53966" y="76438"/>
                    <a:pt x="54918" y="79296"/>
                    <a:pt x="53966" y="81201"/>
                  </a:cubicBezTo>
                  <a:cubicBezTo>
                    <a:pt x="53013" y="83106"/>
                    <a:pt x="52061" y="84058"/>
                    <a:pt x="50156" y="84058"/>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37" name="Freeform 37"/>
            <p:cNvSpPr/>
            <p:nvPr/>
          </p:nvSpPr>
          <p:spPr>
            <a:xfrm>
              <a:off x="4133345" y="4602507"/>
              <a:ext cx="291507" cy="457676"/>
            </a:xfrm>
            <a:custGeom>
              <a:avLst/>
              <a:gdLst/>
              <a:ahLst/>
              <a:cxnLst/>
              <a:rect l="l" t="t" r="r" b="b"/>
              <a:pathLst>
                <a:path w="291507" h="457676">
                  <a:moveTo>
                    <a:pt x="230505" y="38576"/>
                  </a:moveTo>
                  <a:cubicBezTo>
                    <a:pt x="230505" y="38576"/>
                    <a:pt x="95250" y="-30004"/>
                    <a:pt x="47625" y="15716"/>
                  </a:cubicBezTo>
                  <a:cubicBezTo>
                    <a:pt x="0" y="61436"/>
                    <a:pt x="1905" y="210026"/>
                    <a:pt x="0" y="457676"/>
                  </a:cubicBezTo>
                  <a:lnTo>
                    <a:pt x="291465" y="437674"/>
                  </a:lnTo>
                  <a:cubicBezTo>
                    <a:pt x="291465" y="437674"/>
                    <a:pt x="295275" y="73819"/>
                    <a:pt x="230505" y="38576"/>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38" name="Freeform 38"/>
            <p:cNvSpPr/>
            <p:nvPr/>
          </p:nvSpPr>
          <p:spPr>
            <a:xfrm>
              <a:off x="4206765" y="4621423"/>
              <a:ext cx="611710" cy="218976"/>
            </a:xfrm>
            <a:custGeom>
              <a:avLst/>
              <a:gdLst/>
              <a:ahLst/>
              <a:cxnLst/>
              <a:rect l="l" t="t" r="r" b="b"/>
              <a:pathLst>
                <a:path w="611710" h="218976">
                  <a:moveTo>
                    <a:pt x="272338" y="115863"/>
                  </a:moveTo>
                  <a:cubicBezTo>
                    <a:pt x="292340" y="116815"/>
                    <a:pt x="481888" y="139675"/>
                    <a:pt x="500938" y="120625"/>
                  </a:cubicBezTo>
                  <a:cubicBezTo>
                    <a:pt x="520940" y="101575"/>
                    <a:pt x="561898" y="74905"/>
                    <a:pt x="563803" y="81573"/>
                  </a:cubicBezTo>
                  <a:cubicBezTo>
                    <a:pt x="566660" y="88240"/>
                    <a:pt x="539038" y="122530"/>
                    <a:pt x="539038" y="122530"/>
                  </a:cubicBezTo>
                  <a:cubicBezTo>
                    <a:pt x="539038" y="122530"/>
                    <a:pt x="599998" y="103480"/>
                    <a:pt x="609523" y="113005"/>
                  </a:cubicBezTo>
                  <a:cubicBezTo>
                    <a:pt x="619048" y="122530"/>
                    <a:pt x="595235" y="165393"/>
                    <a:pt x="580948" y="177775"/>
                  </a:cubicBezTo>
                  <a:cubicBezTo>
                    <a:pt x="577138" y="181585"/>
                    <a:pt x="537133" y="189205"/>
                    <a:pt x="513320" y="195873"/>
                  </a:cubicBezTo>
                  <a:cubicBezTo>
                    <a:pt x="406640" y="226353"/>
                    <a:pt x="263765" y="226353"/>
                    <a:pt x="223760" y="197778"/>
                  </a:cubicBezTo>
                  <a:cubicBezTo>
                    <a:pt x="167563" y="160630"/>
                    <a:pt x="10400" y="85383"/>
                    <a:pt x="1828" y="72048"/>
                  </a:cubicBezTo>
                  <a:cubicBezTo>
                    <a:pt x="-7697" y="58713"/>
                    <a:pt x="19925" y="-27965"/>
                    <a:pt x="86600" y="9183"/>
                  </a:cubicBezTo>
                  <a:cubicBezTo>
                    <a:pt x="86600" y="9183"/>
                    <a:pt x="252335" y="114910"/>
                    <a:pt x="272338" y="115863"/>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39" name="Freeform 39"/>
            <p:cNvSpPr/>
            <p:nvPr/>
          </p:nvSpPr>
          <p:spPr>
            <a:xfrm>
              <a:off x="4202385" y="4616950"/>
              <a:ext cx="622475" cy="228920"/>
            </a:xfrm>
            <a:custGeom>
              <a:avLst/>
              <a:gdLst/>
              <a:ahLst/>
              <a:cxnLst/>
              <a:rect l="l" t="t" r="r" b="b"/>
              <a:pathLst>
                <a:path w="622475" h="228920">
                  <a:moveTo>
                    <a:pt x="345298" y="228921"/>
                  </a:moveTo>
                  <a:cubicBezTo>
                    <a:pt x="291958" y="228921"/>
                    <a:pt x="246238" y="221301"/>
                    <a:pt x="225283" y="207013"/>
                  </a:cubicBezTo>
                  <a:cubicBezTo>
                    <a:pt x="196708" y="187963"/>
                    <a:pt x="142415" y="158436"/>
                    <a:pt x="93838" y="132718"/>
                  </a:cubicBezTo>
                  <a:cubicBezTo>
                    <a:pt x="38593" y="104143"/>
                    <a:pt x="7160" y="86046"/>
                    <a:pt x="2398" y="79378"/>
                  </a:cubicBezTo>
                  <a:cubicBezTo>
                    <a:pt x="-4270" y="69853"/>
                    <a:pt x="3350" y="38421"/>
                    <a:pt x="20495" y="18418"/>
                  </a:cubicBezTo>
                  <a:cubicBezTo>
                    <a:pt x="31925" y="6036"/>
                    <a:pt x="55738" y="-11109"/>
                    <a:pt x="93838" y="9846"/>
                  </a:cubicBezTo>
                  <a:cubicBezTo>
                    <a:pt x="157655" y="50803"/>
                    <a:pt x="264336" y="115573"/>
                    <a:pt x="277670" y="116526"/>
                  </a:cubicBezTo>
                  <a:cubicBezTo>
                    <a:pt x="281480" y="116526"/>
                    <a:pt x="291005" y="117478"/>
                    <a:pt x="303388" y="118431"/>
                  </a:cubicBezTo>
                  <a:cubicBezTo>
                    <a:pt x="349108" y="123193"/>
                    <a:pt x="488173" y="136528"/>
                    <a:pt x="502461" y="122241"/>
                  </a:cubicBezTo>
                  <a:cubicBezTo>
                    <a:pt x="516748" y="107953"/>
                    <a:pt x="557705" y="78426"/>
                    <a:pt x="569136" y="81283"/>
                  </a:cubicBezTo>
                  <a:cubicBezTo>
                    <a:pt x="571040" y="81283"/>
                    <a:pt x="572945" y="83188"/>
                    <a:pt x="573898" y="85093"/>
                  </a:cubicBezTo>
                  <a:cubicBezTo>
                    <a:pt x="575803" y="89856"/>
                    <a:pt x="570088" y="101286"/>
                    <a:pt x="557705" y="118431"/>
                  </a:cubicBezTo>
                  <a:cubicBezTo>
                    <a:pt x="579613" y="112716"/>
                    <a:pt x="610093" y="106048"/>
                    <a:pt x="618665" y="113668"/>
                  </a:cubicBezTo>
                  <a:cubicBezTo>
                    <a:pt x="621523" y="116526"/>
                    <a:pt x="622476" y="120336"/>
                    <a:pt x="622476" y="124146"/>
                  </a:cubicBezTo>
                  <a:cubicBezTo>
                    <a:pt x="622476" y="141291"/>
                    <a:pt x="601520" y="174628"/>
                    <a:pt x="590090" y="185106"/>
                  </a:cubicBezTo>
                  <a:cubicBezTo>
                    <a:pt x="587233" y="187963"/>
                    <a:pt x="577708" y="189868"/>
                    <a:pt x="552943" y="196536"/>
                  </a:cubicBezTo>
                  <a:cubicBezTo>
                    <a:pt x="541513" y="199393"/>
                    <a:pt x="530083" y="202251"/>
                    <a:pt x="520558" y="205108"/>
                  </a:cubicBezTo>
                  <a:cubicBezTo>
                    <a:pt x="462455" y="221301"/>
                    <a:pt x="403400" y="228921"/>
                    <a:pt x="345298" y="228921"/>
                  </a:cubicBezTo>
                  <a:close/>
                  <a:moveTo>
                    <a:pt x="59548" y="8893"/>
                  </a:moveTo>
                  <a:cubicBezTo>
                    <a:pt x="47165" y="8893"/>
                    <a:pt x="34783" y="14608"/>
                    <a:pt x="27163" y="24133"/>
                  </a:cubicBezTo>
                  <a:cubicBezTo>
                    <a:pt x="10018" y="43183"/>
                    <a:pt x="7160" y="68901"/>
                    <a:pt x="10018" y="72711"/>
                  </a:cubicBezTo>
                  <a:cubicBezTo>
                    <a:pt x="13828" y="78426"/>
                    <a:pt x="58595" y="101286"/>
                    <a:pt x="98600" y="123193"/>
                  </a:cubicBezTo>
                  <a:cubicBezTo>
                    <a:pt x="147178" y="148911"/>
                    <a:pt x="202423" y="178438"/>
                    <a:pt x="230998" y="198441"/>
                  </a:cubicBezTo>
                  <a:cubicBezTo>
                    <a:pt x="267193" y="224158"/>
                    <a:pt x="406258" y="227016"/>
                    <a:pt x="516748" y="195583"/>
                  </a:cubicBezTo>
                  <a:cubicBezTo>
                    <a:pt x="526273" y="192726"/>
                    <a:pt x="538655" y="189868"/>
                    <a:pt x="550086" y="187011"/>
                  </a:cubicBezTo>
                  <a:cubicBezTo>
                    <a:pt x="561515" y="184153"/>
                    <a:pt x="572945" y="181296"/>
                    <a:pt x="583423" y="177486"/>
                  </a:cubicBezTo>
                  <a:cubicBezTo>
                    <a:pt x="594853" y="167961"/>
                    <a:pt x="611998" y="137481"/>
                    <a:pt x="611998" y="123193"/>
                  </a:cubicBezTo>
                  <a:cubicBezTo>
                    <a:pt x="611998" y="122241"/>
                    <a:pt x="611998" y="120336"/>
                    <a:pt x="611045" y="119383"/>
                  </a:cubicBezTo>
                  <a:cubicBezTo>
                    <a:pt x="607236" y="115573"/>
                    <a:pt x="576755" y="121288"/>
                    <a:pt x="545323" y="130813"/>
                  </a:cubicBezTo>
                  <a:cubicBezTo>
                    <a:pt x="543418" y="131766"/>
                    <a:pt x="541513" y="130813"/>
                    <a:pt x="539608" y="128908"/>
                  </a:cubicBezTo>
                  <a:cubicBezTo>
                    <a:pt x="538655" y="127003"/>
                    <a:pt x="538655" y="125098"/>
                    <a:pt x="539608" y="123193"/>
                  </a:cubicBezTo>
                  <a:cubicBezTo>
                    <a:pt x="548180" y="112716"/>
                    <a:pt x="555801" y="102238"/>
                    <a:pt x="562468" y="89856"/>
                  </a:cubicBezTo>
                  <a:cubicBezTo>
                    <a:pt x="542465" y="99381"/>
                    <a:pt x="524368" y="112716"/>
                    <a:pt x="508175" y="127003"/>
                  </a:cubicBezTo>
                  <a:cubicBezTo>
                    <a:pt x="491983" y="142243"/>
                    <a:pt x="399590" y="134623"/>
                    <a:pt x="300530" y="125098"/>
                  </a:cubicBezTo>
                  <a:cubicBezTo>
                    <a:pt x="288148" y="124146"/>
                    <a:pt x="278623" y="123193"/>
                    <a:pt x="274813" y="123193"/>
                  </a:cubicBezTo>
                  <a:cubicBezTo>
                    <a:pt x="253858" y="122241"/>
                    <a:pt x="103363" y="26038"/>
                    <a:pt x="86218" y="15561"/>
                  </a:cubicBezTo>
                  <a:cubicBezTo>
                    <a:pt x="79550" y="11751"/>
                    <a:pt x="69073" y="8893"/>
                    <a:pt x="59548" y="8893"/>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0" name="Freeform 40"/>
            <p:cNvSpPr/>
            <p:nvPr/>
          </p:nvSpPr>
          <p:spPr>
            <a:xfrm>
              <a:off x="3995232" y="5040181"/>
              <a:ext cx="518159" cy="458681"/>
            </a:xfrm>
            <a:custGeom>
              <a:avLst/>
              <a:gdLst/>
              <a:ahLst/>
              <a:cxnLst/>
              <a:rect l="l" t="t" r="r" b="b"/>
              <a:pathLst>
                <a:path w="518159" h="458681">
                  <a:moveTo>
                    <a:pt x="138113" y="20002"/>
                  </a:moveTo>
                  <a:lnTo>
                    <a:pt x="0" y="360997"/>
                  </a:lnTo>
                  <a:cubicBezTo>
                    <a:pt x="0" y="360997"/>
                    <a:pt x="355283" y="482917"/>
                    <a:pt x="518160" y="454342"/>
                  </a:cubicBezTo>
                  <a:lnTo>
                    <a:pt x="429578" y="0"/>
                  </a:lnTo>
                  <a:lnTo>
                    <a:pt x="138113" y="20002"/>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1" name="Freeform 41"/>
            <p:cNvSpPr/>
            <p:nvPr/>
          </p:nvSpPr>
          <p:spPr>
            <a:xfrm>
              <a:off x="3989756" y="5034466"/>
              <a:ext cx="527446" cy="468872"/>
            </a:xfrm>
            <a:custGeom>
              <a:avLst/>
              <a:gdLst/>
              <a:ahLst/>
              <a:cxnLst/>
              <a:rect l="l" t="t" r="r" b="b"/>
              <a:pathLst>
                <a:path w="527446" h="468872">
                  <a:moveTo>
                    <a:pt x="465534" y="468630"/>
                  </a:moveTo>
                  <a:cubicBezTo>
                    <a:pt x="291227" y="468630"/>
                    <a:pt x="15954" y="375285"/>
                    <a:pt x="3572" y="370523"/>
                  </a:cubicBezTo>
                  <a:cubicBezTo>
                    <a:pt x="2619" y="370523"/>
                    <a:pt x="1667" y="369570"/>
                    <a:pt x="714" y="367665"/>
                  </a:cubicBezTo>
                  <a:cubicBezTo>
                    <a:pt x="-238" y="366712"/>
                    <a:pt x="-238" y="364807"/>
                    <a:pt x="714" y="363855"/>
                  </a:cubicBezTo>
                  <a:lnTo>
                    <a:pt x="138827" y="22860"/>
                  </a:lnTo>
                  <a:cubicBezTo>
                    <a:pt x="139779" y="20955"/>
                    <a:pt x="140732" y="20002"/>
                    <a:pt x="142637" y="20002"/>
                  </a:cubicBezTo>
                  <a:lnTo>
                    <a:pt x="434102" y="0"/>
                  </a:lnTo>
                  <a:cubicBezTo>
                    <a:pt x="436959" y="0"/>
                    <a:pt x="438864" y="1905"/>
                    <a:pt x="438864" y="3810"/>
                  </a:cubicBezTo>
                  <a:lnTo>
                    <a:pt x="527447" y="458153"/>
                  </a:lnTo>
                  <a:cubicBezTo>
                    <a:pt x="527447" y="459105"/>
                    <a:pt x="527447" y="461010"/>
                    <a:pt x="526494" y="461962"/>
                  </a:cubicBezTo>
                  <a:cubicBezTo>
                    <a:pt x="525542" y="462915"/>
                    <a:pt x="524589" y="463868"/>
                    <a:pt x="523637" y="463868"/>
                  </a:cubicBezTo>
                  <a:cubicBezTo>
                    <a:pt x="504587" y="467678"/>
                    <a:pt x="485537" y="469582"/>
                    <a:pt x="465534" y="468630"/>
                  </a:cubicBezTo>
                  <a:close/>
                  <a:moveTo>
                    <a:pt x="11192" y="363855"/>
                  </a:moveTo>
                  <a:cubicBezTo>
                    <a:pt x="54054" y="378143"/>
                    <a:pt x="365522" y="479107"/>
                    <a:pt x="516969" y="456248"/>
                  </a:cubicBezTo>
                  <a:lnTo>
                    <a:pt x="430292" y="11430"/>
                  </a:lnTo>
                  <a:lnTo>
                    <a:pt x="146447" y="30480"/>
                  </a:lnTo>
                  <a:lnTo>
                    <a:pt x="11192" y="363855"/>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2" name="Freeform 42"/>
            <p:cNvSpPr/>
            <p:nvPr/>
          </p:nvSpPr>
          <p:spPr>
            <a:xfrm>
              <a:off x="4242671" y="5786940"/>
              <a:ext cx="201299" cy="103557"/>
            </a:xfrm>
            <a:custGeom>
              <a:avLst/>
              <a:gdLst/>
              <a:ahLst/>
              <a:cxnLst/>
              <a:rect l="l" t="t" r="r" b="b"/>
              <a:pathLst>
                <a:path w="201299" h="103557">
                  <a:moveTo>
                    <a:pt x="18309" y="0"/>
                  </a:moveTo>
                  <a:cubicBezTo>
                    <a:pt x="18309" y="0"/>
                    <a:pt x="-7409" y="68580"/>
                    <a:pt x="2116" y="73343"/>
                  </a:cubicBezTo>
                  <a:cubicBezTo>
                    <a:pt x="11641" y="78105"/>
                    <a:pt x="197379" y="119063"/>
                    <a:pt x="201189" y="97155"/>
                  </a:cubicBezTo>
                  <a:cubicBezTo>
                    <a:pt x="204999" y="74295"/>
                    <a:pt x="109749" y="16193"/>
                    <a:pt x="109749" y="16193"/>
                  </a:cubicBezTo>
                  <a:lnTo>
                    <a:pt x="18309" y="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3" name="Freeform 43"/>
            <p:cNvSpPr/>
            <p:nvPr/>
          </p:nvSpPr>
          <p:spPr>
            <a:xfrm>
              <a:off x="4238550" y="5782877"/>
              <a:ext cx="212116" cy="112648"/>
            </a:xfrm>
            <a:custGeom>
              <a:avLst/>
              <a:gdLst/>
              <a:ahLst/>
              <a:cxnLst/>
              <a:rect l="l" t="t" r="r" b="b"/>
              <a:pathLst>
                <a:path w="212116" h="112648">
                  <a:moveTo>
                    <a:pt x="181497" y="112648"/>
                  </a:moveTo>
                  <a:cubicBezTo>
                    <a:pt x="127205" y="112648"/>
                    <a:pt x="11000" y="85026"/>
                    <a:pt x="4332" y="82168"/>
                  </a:cubicBezTo>
                  <a:cubicBezTo>
                    <a:pt x="1475" y="80263"/>
                    <a:pt x="-9003" y="75501"/>
                    <a:pt x="18620" y="3111"/>
                  </a:cubicBezTo>
                  <a:cubicBezTo>
                    <a:pt x="19572" y="1206"/>
                    <a:pt x="21477" y="-699"/>
                    <a:pt x="24335" y="253"/>
                  </a:cubicBezTo>
                  <a:lnTo>
                    <a:pt x="115775" y="16446"/>
                  </a:lnTo>
                  <a:cubicBezTo>
                    <a:pt x="116727" y="16446"/>
                    <a:pt x="116727" y="16446"/>
                    <a:pt x="117680" y="17398"/>
                  </a:cubicBezTo>
                  <a:cubicBezTo>
                    <a:pt x="140540" y="31686"/>
                    <a:pt x="215787" y="79311"/>
                    <a:pt x="211977" y="103123"/>
                  </a:cubicBezTo>
                  <a:cubicBezTo>
                    <a:pt x="211025" y="105981"/>
                    <a:pt x="209120" y="108838"/>
                    <a:pt x="206262" y="110743"/>
                  </a:cubicBezTo>
                  <a:cubicBezTo>
                    <a:pt x="197690" y="111696"/>
                    <a:pt x="190070" y="112648"/>
                    <a:pt x="181497" y="112648"/>
                  </a:cubicBezTo>
                  <a:close/>
                  <a:moveTo>
                    <a:pt x="10047" y="72643"/>
                  </a:moveTo>
                  <a:cubicBezTo>
                    <a:pt x="41480" y="81216"/>
                    <a:pt x="73865" y="87883"/>
                    <a:pt x="106250" y="93598"/>
                  </a:cubicBezTo>
                  <a:cubicBezTo>
                    <a:pt x="193880" y="108838"/>
                    <a:pt x="201500" y="99313"/>
                    <a:pt x="202452" y="99313"/>
                  </a:cubicBezTo>
                  <a:cubicBezTo>
                    <a:pt x="204357" y="87883"/>
                    <a:pt x="158637" y="51688"/>
                    <a:pt x="113870" y="24066"/>
                  </a:cubicBezTo>
                  <a:lnTo>
                    <a:pt x="27192" y="8826"/>
                  </a:lnTo>
                  <a:cubicBezTo>
                    <a:pt x="15762" y="36448"/>
                    <a:pt x="7190" y="66928"/>
                    <a:pt x="10047" y="72643"/>
                  </a:cubicBezTo>
                  <a:close/>
                  <a:moveTo>
                    <a:pt x="10047" y="73596"/>
                  </a:moveTo>
                  <a:lnTo>
                    <a:pt x="10047" y="73596"/>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4" name="Freeform 44"/>
            <p:cNvSpPr/>
            <p:nvPr/>
          </p:nvSpPr>
          <p:spPr>
            <a:xfrm>
              <a:off x="5858101" y="5364983"/>
              <a:ext cx="152621" cy="212112"/>
            </a:xfrm>
            <a:custGeom>
              <a:avLst/>
              <a:gdLst/>
              <a:ahLst/>
              <a:cxnLst/>
              <a:rect l="l" t="t" r="r" b="b"/>
              <a:pathLst>
                <a:path w="152621" h="212112">
                  <a:moveTo>
                    <a:pt x="40227" y="95250"/>
                  </a:moveTo>
                  <a:cubicBezTo>
                    <a:pt x="42132" y="101917"/>
                    <a:pt x="65944" y="140970"/>
                    <a:pt x="61182" y="148590"/>
                  </a:cubicBezTo>
                  <a:cubicBezTo>
                    <a:pt x="56419" y="156210"/>
                    <a:pt x="-17876" y="203835"/>
                    <a:pt x="4032" y="210502"/>
                  </a:cubicBezTo>
                  <a:cubicBezTo>
                    <a:pt x="25939" y="217170"/>
                    <a:pt x="152621" y="200977"/>
                    <a:pt x="152621" y="200977"/>
                  </a:cubicBezTo>
                  <a:lnTo>
                    <a:pt x="76421" y="0"/>
                  </a:lnTo>
                  <a:lnTo>
                    <a:pt x="40227" y="9525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5" name="Freeform 45"/>
            <p:cNvSpPr/>
            <p:nvPr/>
          </p:nvSpPr>
          <p:spPr>
            <a:xfrm>
              <a:off x="5853401" y="5361173"/>
              <a:ext cx="162798" cy="221932"/>
            </a:xfrm>
            <a:custGeom>
              <a:avLst/>
              <a:gdLst/>
              <a:ahLst/>
              <a:cxnLst/>
              <a:rect l="l" t="t" r="r" b="b"/>
              <a:pathLst>
                <a:path w="162798" h="221932">
                  <a:moveTo>
                    <a:pt x="28734" y="221933"/>
                  </a:moveTo>
                  <a:cubicBezTo>
                    <a:pt x="22066" y="221933"/>
                    <a:pt x="14446" y="221933"/>
                    <a:pt x="7779" y="220028"/>
                  </a:cubicBezTo>
                  <a:cubicBezTo>
                    <a:pt x="3969" y="219075"/>
                    <a:pt x="1111" y="216217"/>
                    <a:pt x="159" y="212408"/>
                  </a:cubicBezTo>
                  <a:cubicBezTo>
                    <a:pt x="-1746" y="201930"/>
                    <a:pt x="13494" y="188595"/>
                    <a:pt x="45879" y="163830"/>
                  </a:cubicBezTo>
                  <a:cubicBezTo>
                    <a:pt x="51594" y="160020"/>
                    <a:pt x="57309" y="155258"/>
                    <a:pt x="62071" y="150495"/>
                  </a:cubicBezTo>
                  <a:cubicBezTo>
                    <a:pt x="63024" y="145733"/>
                    <a:pt x="51594" y="121920"/>
                    <a:pt x="46831" y="113348"/>
                  </a:cubicBezTo>
                  <a:cubicBezTo>
                    <a:pt x="43974" y="107633"/>
                    <a:pt x="42069" y="103823"/>
                    <a:pt x="41116" y="100965"/>
                  </a:cubicBezTo>
                  <a:cubicBezTo>
                    <a:pt x="41116" y="100013"/>
                    <a:pt x="41116" y="99060"/>
                    <a:pt x="41116" y="98108"/>
                  </a:cubicBezTo>
                  <a:lnTo>
                    <a:pt x="76359" y="2858"/>
                  </a:lnTo>
                  <a:cubicBezTo>
                    <a:pt x="77311" y="953"/>
                    <a:pt x="79216" y="0"/>
                    <a:pt x="81121" y="0"/>
                  </a:cubicBezTo>
                  <a:lnTo>
                    <a:pt x="81121" y="0"/>
                  </a:lnTo>
                  <a:cubicBezTo>
                    <a:pt x="83026" y="0"/>
                    <a:pt x="84931" y="953"/>
                    <a:pt x="85884" y="2858"/>
                  </a:cubicBezTo>
                  <a:lnTo>
                    <a:pt x="162084" y="203835"/>
                  </a:lnTo>
                  <a:cubicBezTo>
                    <a:pt x="163036" y="204788"/>
                    <a:pt x="163036" y="206692"/>
                    <a:pt x="162084" y="207645"/>
                  </a:cubicBezTo>
                  <a:cubicBezTo>
                    <a:pt x="161131" y="208598"/>
                    <a:pt x="160179" y="209550"/>
                    <a:pt x="158274" y="209550"/>
                  </a:cubicBezTo>
                  <a:cubicBezTo>
                    <a:pt x="146844" y="211455"/>
                    <a:pt x="69691" y="221933"/>
                    <a:pt x="28734" y="221933"/>
                  </a:cubicBezTo>
                  <a:close/>
                  <a:moveTo>
                    <a:pt x="8731" y="210503"/>
                  </a:moveTo>
                  <a:lnTo>
                    <a:pt x="8731" y="210503"/>
                  </a:lnTo>
                  <a:cubicBezTo>
                    <a:pt x="25876" y="215265"/>
                    <a:pt x="110649" y="205740"/>
                    <a:pt x="149701" y="200978"/>
                  </a:cubicBezTo>
                  <a:lnTo>
                    <a:pt x="80169" y="18098"/>
                  </a:lnTo>
                  <a:lnTo>
                    <a:pt x="49689" y="99060"/>
                  </a:lnTo>
                  <a:cubicBezTo>
                    <a:pt x="50641" y="100965"/>
                    <a:pt x="52546" y="104775"/>
                    <a:pt x="54451" y="108585"/>
                  </a:cubicBezTo>
                  <a:cubicBezTo>
                    <a:pt x="67786" y="135255"/>
                    <a:pt x="73501" y="148590"/>
                    <a:pt x="69691" y="155258"/>
                  </a:cubicBezTo>
                  <a:cubicBezTo>
                    <a:pt x="63976" y="160973"/>
                    <a:pt x="58261" y="166688"/>
                    <a:pt x="50641" y="171450"/>
                  </a:cubicBezTo>
                  <a:cubicBezTo>
                    <a:pt x="40164" y="180023"/>
                    <a:pt x="9684" y="202883"/>
                    <a:pt x="8731" y="210503"/>
                  </a:cubicBezTo>
                  <a:lnTo>
                    <a:pt x="8731" y="210503"/>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6" name="Freeform 46"/>
            <p:cNvSpPr/>
            <p:nvPr/>
          </p:nvSpPr>
          <p:spPr>
            <a:xfrm>
              <a:off x="5393215" y="5422133"/>
              <a:ext cx="185962" cy="165763"/>
            </a:xfrm>
            <a:custGeom>
              <a:avLst/>
              <a:gdLst/>
              <a:ahLst/>
              <a:cxnLst/>
              <a:rect l="l" t="t" r="r" b="b"/>
              <a:pathLst>
                <a:path w="185962" h="165763">
                  <a:moveTo>
                    <a:pt x="148878" y="0"/>
                  </a:moveTo>
                  <a:cubicBezTo>
                    <a:pt x="148878" y="0"/>
                    <a:pt x="192693" y="126682"/>
                    <a:pt x="185073" y="129540"/>
                  </a:cubicBezTo>
                  <a:cubicBezTo>
                    <a:pt x="177453" y="132397"/>
                    <a:pt x="-8285" y="175260"/>
                    <a:pt x="288" y="163830"/>
                  </a:cubicBezTo>
                  <a:cubicBezTo>
                    <a:pt x="8860" y="152400"/>
                    <a:pt x="94585" y="107632"/>
                    <a:pt x="95538" y="112395"/>
                  </a:cubicBezTo>
                  <a:cubicBezTo>
                    <a:pt x="96490" y="117157"/>
                    <a:pt x="84108" y="51435"/>
                    <a:pt x="84108" y="51435"/>
                  </a:cubicBezTo>
                  <a:lnTo>
                    <a:pt x="148878" y="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7" name="Freeform 47"/>
            <p:cNvSpPr/>
            <p:nvPr/>
          </p:nvSpPr>
          <p:spPr>
            <a:xfrm>
              <a:off x="5388264" y="5417371"/>
              <a:ext cx="196946" cy="174307"/>
            </a:xfrm>
            <a:custGeom>
              <a:avLst/>
              <a:gdLst/>
              <a:ahLst/>
              <a:cxnLst/>
              <a:rect l="l" t="t" r="r" b="b"/>
              <a:pathLst>
                <a:path w="196946" h="174307">
                  <a:moveTo>
                    <a:pt x="10954" y="174307"/>
                  </a:moveTo>
                  <a:cubicBezTo>
                    <a:pt x="6191" y="174307"/>
                    <a:pt x="2381" y="173355"/>
                    <a:pt x="1429" y="172402"/>
                  </a:cubicBezTo>
                  <a:cubicBezTo>
                    <a:pt x="-476" y="170497"/>
                    <a:pt x="-476" y="167640"/>
                    <a:pt x="1429" y="165735"/>
                  </a:cubicBezTo>
                  <a:cubicBezTo>
                    <a:pt x="7144" y="157163"/>
                    <a:pt x="72866" y="120015"/>
                    <a:pt x="95726" y="113347"/>
                  </a:cubicBezTo>
                  <a:cubicBezTo>
                    <a:pt x="94774" y="108585"/>
                    <a:pt x="92869" y="100013"/>
                    <a:pt x="90964" y="87630"/>
                  </a:cubicBezTo>
                  <a:lnTo>
                    <a:pt x="85249" y="57150"/>
                  </a:lnTo>
                  <a:cubicBezTo>
                    <a:pt x="85249" y="55245"/>
                    <a:pt x="85249" y="53340"/>
                    <a:pt x="87154" y="52388"/>
                  </a:cubicBezTo>
                  <a:lnTo>
                    <a:pt x="151924" y="952"/>
                  </a:lnTo>
                  <a:cubicBezTo>
                    <a:pt x="152876" y="0"/>
                    <a:pt x="154781" y="0"/>
                    <a:pt x="156686" y="0"/>
                  </a:cubicBezTo>
                  <a:cubicBezTo>
                    <a:pt x="158591" y="0"/>
                    <a:pt x="159544" y="1905"/>
                    <a:pt x="159544" y="2857"/>
                  </a:cubicBezTo>
                  <a:cubicBezTo>
                    <a:pt x="205264" y="133350"/>
                    <a:pt x="198596" y="136207"/>
                    <a:pt x="192881" y="138113"/>
                  </a:cubicBezTo>
                  <a:cubicBezTo>
                    <a:pt x="190024" y="138113"/>
                    <a:pt x="50006" y="174307"/>
                    <a:pt x="10954" y="174307"/>
                  </a:cubicBezTo>
                  <a:close/>
                  <a:moveTo>
                    <a:pt x="98584" y="120967"/>
                  </a:moveTo>
                  <a:cubicBezTo>
                    <a:pt x="70009" y="133350"/>
                    <a:pt x="42386" y="147638"/>
                    <a:pt x="16669" y="163830"/>
                  </a:cubicBezTo>
                  <a:cubicBezTo>
                    <a:pt x="51911" y="160020"/>
                    <a:pt x="167164" y="134302"/>
                    <a:pt x="186214" y="128588"/>
                  </a:cubicBezTo>
                  <a:cubicBezTo>
                    <a:pt x="185261" y="116205"/>
                    <a:pt x="169069" y="61913"/>
                    <a:pt x="150971" y="11430"/>
                  </a:cubicBezTo>
                  <a:lnTo>
                    <a:pt x="93821" y="56197"/>
                  </a:lnTo>
                  <a:cubicBezTo>
                    <a:pt x="95726" y="67627"/>
                    <a:pt x="104299" y="109538"/>
                    <a:pt x="105251" y="114300"/>
                  </a:cubicBezTo>
                  <a:lnTo>
                    <a:pt x="105251" y="114300"/>
                  </a:lnTo>
                  <a:lnTo>
                    <a:pt x="105251" y="114300"/>
                  </a:lnTo>
                  <a:cubicBezTo>
                    <a:pt x="105251" y="117157"/>
                    <a:pt x="104299" y="119063"/>
                    <a:pt x="101441" y="120015"/>
                  </a:cubicBezTo>
                  <a:cubicBezTo>
                    <a:pt x="100489" y="121920"/>
                    <a:pt x="99536" y="121920"/>
                    <a:pt x="98584" y="120967"/>
                  </a:cubicBezTo>
                  <a:lnTo>
                    <a:pt x="98584" y="120967"/>
                  </a:lnTo>
                  <a:close/>
                  <a:moveTo>
                    <a:pt x="96679" y="118110"/>
                  </a:moveTo>
                  <a:lnTo>
                    <a:pt x="96679" y="118110"/>
                  </a:lnTo>
                  <a:cubicBezTo>
                    <a:pt x="96679" y="119063"/>
                    <a:pt x="96679" y="120015"/>
                    <a:pt x="97631" y="120967"/>
                  </a:cubicBezTo>
                  <a:cubicBezTo>
                    <a:pt x="96679" y="119063"/>
                    <a:pt x="96679" y="118110"/>
                    <a:pt x="96679" y="118110"/>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8" name="Freeform 48"/>
            <p:cNvSpPr/>
            <p:nvPr/>
          </p:nvSpPr>
          <p:spPr>
            <a:xfrm>
              <a:off x="5341091" y="4617270"/>
              <a:ext cx="644866" cy="855344"/>
            </a:xfrm>
            <a:custGeom>
              <a:avLst/>
              <a:gdLst/>
              <a:ahLst/>
              <a:cxnLst/>
              <a:rect l="l" t="t" r="r" b="b"/>
              <a:pathLst>
                <a:path w="644866" h="855344">
                  <a:moveTo>
                    <a:pt x="131469" y="60008"/>
                  </a:moveTo>
                  <a:cubicBezTo>
                    <a:pt x="131469" y="60008"/>
                    <a:pt x="1929" y="327660"/>
                    <a:pt x="24" y="413385"/>
                  </a:cubicBezTo>
                  <a:cubicBezTo>
                    <a:pt x="-1881" y="499110"/>
                    <a:pt x="109562" y="855345"/>
                    <a:pt x="109562" y="855345"/>
                  </a:cubicBezTo>
                  <a:lnTo>
                    <a:pt x="222909" y="836295"/>
                  </a:lnTo>
                  <a:cubicBezTo>
                    <a:pt x="222909" y="836295"/>
                    <a:pt x="138137" y="479108"/>
                    <a:pt x="151472" y="441960"/>
                  </a:cubicBezTo>
                  <a:cubicBezTo>
                    <a:pt x="164807" y="404813"/>
                    <a:pt x="261962" y="164783"/>
                    <a:pt x="261962" y="164783"/>
                  </a:cubicBezTo>
                  <a:cubicBezTo>
                    <a:pt x="261962" y="164783"/>
                    <a:pt x="301014" y="370523"/>
                    <a:pt x="327684" y="446723"/>
                  </a:cubicBezTo>
                  <a:cubicBezTo>
                    <a:pt x="354354" y="522923"/>
                    <a:pt x="526757" y="847725"/>
                    <a:pt x="526757" y="847725"/>
                  </a:cubicBezTo>
                  <a:lnTo>
                    <a:pt x="644867" y="824865"/>
                  </a:lnTo>
                  <a:cubicBezTo>
                    <a:pt x="644867" y="824865"/>
                    <a:pt x="487704" y="461010"/>
                    <a:pt x="481989" y="398145"/>
                  </a:cubicBezTo>
                  <a:cubicBezTo>
                    <a:pt x="476274" y="335280"/>
                    <a:pt x="445794" y="0"/>
                    <a:pt x="445794" y="0"/>
                  </a:cubicBezTo>
                  <a:lnTo>
                    <a:pt x="131469" y="60008"/>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49" name="Freeform 49"/>
            <p:cNvSpPr/>
            <p:nvPr/>
          </p:nvSpPr>
          <p:spPr>
            <a:xfrm>
              <a:off x="5336327" y="4611556"/>
              <a:ext cx="653202" cy="865822"/>
            </a:xfrm>
            <a:custGeom>
              <a:avLst/>
              <a:gdLst/>
              <a:ahLst/>
              <a:cxnLst/>
              <a:rect l="l" t="t" r="r" b="b"/>
              <a:pathLst>
                <a:path w="653202" h="865822">
                  <a:moveTo>
                    <a:pt x="114325" y="865822"/>
                  </a:moveTo>
                  <a:cubicBezTo>
                    <a:pt x="112420" y="865822"/>
                    <a:pt x="110515" y="864870"/>
                    <a:pt x="109563" y="862013"/>
                  </a:cubicBezTo>
                  <a:cubicBezTo>
                    <a:pt x="104800" y="847725"/>
                    <a:pt x="-1880" y="502920"/>
                    <a:pt x="25" y="418148"/>
                  </a:cubicBezTo>
                  <a:cubicBezTo>
                    <a:pt x="1930" y="333375"/>
                    <a:pt x="126708" y="74295"/>
                    <a:pt x="131470" y="62865"/>
                  </a:cubicBezTo>
                  <a:cubicBezTo>
                    <a:pt x="132423" y="61913"/>
                    <a:pt x="133375" y="60960"/>
                    <a:pt x="135280" y="60008"/>
                  </a:cubicBezTo>
                  <a:lnTo>
                    <a:pt x="448653" y="0"/>
                  </a:lnTo>
                  <a:cubicBezTo>
                    <a:pt x="449605" y="0"/>
                    <a:pt x="451510" y="0"/>
                    <a:pt x="452463" y="952"/>
                  </a:cubicBezTo>
                  <a:cubicBezTo>
                    <a:pt x="453415" y="1905"/>
                    <a:pt x="454368" y="2858"/>
                    <a:pt x="454368" y="4763"/>
                  </a:cubicBezTo>
                  <a:cubicBezTo>
                    <a:pt x="454368" y="4763"/>
                    <a:pt x="484848" y="340042"/>
                    <a:pt x="490563" y="402908"/>
                  </a:cubicBezTo>
                  <a:cubicBezTo>
                    <a:pt x="496278" y="463867"/>
                    <a:pt x="651535" y="823913"/>
                    <a:pt x="652488" y="827722"/>
                  </a:cubicBezTo>
                  <a:cubicBezTo>
                    <a:pt x="653440" y="828675"/>
                    <a:pt x="653440" y="830580"/>
                    <a:pt x="652488" y="831533"/>
                  </a:cubicBezTo>
                  <a:cubicBezTo>
                    <a:pt x="651535" y="832485"/>
                    <a:pt x="650583" y="833438"/>
                    <a:pt x="648678" y="834390"/>
                  </a:cubicBezTo>
                  <a:lnTo>
                    <a:pt x="530568" y="857250"/>
                  </a:lnTo>
                  <a:cubicBezTo>
                    <a:pt x="528663" y="857250"/>
                    <a:pt x="526758" y="856297"/>
                    <a:pt x="525805" y="854393"/>
                  </a:cubicBezTo>
                  <a:cubicBezTo>
                    <a:pt x="519138" y="841058"/>
                    <a:pt x="353403" y="528638"/>
                    <a:pt x="326733" y="452438"/>
                  </a:cubicBezTo>
                  <a:cubicBezTo>
                    <a:pt x="303873" y="389573"/>
                    <a:pt x="273393" y="236220"/>
                    <a:pt x="263868" y="186690"/>
                  </a:cubicBezTo>
                  <a:cubicBezTo>
                    <a:pt x="241960" y="240030"/>
                    <a:pt x="170523" y="417195"/>
                    <a:pt x="160045" y="448628"/>
                  </a:cubicBezTo>
                  <a:cubicBezTo>
                    <a:pt x="150520" y="478155"/>
                    <a:pt x="208623" y="741045"/>
                    <a:pt x="231483" y="840105"/>
                  </a:cubicBezTo>
                  <a:cubicBezTo>
                    <a:pt x="231483" y="841058"/>
                    <a:pt x="231483" y="842963"/>
                    <a:pt x="230530" y="843915"/>
                  </a:cubicBezTo>
                  <a:cubicBezTo>
                    <a:pt x="229578" y="844868"/>
                    <a:pt x="228625" y="845820"/>
                    <a:pt x="227673" y="845820"/>
                  </a:cubicBezTo>
                  <a:lnTo>
                    <a:pt x="114325" y="864870"/>
                  </a:lnTo>
                  <a:lnTo>
                    <a:pt x="114325" y="865822"/>
                  </a:lnTo>
                  <a:close/>
                  <a:moveTo>
                    <a:pt x="139090" y="70485"/>
                  </a:moveTo>
                  <a:cubicBezTo>
                    <a:pt x="126708" y="96202"/>
                    <a:pt x="10503" y="340042"/>
                    <a:pt x="9550" y="419100"/>
                  </a:cubicBezTo>
                  <a:cubicBezTo>
                    <a:pt x="7645" y="498158"/>
                    <a:pt x="104800" y="816293"/>
                    <a:pt x="117183" y="855345"/>
                  </a:cubicBezTo>
                  <a:lnTo>
                    <a:pt x="221005" y="838200"/>
                  </a:lnTo>
                  <a:cubicBezTo>
                    <a:pt x="208623" y="783908"/>
                    <a:pt x="138138" y="482917"/>
                    <a:pt x="150520" y="446723"/>
                  </a:cubicBezTo>
                  <a:cubicBezTo>
                    <a:pt x="162903" y="410528"/>
                    <a:pt x="257200" y="179070"/>
                    <a:pt x="261010" y="169545"/>
                  </a:cubicBezTo>
                  <a:cubicBezTo>
                    <a:pt x="261963" y="167640"/>
                    <a:pt x="263868" y="166688"/>
                    <a:pt x="265773" y="166688"/>
                  </a:cubicBezTo>
                  <a:cubicBezTo>
                    <a:pt x="267678" y="166688"/>
                    <a:pt x="269583" y="168592"/>
                    <a:pt x="269583" y="170498"/>
                  </a:cubicBezTo>
                  <a:cubicBezTo>
                    <a:pt x="269583" y="172402"/>
                    <a:pt x="308635" y="377190"/>
                    <a:pt x="335305" y="451485"/>
                  </a:cubicBezTo>
                  <a:cubicBezTo>
                    <a:pt x="361023" y="521970"/>
                    <a:pt x="514375" y="814388"/>
                    <a:pt x="532473" y="848678"/>
                  </a:cubicBezTo>
                  <a:lnTo>
                    <a:pt x="641058" y="827722"/>
                  </a:lnTo>
                  <a:cubicBezTo>
                    <a:pt x="621055" y="780097"/>
                    <a:pt x="485800" y="464820"/>
                    <a:pt x="480085" y="405765"/>
                  </a:cubicBezTo>
                  <a:cubicBezTo>
                    <a:pt x="474370" y="346710"/>
                    <a:pt x="447700" y="56198"/>
                    <a:pt x="443890" y="13335"/>
                  </a:cubicBezTo>
                  <a:lnTo>
                    <a:pt x="139090" y="70485"/>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50" name="Freeform 50"/>
            <p:cNvSpPr/>
            <p:nvPr/>
          </p:nvSpPr>
          <p:spPr>
            <a:xfrm>
              <a:off x="5305872" y="4224841"/>
              <a:ext cx="170497" cy="234314"/>
            </a:xfrm>
            <a:custGeom>
              <a:avLst/>
              <a:gdLst/>
              <a:ahLst/>
              <a:cxnLst/>
              <a:rect l="l" t="t" r="r" b="b"/>
              <a:pathLst>
                <a:path w="170497" h="234314">
                  <a:moveTo>
                    <a:pt x="151448" y="0"/>
                  </a:moveTo>
                  <a:lnTo>
                    <a:pt x="0" y="79057"/>
                  </a:lnTo>
                  <a:lnTo>
                    <a:pt x="28575" y="234315"/>
                  </a:lnTo>
                  <a:lnTo>
                    <a:pt x="170498" y="200025"/>
                  </a:ln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51" name="Freeform 51"/>
            <p:cNvSpPr/>
            <p:nvPr/>
          </p:nvSpPr>
          <p:spPr>
            <a:xfrm>
              <a:off x="5431564" y="4194994"/>
              <a:ext cx="380085" cy="527051"/>
            </a:xfrm>
            <a:custGeom>
              <a:avLst/>
              <a:gdLst/>
              <a:ahLst/>
              <a:cxnLst/>
              <a:rect l="l" t="t" r="r" b="b"/>
              <a:pathLst>
                <a:path w="380085" h="527051">
                  <a:moveTo>
                    <a:pt x="25756" y="29847"/>
                  </a:moveTo>
                  <a:cubicBezTo>
                    <a:pt x="34328" y="17464"/>
                    <a:pt x="221018" y="-25398"/>
                    <a:pt x="277216" y="21274"/>
                  </a:cubicBezTo>
                  <a:cubicBezTo>
                    <a:pt x="333413" y="67947"/>
                    <a:pt x="371513" y="398464"/>
                    <a:pt x="380086" y="499429"/>
                  </a:cubicBezTo>
                  <a:lnTo>
                    <a:pt x="13373" y="527052"/>
                  </a:lnTo>
                  <a:cubicBezTo>
                    <a:pt x="13373" y="527052"/>
                    <a:pt x="-23774" y="98427"/>
                    <a:pt x="25756" y="29847"/>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52" name="Freeform 52"/>
            <p:cNvSpPr/>
            <p:nvPr/>
          </p:nvSpPr>
          <p:spPr>
            <a:xfrm>
              <a:off x="5424704" y="4312470"/>
              <a:ext cx="22138" cy="378142"/>
            </a:xfrm>
            <a:custGeom>
              <a:avLst/>
              <a:gdLst/>
              <a:ahLst/>
              <a:cxnLst/>
              <a:rect l="l" t="t" r="r" b="b"/>
              <a:pathLst>
                <a:path w="22138" h="378142">
                  <a:moveTo>
                    <a:pt x="17376" y="378143"/>
                  </a:moveTo>
                  <a:cubicBezTo>
                    <a:pt x="14518" y="378143"/>
                    <a:pt x="12613" y="376238"/>
                    <a:pt x="12613" y="373380"/>
                  </a:cubicBezTo>
                  <a:cubicBezTo>
                    <a:pt x="11661" y="360998"/>
                    <a:pt x="-10246" y="74295"/>
                    <a:pt x="5946" y="3810"/>
                  </a:cubicBezTo>
                  <a:cubicBezTo>
                    <a:pt x="6899" y="953"/>
                    <a:pt x="8804" y="0"/>
                    <a:pt x="11661" y="0"/>
                  </a:cubicBezTo>
                  <a:cubicBezTo>
                    <a:pt x="14518" y="953"/>
                    <a:pt x="15471" y="2858"/>
                    <a:pt x="15471" y="5715"/>
                  </a:cubicBezTo>
                  <a:cubicBezTo>
                    <a:pt x="15471" y="5715"/>
                    <a:pt x="15471" y="5715"/>
                    <a:pt x="15471" y="5715"/>
                  </a:cubicBezTo>
                  <a:cubicBezTo>
                    <a:pt x="-721" y="75248"/>
                    <a:pt x="22138" y="369570"/>
                    <a:pt x="22138" y="372428"/>
                  </a:cubicBezTo>
                  <a:cubicBezTo>
                    <a:pt x="22138" y="376238"/>
                    <a:pt x="20234" y="378143"/>
                    <a:pt x="17376" y="378143"/>
                  </a:cubicBezTo>
                  <a:cubicBezTo>
                    <a:pt x="18329" y="378143"/>
                    <a:pt x="18329" y="378143"/>
                    <a:pt x="17376" y="378143"/>
                  </a:cubicBezTo>
                  <a:lnTo>
                    <a:pt x="17376" y="378143"/>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53" name="Freeform 53"/>
            <p:cNvSpPr/>
            <p:nvPr/>
          </p:nvSpPr>
          <p:spPr>
            <a:xfrm>
              <a:off x="5351981" y="3883800"/>
              <a:ext cx="286552" cy="276920"/>
            </a:xfrm>
            <a:custGeom>
              <a:avLst/>
              <a:gdLst/>
              <a:ahLst/>
              <a:cxnLst/>
              <a:rect l="l" t="t" r="r" b="b"/>
              <a:pathLst>
                <a:path w="286552" h="276920">
                  <a:moveTo>
                    <a:pt x="212019" y="270555"/>
                  </a:moveTo>
                  <a:cubicBezTo>
                    <a:pt x="232022" y="266745"/>
                    <a:pt x="251072" y="256268"/>
                    <a:pt x="266312" y="242933"/>
                  </a:cubicBezTo>
                  <a:cubicBezTo>
                    <a:pt x="273932" y="237218"/>
                    <a:pt x="278694" y="228645"/>
                    <a:pt x="280599" y="219120"/>
                  </a:cubicBezTo>
                  <a:cubicBezTo>
                    <a:pt x="282504" y="209595"/>
                    <a:pt x="278694" y="200070"/>
                    <a:pt x="270122" y="195308"/>
                  </a:cubicBezTo>
                  <a:cubicBezTo>
                    <a:pt x="279647" y="190545"/>
                    <a:pt x="285362" y="181020"/>
                    <a:pt x="286314" y="170543"/>
                  </a:cubicBezTo>
                  <a:cubicBezTo>
                    <a:pt x="287267" y="160065"/>
                    <a:pt x="285362" y="149588"/>
                    <a:pt x="280599" y="141015"/>
                  </a:cubicBezTo>
                  <a:cubicBezTo>
                    <a:pt x="275837" y="127680"/>
                    <a:pt x="265359" y="118155"/>
                    <a:pt x="252024" y="115298"/>
                  </a:cubicBezTo>
                  <a:cubicBezTo>
                    <a:pt x="257739" y="105773"/>
                    <a:pt x="263454" y="93390"/>
                    <a:pt x="259644" y="82913"/>
                  </a:cubicBezTo>
                  <a:cubicBezTo>
                    <a:pt x="257739" y="78150"/>
                    <a:pt x="253929" y="73388"/>
                    <a:pt x="249167" y="69578"/>
                  </a:cubicBezTo>
                  <a:cubicBezTo>
                    <a:pt x="240594" y="61958"/>
                    <a:pt x="232022" y="55290"/>
                    <a:pt x="222497" y="49575"/>
                  </a:cubicBezTo>
                  <a:cubicBezTo>
                    <a:pt x="217734" y="46718"/>
                    <a:pt x="211067" y="43860"/>
                    <a:pt x="205352" y="46718"/>
                  </a:cubicBezTo>
                  <a:cubicBezTo>
                    <a:pt x="200589" y="24810"/>
                    <a:pt x="184397" y="7665"/>
                    <a:pt x="163442" y="1950"/>
                  </a:cubicBezTo>
                  <a:cubicBezTo>
                    <a:pt x="152964" y="-907"/>
                    <a:pt x="141534" y="-907"/>
                    <a:pt x="132009" y="3855"/>
                  </a:cubicBezTo>
                  <a:cubicBezTo>
                    <a:pt x="122484" y="9570"/>
                    <a:pt x="112959" y="16238"/>
                    <a:pt x="104387" y="23858"/>
                  </a:cubicBezTo>
                  <a:cubicBezTo>
                    <a:pt x="87242" y="18143"/>
                    <a:pt x="67239" y="21000"/>
                    <a:pt x="51999" y="31478"/>
                  </a:cubicBezTo>
                  <a:cubicBezTo>
                    <a:pt x="41522" y="41003"/>
                    <a:pt x="36759" y="56243"/>
                    <a:pt x="39617" y="70530"/>
                  </a:cubicBezTo>
                  <a:cubicBezTo>
                    <a:pt x="28187" y="76245"/>
                    <a:pt x="17709" y="83865"/>
                    <a:pt x="10089" y="93390"/>
                  </a:cubicBezTo>
                  <a:cubicBezTo>
                    <a:pt x="1517" y="102915"/>
                    <a:pt x="-1341" y="116250"/>
                    <a:pt x="564" y="129585"/>
                  </a:cubicBezTo>
                  <a:cubicBezTo>
                    <a:pt x="3422" y="141968"/>
                    <a:pt x="14852" y="151493"/>
                    <a:pt x="28187" y="151493"/>
                  </a:cubicBezTo>
                  <a:cubicBezTo>
                    <a:pt x="16757" y="161970"/>
                    <a:pt x="14852" y="179115"/>
                    <a:pt x="23424" y="191498"/>
                  </a:cubicBezTo>
                  <a:cubicBezTo>
                    <a:pt x="32949" y="203880"/>
                    <a:pt x="48189" y="208643"/>
                    <a:pt x="63429" y="204833"/>
                  </a:cubicBezTo>
                  <a:cubicBezTo>
                    <a:pt x="65334" y="203880"/>
                    <a:pt x="67239" y="203880"/>
                    <a:pt x="69144" y="203880"/>
                  </a:cubicBezTo>
                  <a:cubicBezTo>
                    <a:pt x="72002" y="204833"/>
                    <a:pt x="73907" y="205785"/>
                    <a:pt x="75812" y="208643"/>
                  </a:cubicBezTo>
                  <a:cubicBezTo>
                    <a:pt x="81527" y="214358"/>
                    <a:pt x="90099" y="213405"/>
                    <a:pt x="96767" y="217215"/>
                  </a:cubicBezTo>
                  <a:cubicBezTo>
                    <a:pt x="106292" y="223883"/>
                    <a:pt x="113912" y="230550"/>
                    <a:pt x="122484" y="238170"/>
                  </a:cubicBezTo>
                  <a:cubicBezTo>
                    <a:pt x="131057" y="244838"/>
                    <a:pt x="139629" y="250553"/>
                    <a:pt x="148202" y="256268"/>
                  </a:cubicBezTo>
                  <a:cubicBezTo>
                    <a:pt x="157727" y="263888"/>
                    <a:pt x="167252" y="270555"/>
                    <a:pt x="177729" y="275318"/>
                  </a:cubicBezTo>
                  <a:cubicBezTo>
                    <a:pt x="187254" y="279128"/>
                    <a:pt x="193922" y="275318"/>
                    <a:pt x="203447" y="272460"/>
                  </a:cubicBezTo>
                  <a:lnTo>
                    <a:pt x="212019" y="270555"/>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54" name="Freeform 54"/>
            <p:cNvSpPr/>
            <p:nvPr/>
          </p:nvSpPr>
          <p:spPr>
            <a:xfrm>
              <a:off x="5348749" y="3879038"/>
              <a:ext cx="295498" cy="286747"/>
            </a:xfrm>
            <a:custGeom>
              <a:avLst/>
              <a:gdLst/>
              <a:ahLst/>
              <a:cxnLst/>
              <a:rect l="l" t="t" r="r" b="b"/>
              <a:pathLst>
                <a:path w="295498" h="286747">
                  <a:moveTo>
                    <a:pt x="190486" y="286748"/>
                  </a:moveTo>
                  <a:cubicBezTo>
                    <a:pt x="187628" y="286748"/>
                    <a:pt x="183818" y="285795"/>
                    <a:pt x="180961" y="284843"/>
                  </a:cubicBezTo>
                  <a:cubicBezTo>
                    <a:pt x="173341" y="281033"/>
                    <a:pt x="165721" y="277223"/>
                    <a:pt x="160006" y="271508"/>
                  </a:cubicBezTo>
                  <a:cubicBezTo>
                    <a:pt x="157148" y="268650"/>
                    <a:pt x="153338" y="266745"/>
                    <a:pt x="150481" y="264840"/>
                  </a:cubicBezTo>
                  <a:cubicBezTo>
                    <a:pt x="140956" y="259125"/>
                    <a:pt x="132383" y="252458"/>
                    <a:pt x="123811" y="245790"/>
                  </a:cubicBezTo>
                  <a:cubicBezTo>
                    <a:pt x="120953" y="243885"/>
                    <a:pt x="118096" y="241028"/>
                    <a:pt x="115238" y="238170"/>
                  </a:cubicBezTo>
                  <a:cubicBezTo>
                    <a:pt x="110476" y="233408"/>
                    <a:pt x="104761" y="228645"/>
                    <a:pt x="99046" y="224835"/>
                  </a:cubicBezTo>
                  <a:cubicBezTo>
                    <a:pt x="96188" y="223883"/>
                    <a:pt x="94283" y="222930"/>
                    <a:pt x="91426" y="221978"/>
                  </a:cubicBezTo>
                  <a:cubicBezTo>
                    <a:pt x="86663" y="221025"/>
                    <a:pt x="81901" y="219120"/>
                    <a:pt x="77138" y="216263"/>
                  </a:cubicBezTo>
                  <a:lnTo>
                    <a:pt x="76186" y="215310"/>
                  </a:lnTo>
                  <a:cubicBezTo>
                    <a:pt x="75233" y="214358"/>
                    <a:pt x="74281" y="213405"/>
                    <a:pt x="73328" y="213405"/>
                  </a:cubicBezTo>
                  <a:cubicBezTo>
                    <a:pt x="72376" y="213405"/>
                    <a:pt x="71423" y="213405"/>
                    <a:pt x="70471" y="214358"/>
                  </a:cubicBezTo>
                  <a:cubicBezTo>
                    <a:pt x="53326" y="219120"/>
                    <a:pt x="35228" y="213405"/>
                    <a:pt x="24751" y="200070"/>
                  </a:cubicBezTo>
                  <a:cubicBezTo>
                    <a:pt x="16178" y="188640"/>
                    <a:pt x="16178" y="172448"/>
                    <a:pt x="23798" y="160065"/>
                  </a:cubicBezTo>
                  <a:cubicBezTo>
                    <a:pt x="12368" y="156255"/>
                    <a:pt x="3796" y="146730"/>
                    <a:pt x="938" y="135300"/>
                  </a:cubicBezTo>
                  <a:cubicBezTo>
                    <a:pt x="-1919" y="121013"/>
                    <a:pt x="1891" y="106725"/>
                    <a:pt x="10463" y="95295"/>
                  </a:cubicBezTo>
                  <a:cubicBezTo>
                    <a:pt x="18083" y="85770"/>
                    <a:pt x="28561" y="78150"/>
                    <a:pt x="39038" y="72435"/>
                  </a:cubicBezTo>
                  <a:cubicBezTo>
                    <a:pt x="37133" y="57195"/>
                    <a:pt x="41896" y="42908"/>
                    <a:pt x="53326" y="32430"/>
                  </a:cubicBezTo>
                  <a:cubicBezTo>
                    <a:pt x="68566" y="21000"/>
                    <a:pt x="88568" y="17190"/>
                    <a:pt x="107618" y="22905"/>
                  </a:cubicBezTo>
                  <a:cubicBezTo>
                    <a:pt x="116191" y="15285"/>
                    <a:pt x="124763" y="9570"/>
                    <a:pt x="134288" y="3855"/>
                  </a:cubicBezTo>
                  <a:cubicBezTo>
                    <a:pt x="145718" y="-907"/>
                    <a:pt x="157148" y="-907"/>
                    <a:pt x="168578" y="1950"/>
                  </a:cubicBezTo>
                  <a:cubicBezTo>
                    <a:pt x="189533" y="7665"/>
                    <a:pt x="206678" y="23858"/>
                    <a:pt x="213346" y="44813"/>
                  </a:cubicBezTo>
                  <a:cubicBezTo>
                    <a:pt x="219061" y="44813"/>
                    <a:pt x="224776" y="46718"/>
                    <a:pt x="229538" y="49575"/>
                  </a:cubicBezTo>
                  <a:cubicBezTo>
                    <a:pt x="239063" y="55290"/>
                    <a:pt x="248588" y="62910"/>
                    <a:pt x="257161" y="70530"/>
                  </a:cubicBezTo>
                  <a:cubicBezTo>
                    <a:pt x="261923" y="74340"/>
                    <a:pt x="266686" y="80055"/>
                    <a:pt x="268591" y="85770"/>
                  </a:cubicBezTo>
                  <a:cubicBezTo>
                    <a:pt x="271448" y="96248"/>
                    <a:pt x="269543" y="107678"/>
                    <a:pt x="263828" y="116250"/>
                  </a:cubicBezTo>
                  <a:cubicBezTo>
                    <a:pt x="275258" y="121013"/>
                    <a:pt x="284783" y="131490"/>
                    <a:pt x="289546" y="142920"/>
                  </a:cubicBezTo>
                  <a:cubicBezTo>
                    <a:pt x="294308" y="153398"/>
                    <a:pt x="296213" y="163875"/>
                    <a:pt x="295261" y="175305"/>
                  </a:cubicBezTo>
                  <a:cubicBezTo>
                    <a:pt x="294308" y="184830"/>
                    <a:pt x="289546" y="193403"/>
                    <a:pt x="282878" y="199118"/>
                  </a:cubicBezTo>
                  <a:cubicBezTo>
                    <a:pt x="288593" y="205785"/>
                    <a:pt x="291451" y="214358"/>
                    <a:pt x="289546" y="223883"/>
                  </a:cubicBezTo>
                  <a:cubicBezTo>
                    <a:pt x="286688" y="234360"/>
                    <a:pt x="281926" y="242933"/>
                    <a:pt x="273353" y="249600"/>
                  </a:cubicBezTo>
                  <a:cubicBezTo>
                    <a:pt x="257161" y="263888"/>
                    <a:pt x="238111" y="274365"/>
                    <a:pt x="216203" y="278175"/>
                  </a:cubicBezTo>
                  <a:lnTo>
                    <a:pt x="216203" y="278175"/>
                  </a:lnTo>
                  <a:lnTo>
                    <a:pt x="208583" y="280080"/>
                  </a:lnTo>
                  <a:cubicBezTo>
                    <a:pt x="206678" y="280080"/>
                    <a:pt x="204773" y="281033"/>
                    <a:pt x="202868" y="281985"/>
                  </a:cubicBezTo>
                  <a:cubicBezTo>
                    <a:pt x="199058" y="284843"/>
                    <a:pt x="195248" y="285795"/>
                    <a:pt x="190486" y="286748"/>
                  </a:cubicBezTo>
                  <a:close/>
                  <a:moveTo>
                    <a:pt x="72376" y="202928"/>
                  </a:moveTo>
                  <a:lnTo>
                    <a:pt x="74281" y="202928"/>
                  </a:lnTo>
                  <a:cubicBezTo>
                    <a:pt x="77138" y="203880"/>
                    <a:pt x="79996" y="204833"/>
                    <a:pt x="81901" y="207690"/>
                  </a:cubicBezTo>
                  <a:lnTo>
                    <a:pt x="82853" y="208643"/>
                  </a:lnTo>
                  <a:cubicBezTo>
                    <a:pt x="85711" y="210548"/>
                    <a:pt x="88568" y="212453"/>
                    <a:pt x="92378" y="212453"/>
                  </a:cubicBezTo>
                  <a:cubicBezTo>
                    <a:pt x="96188" y="213405"/>
                    <a:pt x="99046" y="214358"/>
                    <a:pt x="102856" y="216263"/>
                  </a:cubicBezTo>
                  <a:cubicBezTo>
                    <a:pt x="109523" y="220073"/>
                    <a:pt x="116191" y="224835"/>
                    <a:pt x="120953" y="230550"/>
                  </a:cubicBezTo>
                  <a:cubicBezTo>
                    <a:pt x="123811" y="233408"/>
                    <a:pt x="125716" y="235313"/>
                    <a:pt x="128573" y="237218"/>
                  </a:cubicBezTo>
                  <a:cubicBezTo>
                    <a:pt x="137146" y="243885"/>
                    <a:pt x="145718" y="249600"/>
                    <a:pt x="154291" y="255315"/>
                  </a:cubicBezTo>
                  <a:cubicBezTo>
                    <a:pt x="158101" y="257220"/>
                    <a:pt x="160958" y="260078"/>
                    <a:pt x="164768" y="262935"/>
                  </a:cubicBezTo>
                  <a:cubicBezTo>
                    <a:pt x="170483" y="267698"/>
                    <a:pt x="177151" y="271508"/>
                    <a:pt x="183818" y="274365"/>
                  </a:cubicBezTo>
                  <a:cubicBezTo>
                    <a:pt x="188581" y="276270"/>
                    <a:pt x="194296" y="276270"/>
                    <a:pt x="200011" y="273413"/>
                  </a:cubicBezTo>
                  <a:cubicBezTo>
                    <a:pt x="201916" y="272460"/>
                    <a:pt x="204773" y="272460"/>
                    <a:pt x="206678" y="271508"/>
                  </a:cubicBezTo>
                  <a:lnTo>
                    <a:pt x="214298" y="269603"/>
                  </a:lnTo>
                  <a:lnTo>
                    <a:pt x="214298" y="269603"/>
                  </a:lnTo>
                  <a:cubicBezTo>
                    <a:pt x="234301" y="265793"/>
                    <a:pt x="252398" y="256268"/>
                    <a:pt x="266686" y="242933"/>
                  </a:cubicBezTo>
                  <a:cubicBezTo>
                    <a:pt x="273353" y="237218"/>
                    <a:pt x="278116" y="230550"/>
                    <a:pt x="280021" y="221978"/>
                  </a:cubicBezTo>
                  <a:cubicBezTo>
                    <a:pt x="281926" y="214358"/>
                    <a:pt x="278116" y="207690"/>
                    <a:pt x="272401" y="203880"/>
                  </a:cubicBezTo>
                  <a:cubicBezTo>
                    <a:pt x="270496" y="202928"/>
                    <a:pt x="269543" y="201023"/>
                    <a:pt x="269543" y="200070"/>
                  </a:cubicBezTo>
                  <a:cubicBezTo>
                    <a:pt x="269543" y="198165"/>
                    <a:pt x="270496" y="196260"/>
                    <a:pt x="272401" y="195308"/>
                  </a:cubicBezTo>
                  <a:cubicBezTo>
                    <a:pt x="280021" y="190545"/>
                    <a:pt x="284783" y="182925"/>
                    <a:pt x="285736" y="174353"/>
                  </a:cubicBezTo>
                  <a:cubicBezTo>
                    <a:pt x="286688" y="164828"/>
                    <a:pt x="284783" y="155303"/>
                    <a:pt x="280973" y="146730"/>
                  </a:cubicBezTo>
                  <a:cubicBezTo>
                    <a:pt x="278116" y="140063"/>
                    <a:pt x="270496" y="125775"/>
                    <a:pt x="257161" y="123870"/>
                  </a:cubicBezTo>
                  <a:cubicBezTo>
                    <a:pt x="255256" y="123870"/>
                    <a:pt x="254303" y="122918"/>
                    <a:pt x="253351" y="121013"/>
                  </a:cubicBezTo>
                  <a:cubicBezTo>
                    <a:pt x="252398" y="120060"/>
                    <a:pt x="252398" y="118155"/>
                    <a:pt x="253351" y="116250"/>
                  </a:cubicBezTo>
                  <a:cubicBezTo>
                    <a:pt x="258113" y="106725"/>
                    <a:pt x="263828" y="97200"/>
                    <a:pt x="260971" y="87675"/>
                  </a:cubicBezTo>
                  <a:cubicBezTo>
                    <a:pt x="259066" y="82913"/>
                    <a:pt x="256208" y="79103"/>
                    <a:pt x="251446" y="76245"/>
                  </a:cubicBezTo>
                  <a:cubicBezTo>
                    <a:pt x="242873" y="68625"/>
                    <a:pt x="234301" y="62910"/>
                    <a:pt x="224776" y="57195"/>
                  </a:cubicBezTo>
                  <a:cubicBezTo>
                    <a:pt x="220966" y="55290"/>
                    <a:pt x="216203" y="52433"/>
                    <a:pt x="213346" y="54338"/>
                  </a:cubicBezTo>
                  <a:cubicBezTo>
                    <a:pt x="212393" y="55290"/>
                    <a:pt x="210488" y="55290"/>
                    <a:pt x="208583" y="54338"/>
                  </a:cubicBezTo>
                  <a:cubicBezTo>
                    <a:pt x="206678" y="53385"/>
                    <a:pt x="205726" y="52433"/>
                    <a:pt x="205726" y="50528"/>
                  </a:cubicBezTo>
                  <a:cubicBezTo>
                    <a:pt x="201916" y="30525"/>
                    <a:pt x="186676" y="14333"/>
                    <a:pt x="166673" y="9570"/>
                  </a:cubicBezTo>
                  <a:cubicBezTo>
                    <a:pt x="157148" y="6713"/>
                    <a:pt x="147623" y="7665"/>
                    <a:pt x="138098" y="11475"/>
                  </a:cubicBezTo>
                  <a:cubicBezTo>
                    <a:pt x="129526" y="17190"/>
                    <a:pt x="120953" y="22905"/>
                    <a:pt x="113333" y="29573"/>
                  </a:cubicBezTo>
                  <a:cubicBezTo>
                    <a:pt x="112381" y="31478"/>
                    <a:pt x="109523" y="32430"/>
                    <a:pt x="107618" y="31478"/>
                  </a:cubicBezTo>
                  <a:cubicBezTo>
                    <a:pt x="91426" y="25763"/>
                    <a:pt x="74281" y="28620"/>
                    <a:pt x="59993" y="38145"/>
                  </a:cubicBezTo>
                  <a:cubicBezTo>
                    <a:pt x="50468" y="46718"/>
                    <a:pt x="46658" y="60053"/>
                    <a:pt x="49516" y="72435"/>
                  </a:cubicBezTo>
                  <a:cubicBezTo>
                    <a:pt x="50468" y="74340"/>
                    <a:pt x="48563" y="77198"/>
                    <a:pt x="46658" y="78150"/>
                  </a:cubicBezTo>
                  <a:cubicBezTo>
                    <a:pt x="35228" y="82913"/>
                    <a:pt x="25703" y="90533"/>
                    <a:pt x="18083" y="100058"/>
                  </a:cubicBezTo>
                  <a:cubicBezTo>
                    <a:pt x="10463" y="108630"/>
                    <a:pt x="7606" y="120060"/>
                    <a:pt x="9511" y="131490"/>
                  </a:cubicBezTo>
                  <a:cubicBezTo>
                    <a:pt x="12368" y="141968"/>
                    <a:pt x="20941" y="149588"/>
                    <a:pt x="32371" y="150540"/>
                  </a:cubicBezTo>
                  <a:cubicBezTo>
                    <a:pt x="34276" y="150540"/>
                    <a:pt x="36181" y="151493"/>
                    <a:pt x="37133" y="153398"/>
                  </a:cubicBezTo>
                  <a:cubicBezTo>
                    <a:pt x="38086" y="155303"/>
                    <a:pt x="37133" y="157208"/>
                    <a:pt x="35228" y="159113"/>
                  </a:cubicBezTo>
                  <a:cubicBezTo>
                    <a:pt x="25703" y="167685"/>
                    <a:pt x="24751" y="181973"/>
                    <a:pt x="31418" y="192450"/>
                  </a:cubicBezTo>
                  <a:cubicBezTo>
                    <a:pt x="39991" y="202928"/>
                    <a:pt x="53326" y="206738"/>
                    <a:pt x="65708" y="203880"/>
                  </a:cubicBezTo>
                  <a:cubicBezTo>
                    <a:pt x="68566" y="203880"/>
                    <a:pt x="70471" y="202928"/>
                    <a:pt x="72376" y="202928"/>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55" name="Freeform 55"/>
            <p:cNvSpPr/>
            <p:nvPr/>
          </p:nvSpPr>
          <p:spPr>
            <a:xfrm>
              <a:off x="5410680" y="4095300"/>
              <a:ext cx="27590" cy="58974"/>
            </a:xfrm>
            <a:custGeom>
              <a:avLst/>
              <a:gdLst/>
              <a:ahLst/>
              <a:cxnLst/>
              <a:rect l="l" t="t" r="r" b="b"/>
              <a:pathLst>
                <a:path w="27590" h="58974">
                  <a:moveTo>
                    <a:pt x="12350" y="0"/>
                  </a:moveTo>
                  <a:cubicBezTo>
                    <a:pt x="12350" y="0"/>
                    <a:pt x="-5747" y="49530"/>
                    <a:pt x="1873" y="56198"/>
                  </a:cubicBezTo>
                  <a:cubicBezTo>
                    <a:pt x="9492" y="63818"/>
                    <a:pt x="27590" y="53340"/>
                    <a:pt x="27590" y="53340"/>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56" name="Freeform 56"/>
            <p:cNvSpPr/>
            <p:nvPr/>
          </p:nvSpPr>
          <p:spPr>
            <a:xfrm>
              <a:off x="5405533" y="4090181"/>
              <a:ext cx="37116" cy="68937"/>
            </a:xfrm>
            <a:custGeom>
              <a:avLst/>
              <a:gdLst/>
              <a:ahLst/>
              <a:cxnLst/>
              <a:rect l="l" t="t" r="r" b="b"/>
              <a:pathLst>
                <a:path w="37116" h="68937">
                  <a:moveTo>
                    <a:pt x="14639" y="68937"/>
                  </a:moveTo>
                  <a:cubicBezTo>
                    <a:pt x="10829" y="68937"/>
                    <a:pt x="6067" y="67985"/>
                    <a:pt x="3209" y="65127"/>
                  </a:cubicBezTo>
                  <a:cubicBezTo>
                    <a:pt x="-5363" y="56555"/>
                    <a:pt x="5114" y="23217"/>
                    <a:pt x="12734" y="3215"/>
                  </a:cubicBezTo>
                  <a:cubicBezTo>
                    <a:pt x="13687" y="357"/>
                    <a:pt x="16545" y="-595"/>
                    <a:pt x="18450" y="357"/>
                  </a:cubicBezTo>
                  <a:cubicBezTo>
                    <a:pt x="21307" y="1310"/>
                    <a:pt x="22259" y="4167"/>
                    <a:pt x="21307" y="7025"/>
                  </a:cubicBezTo>
                  <a:cubicBezTo>
                    <a:pt x="12734" y="30837"/>
                    <a:pt x="7020" y="54650"/>
                    <a:pt x="9877" y="58460"/>
                  </a:cubicBezTo>
                  <a:cubicBezTo>
                    <a:pt x="12734" y="62270"/>
                    <a:pt x="25117" y="57507"/>
                    <a:pt x="29879" y="54650"/>
                  </a:cubicBezTo>
                  <a:cubicBezTo>
                    <a:pt x="31784" y="53697"/>
                    <a:pt x="34642" y="54650"/>
                    <a:pt x="36547" y="56555"/>
                  </a:cubicBezTo>
                  <a:cubicBezTo>
                    <a:pt x="37500" y="58460"/>
                    <a:pt x="37500" y="61317"/>
                    <a:pt x="34642" y="63222"/>
                  </a:cubicBezTo>
                  <a:cubicBezTo>
                    <a:pt x="34642" y="63222"/>
                    <a:pt x="34642" y="63222"/>
                    <a:pt x="34642" y="63222"/>
                  </a:cubicBezTo>
                  <a:cubicBezTo>
                    <a:pt x="28927" y="67032"/>
                    <a:pt x="22259" y="68937"/>
                    <a:pt x="14639" y="68937"/>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57" name="Freeform 57"/>
            <p:cNvSpPr/>
            <p:nvPr/>
          </p:nvSpPr>
          <p:spPr>
            <a:xfrm>
              <a:off x="5403504" y="3992431"/>
              <a:ext cx="193894" cy="270514"/>
            </a:xfrm>
            <a:custGeom>
              <a:avLst/>
              <a:gdLst/>
              <a:ahLst/>
              <a:cxnLst/>
              <a:rect l="l" t="t" r="r" b="b"/>
              <a:pathLst>
                <a:path w="193894" h="270514">
                  <a:moveTo>
                    <a:pt x="6191" y="7620"/>
                  </a:moveTo>
                  <a:cubicBezTo>
                    <a:pt x="4286" y="9525"/>
                    <a:pt x="2381" y="12383"/>
                    <a:pt x="1429" y="16192"/>
                  </a:cubicBezTo>
                  <a:cubicBezTo>
                    <a:pt x="-476" y="27622"/>
                    <a:pt x="-476" y="38100"/>
                    <a:pt x="1429" y="49530"/>
                  </a:cubicBezTo>
                  <a:cubicBezTo>
                    <a:pt x="4286" y="71438"/>
                    <a:pt x="9049" y="93345"/>
                    <a:pt x="14764" y="114300"/>
                  </a:cubicBezTo>
                  <a:cubicBezTo>
                    <a:pt x="21431" y="142875"/>
                    <a:pt x="29051" y="170498"/>
                    <a:pt x="37624" y="198120"/>
                  </a:cubicBezTo>
                  <a:cubicBezTo>
                    <a:pt x="42386" y="216218"/>
                    <a:pt x="89059" y="205740"/>
                    <a:pt x="96679" y="198120"/>
                  </a:cubicBezTo>
                  <a:lnTo>
                    <a:pt x="106204" y="270510"/>
                  </a:lnTo>
                  <a:cubicBezTo>
                    <a:pt x="106204" y="270510"/>
                    <a:pt x="130016" y="271463"/>
                    <a:pt x="163354" y="245745"/>
                  </a:cubicBezTo>
                  <a:cubicBezTo>
                    <a:pt x="196691" y="219075"/>
                    <a:pt x="193834" y="209550"/>
                    <a:pt x="193834" y="209550"/>
                  </a:cubicBezTo>
                  <a:lnTo>
                    <a:pt x="171926" y="128588"/>
                  </a:lnTo>
                  <a:cubicBezTo>
                    <a:pt x="171926" y="128588"/>
                    <a:pt x="141446" y="136208"/>
                    <a:pt x="114776" y="103823"/>
                  </a:cubicBezTo>
                  <a:cubicBezTo>
                    <a:pt x="110966" y="99060"/>
                    <a:pt x="107156" y="89535"/>
                    <a:pt x="102394" y="85725"/>
                  </a:cubicBezTo>
                  <a:cubicBezTo>
                    <a:pt x="97631" y="81915"/>
                    <a:pt x="88106" y="80963"/>
                    <a:pt x="83344" y="74295"/>
                  </a:cubicBezTo>
                  <a:cubicBezTo>
                    <a:pt x="78581" y="67628"/>
                    <a:pt x="76676" y="59055"/>
                    <a:pt x="79534" y="50482"/>
                  </a:cubicBezTo>
                  <a:cubicBezTo>
                    <a:pt x="80486" y="48578"/>
                    <a:pt x="80486" y="46672"/>
                    <a:pt x="79534" y="45720"/>
                  </a:cubicBezTo>
                  <a:cubicBezTo>
                    <a:pt x="78581" y="44768"/>
                    <a:pt x="77629" y="44768"/>
                    <a:pt x="76676" y="44768"/>
                  </a:cubicBezTo>
                  <a:cubicBezTo>
                    <a:pt x="64294" y="41910"/>
                    <a:pt x="56674" y="29528"/>
                    <a:pt x="60484" y="17145"/>
                  </a:cubicBezTo>
                  <a:cubicBezTo>
                    <a:pt x="60484" y="17145"/>
                    <a:pt x="60484" y="16192"/>
                    <a:pt x="60484" y="16192"/>
                  </a:cubicBezTo>
                  <a:cubicBezTo>
                    <a:pt x="49054" y="19050"/>
                    <a:pt x="38576" y="8572"/>
                    <a:pt x="30004" y="0"/>
                  </a:cubicBezTo>
                  <a:cubicBezTo>
                    <a:pt x="32861" y="2858"/>
                    <a:pt x="11906" y="4763"/>
                    <a:pt x="11906" y="5715"/>
                  </a:cubicBezTo>
                  <a:cubicBezTo>
                    <a:pt x="9049" y="5715"/>
                    <a:pt x="8096" y="6667"/>
                    <a:pt x="6191" y="7620"/>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58" name="Freeform 58"/>
            <p:cNvSpPr/>
            <p:nvPr/>
          </p:nvSpPr>
          <p:spPr>
            <a:xfrm>
              <a:off x="5397890" y="3988144"/>
              <a:ext cx="203431" cy="279558"/>
            </a:xfrm>
            <a:custGeom>
              <a:avLst/>
              <a:gdLst/>
              <a:ahLst/>
              <a:cxnLst/>
              <a:rect l="l" t="t" r="r" b="b"/>
              <a:pathLst>
                <a:path w="203431" h="279558">
                  <a:moveTo>
                    <a:pt x="110865" y="279559"/>
                  </a:moveTo>
                  <a:lnTo>
                    <a:pt x="110865" y="279559"/>
                  </a:lnTo>
                  <a:cubicBezTo>
                    <a:pt x="108008" y="279559"/>
                    <a:pt x="106103" y="277654"/>
                    <a:pt x="105150" y="275749"/>
                  </a:cubicBezTo>
                  <a:lnTo>
                    <a:pt x="96578" y="210026"/>
                  </a:lnTo>
                  <a:cubicBezTo>
                    <a:pt x="82290" y="215741"/>
                    <a:pt x="67050" y="217646"/>
                    <a:pt x="51810" y="215741"/>
                  </a:cubicBezTo>
                  <a:cubicBezTo>
                    <a:pt x="45143" y="214789"/>
                    <a:pt x="39428" y="210026"/>
                    <a:pt x="37523" y="203359"/>
                  </a:cubicBezTo>
                  <a:cubicBezTo>
                    <a:pt x="28950" y="175736"/>
                    <a:pt x="22283" y="147161"/>
                    <a:pt x="14663" y="118586"/>
                  </a:cubicBezTo>
                  <a:lnTo>
                    <a:pt x="12758" y="112871"/>
                  </a:lnTo>
                  <a:cubicBezTo>
                    <a:pt x="7995" y="93821"/>
                    <a:pt x="3233" y="73819"/>
                    <a:pt x="1328" y="53816"/>
                  </a:cubicBezTo>
                  <a:cubicBezTo>
                    <a:pt x="-577" y="42386"/>
                    <a:pt x="-577" y="30004"/>
                    <a:pt x="2280" y="18574"/>
                  </a:cubicBezTo>
                  <a:cubicBezTo>
                    <a:pt x="3233" y="14764"/>
                    <a:pt x="5138" y="10954"/>
                    <a:pt x="7995" y="8096"/>
                  </a:cubicBezTo>
                  <a:lnTo>
                    <a:pt x="7995" y="8096"/>
                  </a:lnTo>
                  <a:cubicBezTo>
                    <a:pt x="9900" y="7144"/>
                    <a:pt x="11805" y="6191"/>
                    <a:pt x="12758" y="5239"/>
                  </a:cubicBezTo>
                  <a:lnTo>
                    <a:pt x="14663" y="5239"/>
                  </a:lnTo>
                  <a:cubicBezTo>
                    <a:pt x="19425" y="4286"/>
                    <a:pt x="24188" y="4286"/>
                    <a:pt x="28950" y="2381"/>
                  </a:cubicBezTo>
                  <a:cubicBezTo>
                    <a:pt x="28950" y="1429"/>
                    <a:pt x="29903" y="1429"/>
                    <a:pt x="29903" y="1429"/>
                  </a:cubicBezTo>
                  <a:cubicBezTo>
                    <a:pt x="31808" y="-476"/>
                    <a:pt x="34665" y="-476"/>
                    <a:pt x="36570" y="1429"/>
                  </a:cubicBezTo>
                  <a:cubicBezTo>
                    <a:pt x="36570" y="1429"/>
                    <a:pt x="36570" y="1429"/>
                    <a:pt x="36570" y="1429"/>
                  </a:cubicBezTo>
                  <a:lnTo>
                    <a:pt x="36570" y="1429"/>
                  </a:lnTo>
                  <a:cubicBezTo>
                    <a:pt x="43238" y="9049"/>
                    <a:pt x="52763" y="18574"/>
                    <a:pt x="62288" y="15716"/>
                  </a:cubicBezTo>
                  <a:cubicBezTo>
                    <a:pt x="64193" y="15716"/>
                    <a:pt x="66098" y="15716"/>
                    <a:pt x="67050" y="17621"/>
                  </a:cubicBezTo>
                  <a:cubicBezTo>
                    <a:pt x="68003" y="18574"/>
                    <a:pt x="68955" y="20479"/>
                    <a:pt x="68003" y="22384"/>
                  </a:cubicBezTo>
                  <a:cubicBezTo>
                    <a:pt x="67050" y="27146"/>
                    <a:pt x="67050" y="31909"/>
                    <a:pt x="69908" y="35719"/>
                  </a:cubicBezTo>
                  <a:cubicBezTo>
                    <a:pt x="71813" y="39529"/>
                    <a:pt x="75623" y="42386"/>
                    <a:pt x="80385" y="44291"/>
                  </a:cubicBezTo>
                  <a:cubicBezTo>
                    <a:pt x="82290" y="44291"/>
                    <a:pt x="84195" y="45244"/>
                    <a:pt x="86100" y="47149"/>
                  </a:cubicBezTo>
                  <a:cubicBezTo>
                    <a:pt x="88005" y="50006"/>
                    <a:pt x="88958" y="53816"/>
                    <a:pt x="87053" y="56674"/>
                  </a:cubicBezTo>
                  <a:cubicBezTo>
                    <a:pt x="85148" y="63341"/>
                    <a:pt x="86100" y="70009"/>
                    <a:pt x="90863" y="75724"/>
                  </a:cubicBezTo>
                  <a:cubicBezTo>
                    <a:pt x="92768" y="78581"/>
                    <a:pt x="96578" y="80486"/>
                    <a:pt x="100388" y="81439"/>
                  </a:cubicBezTo>
                  <a:cubicBezTo>
                    <a:pt x="104198" y="82391"/>
                    <a:pt x="107055" y="84296"/>
                    <a:pt x="109913" y="86201"/>
                  </a:cubicBezTo>
                  <a:cubicBezTo>
                    <a:pt x="113723" y="90011"/>
                    <a:pt x="116580" y="93821"/>
                    <a:pt x="118485" y="97631"/>
                  </a:cubicBezTo>
                  <a:cubicBezTo>
                    <a:pt x="119438" y="99536"/>
                    <a:pt x="121343" y="102394"/>
                    <a:pt x="123248" y="104299"/>
                  </a:cubicBezTo>
                  <a:cubicBezTo>
                    <a:pt x="147060" y="132874"/>
                    <a:pt x="174683" y="128111"/>
                    <a:pt x="175635" y="127159"/>
                  </a:cubicBezTo>
                  <a:cubicBezTo>
                    <a:pt x="178493" y="126206"/>
                    <a:pt x="180398" y="128111"/>
                    <a:pt x="181350" y="130969"/>
                  </a:cubicBezTo>
                  <a:lnTo>
                    <a:pt x="203258" y="211931"/>
                  </a:lnTo>
                  <a:cubicBezTo>
                    <a:pt x="204210" y="215741"/>
                    <a:pt x="202305" y="227171"/>
                    <a:pt x="169920" y="251936"/>
                  </a:cubicBezTo>
                  <a:cubicBezTo>
                    <a:pt x="138488" y="278606"/>
                    <a:pt x="114675" y="279559"/>
                    <a:pt x="110865" y="279559"/>
                  </a:cubicBezTo>
                  <a:close/>
                  <a:moveTo>
                    <a:pt x="101340" y="197644"/>
                  </a:moveTo>
                  <a:cubicBezTo>
                    <a:pt x="102293" y="197644"/>
                    <a:pt x="102293" y="197644"/>
                    <a:pt x="103245" y="197644"/>
                  </a:cubicBezTo>
                  <a:cubicBezTo>
                    <a:pt x="105150" y="198596"/>
                    <a:pt x="106103" y="199549"/>
                    <a:pt x="106103" y="201454"/>
                  </a:cubicBezTo>
                  <a:lnTo>
                    <a:pt x="114675" y="269081"/>
                  </a:lnTo>
                  <a:cubicBezTo>
                    <a:pt x="132773" y="265271"/>
                    <a:pt x="149918" y="257651"/>
                    <a:pt x="164205" y="245269"/>
                  </a:cubicBezTo>
                  <a:cubicBezTo>
                    <a:pt x="189923" y="225266"/>
                    <a:pt x="192780" y="216694"/>
                    <a:pt x="193733" y="214789"/>
                  </a:cubicBezTo>
                  <a:lnTo>
                    <a:pt x="172778" y="138589"/>
                  </a:lnTo>
                  <a:cubicBezTo>
                    <a:pt x="149918" y="139541"/>
                    <a:pt x="128963" y="130016"/>
                    <a:pt x="115628" y="111919"/>
                  </a:cubicBezTo>
                  <a:cubicBezTo>
                    <a:pt x="113723" y="109061"/>
                    <a:pt x="111818" y="106204"/>
                    <a:pt x="109913" y="103346"/>
                  </a:cubicBezTo>
                  <a:cubicBezTo>
                    <a:pt x="108008" y="99536"/>
                    <a:pt x="106103" y="96679"/>
                    <a:pt x="103245" y="93821"/>
                  </a:cubicBezTo>
                  <a:cubicBezTo>
                    <a:pt x="101340" y="91916"/>
                    <a:pt x="98483" y="90964"/>
                    <a:pt x="96578" y="90011"/>
                  </a:cubicBezTo>
                  <a:cubicBezTo>
                    <a:pt x="91815" y="88106"/>
                    <a:pt x="87053" y="85249"/>
                    <a:pt x="83243" y="81439"/>
                  </a:cubicBezTo>
                  <a:cubicBezTo>
                    <a:pt x="77528" y="73819"/>
                    <a:pt x="75623" y="63341"/>
                    <a:pt x="78480" y="53816"/>
                  </a:cubicBezTo>
                  <a:lnTo>
                    <a:pt x="78480" y="52864"/>
                  </a:lnTo>
                  <a:cubicBezTo>
                    <a:pt x="71813" y="50959"/>
                    <a:pt x="65145" y="47149"/>
                    <a:pt x="62288" y="40481"/>
                  </a:cubicBezTo>
                  <a:cubicBezTo>
                    <a:pt x="59430" y="35719"/>
                    <a:pt x="58478" y="30956"/>
                    <a:pt x="58478" y="26194"/>
                  </a:cubicBezTo>
                  <a:cubicBezTo>
                    <a:pt x="48953" y="24289"/>
                    <a:pt x="39428" y="19526"/>
                    <a:pt x="33713" y="10954"/>
                  </a:cubicBezTo>
                  <a:cubicBezTo>
                    <a:pt x="27998" y="12859"/>
                    <a:pt x="23235" y="13811"/>
                    <a:pt x="17520" y="13811"/>
                  </a:cubicBezTo>
                  <a:cubicBezTo>
                    <a:pt x="16568" y="13811"/>
                    <a:pt x="15615" y="14764"/>
                    <a:pt x="14663" y="14764"/>
                  </a:cubicBezTo>
                  <a:lnTo>
                    <a:pt x="14663" y="14764"/>
                  </a:lnTo>
                  <a:cubicBezTo>
                    <a:pt x="13710" y="15716"/>
                    <a:pt x="12758" y="16669"/>
                    <a:pt x="11805" y="20479"/>
                  </a:cubicBezTo>
                  <a:cubicBezTo>
                    <a:pt x="9900" y="30956"/>
                    <a:pt x="9900" y="41434"/>
                    <a:pt x="11805" y="51911"/>
                  </a:cubicBezTo>
                  <a:cubicBezTo>
                    <a:pt x="14663" y="71914"/>
                    <a:pt x="18473" y="90964"/>
                    <a:pt x="23235" y="110014"/>
                  </a:cubicBezTo>
                  <a:lnTo>
                    <a:pt x="25140" y="115729"/>
                  </a:lnTo>
                  <a:cubicBezTo>
                    <a:pt x="31808" y="143351"/>
                    <a:pt x="39428" y="171926"/>
                    <a:pt x="48000" y="199549"/>
                  </a:cubicBezTo>
                  <a:cubicBezTo>
                    <a:pt x="48953" y="202406"/>
                    <a:pt x="50858" y="203359"/>
                    <a:pt x="55620" y="205264"/>
                  </a:cubicBezTo>
                  <a:cubicBezTo>
                    <a:pt x="69908" y="207169"/>
                    <a:pt x="85148" y="205264"/>
                    <a:pt x="98483" y="197644"/>
                  </a:cubicBezTo>
                  <a:cubicBezTo>
                    <a:pt x="99435" y="197644"/>
                    <a:pt x="100388" y="197644"/>
                    <a:pt x="101340" y="197644"/>
                  </a:cubicBezTo>
                  <a:lnTo>
                    <a:pt x="101340" y="197644"/>
                  </a:lnTo>
                  <a:close/>
                  <a:moveTo>
                    <a:pt x="11805" y="11906"/>
                  </a:moveTo>
                  <a:lnTo>
                    <a:pt x="11805" y="11906"/>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59" name="Freeform 59"/>
            <p:cNvSpPr/>
            <p:nvPr/>
          </p:nvSpPr>
          <p:spPr>
            <a:xfrm>
              <a:off x="5495076" y="4041961"/>
              <a:ext cx="48237" cy="79057"/>
            </a:xfrm>
            <a:custGeom>
              <a:avLst/>
              <a:gdLst/>
              <a:ahLst/>
              <a:cxnLst/>
              <a:rect l="l" t="t" r="r" b="b"/>
              <a:pathLst>
                <a:path w="48237" h="79057">
                  <a:moveTo>
                    <a:pt x="344" y="44767"/>
                  </a:moveTo>
                  <a:cubicBezTo>
                    <a:pt x="-609" y="37147"/>
                    <a:pt x="344" y="30480"/>
                    <a:pt x="4154" y="23813"/>
                  </a:cubicBezTo>
                  <a:cubicBezTo>
                    <a:pt x="6058" y="18097"/>
                    <a:pt x="7964" y="13335"/>
                    <a:pt x="11774" y="8572"/>
                  </a:cubicBezTo>
                  <a:cubicBezTo>
                    <a:pt x="14631" y="3810"/>
                    <a:pt x="20346" y="952"/>
                    <a:pt x="26061" y="0"/>
                  </a:cubicBezTo>
                  <a:cubicBezTo>
                    <a:pt x="30824" y="0"/>
                    <a:pt x="35586" y="1905"/>
                    <a:pt x="39396" y="5715"/>
                  </a:cubicBezTo>
                  <a:cubicBezTo>
                    <a:pt x="42254" y="9525"/>
                    <a:pt x="45111" y="14288"/>
                    <a:pt x="46064" y="19050"/>
                  </a:cubicBezTo>
                  <a:cubicBezTo>
                    <a:pt x="51779" y="40005"/>
                    <a:pt x="46064" y="63817"/>
                    <a:pt x="30824" y="79057"/>
                  </a:cubicBezTo>
                  <a:lnTo>
                    <a:pt x="31776" y="77152"/>
                  </a:ln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60" name="Freeform 60"/>
            <p:cNvSpPr/>
            <p:nvPr/>
          </p:nvSpPr>
          <p:spPr>
            <a:xfrm>
              <a:off x="5490314" y="4036246"/>
              <a:ext cx="57199" cy="89534"/>
            </a:xfrm>
            <a:custGeom>
              <a:avLst/>
              <a:gdLst/>
              <a:ahLst/>
              <a:cxnLst/>
              <a:rect l="l" t="t" r="r" b="b"/>
              <a:pathLst>
                <a:path w="57199" h="89534">
                  <a:moveTo>
                    <a:pt x="34633" y="89535"/>
                  </a:moveTo>
                  <a:cubicBezTo>
                    <a:pt x="33681" y="89535"/>
                    <a:pt x="32729" y="89535"/>
                    <a:pt x="31776" y="88582"/>
                  </a:cubicBezTo>
                  <a:cubicBezTo>
                    <a:pt x="29871" y="86678"/>
                    <a:pt x="28919" y="84773"/>
                    <a:pt x="30824" y="81915"/>
                  </a:cubicBezTo>
                  <a:lnTo>
                    <a:pt x="31776" y="80010"/>
                  </a:lnTo>
                  <a:lnTo>
                    <a:pt x="31776" y="80010"/>
                  </a:lnTo>
                  <a:cubicBezTo>
                    <a:pt x="46064" y="65723"/>
                    <a:pt x="50826" y="44767"/>
                    <a:pt x="45111" y="24765"/>
                  </a:cubicBezTo>
                  <a:cubicBezTo>
                    <a:pt x="44158" y="20955"/>
                    <a:pt x="42254" y="17145"/>
                    <a:pt x="39396" y="13335"/>
                  </a:cubicBezTo>
                  <a:cubicBezTo>
                    <a:pt x="36539" y="10478"/>
                    <a:pt x="33681" y="8572"/>
                    <a:pt x="29871" y="8572"/>
                  </a:cubicBezTo>
                  <a:cubicBezTo>
                    <a:pt x="26061" y="8572"/>
                    <a:pt x="22251" y="11430"/>
                    <a:pt x="19394" y="15240"/>
                  </a:cubicBezTo>
                  <a:cubicBezTo>
                    <a:pt x="16536" y="19050"/>
                    <a:pt x="14631" y="23813"/>
                    <a:pt x="12726" y="29528"/>
                  </a:cubicBezTo>
                  <a:cubicBezTo>
                    <a:pt x="9869" y="35242"/>
                    <a:pt x="8916" y="41910"/>
                    <a:pt x="9869" y="47625"/>
                  </a:cubicBezTo>
                  <a:cubicBezTo>
                    <a:pt x="10821" y="50482"/>
                    <a:pt x="8916" y="52388"/>
                    <a:pt x="6058" y="53340"/>
                  </a:cubicBezTo>
                  <a:cubicBezTo>
                    <a:pt x="3201" y="54292"/>
                    <a:pt x="1296" y="52388"/>
                    <a:pt x="344" y="49530"/>
                  </a:cubicBezTo>
                  <a:cubicBezTo>
                    <a:pt x="344" y="49530"/>
                    <a:pt x="344" y="49530"/>
                    <a:pt x="344" y="49530"/>
                  </a:cubicBezTo>
                  <a:cubicBezTo>
                    <a:pt x="-609" y="40957"/>
                    <a:pt x="344" y="33338"/>
                    <a:pt x="4154" y="25717"/>
                  </a:cubicBezTo>
                  <a:cubicBezTo>
                    <a:pt x="6058" y="20003"/>
                    <a:pt x="8916" y="14288"/>
                    <a:pt x="11774" y="9525"/>
                  </a:cubicBezTo>
                  <a:cubicBezTo>
                    <a:pt x="15583" y="3810"/>
                    <a:pt x="22251" y="0"/>
                    <a:pt x="29871" y="0"/>
                  </a:cubicBezTo>
                  <a:cubicBezTo>
                    <a:pt x="36539" y="0"/>
                    <a:pt x="42254" y="2857"/>
                    <a:pt x="47016" y="7620"/>
                  </a:cubicBezTo>
                  <a:cubicBezTo>
                    <a:pt x="50826" y="12382"/>
                    <a:pt x="53683" y="17145"/>
                    <a:pt x="54636" y="22860"/>
                  </a:cubicBezTo>
                  <a:cubicBezTo>
                    <a:pt x="61304" y="45720"/>
                    <a:pt x="54636" y="70485"/>
                    <a:pt x="38444" y="87630"/>
                  </a:cubicBezTo>
                  <a:cubicBezTo>
                    <a:pt x="37491" y="89535"/>
                    <a:pt x="36539" y="89535"/>
                    <a:pt x="34633" y="8953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61" name="Freeform 61"/>
            <p:cNvSpPr/>
            <p:nvPr/>
          </p:nvSpPr>
          <p:spPr>
            <a:xfrm>
              <a:off x="5499230" y="4158165"/>
              <a:ext cx="30480" cy="64770"/>
            </a:xfrm>
            <a:custGeom>
              <a:avLst/>
              <a:gdLst/>
              <a:ahLst/>
              <a:cxnLst/>
              <a:rect l="l" t="t" r="r" b="b"/>
              <a:pathLst>
                <a:path w="30480" h="64770">
                  <a:moveTo>
                    <a:pt x="0" y="32385"/>
                  </a:moveTo>
                  <a:cubicBezTo>
                    <a:pt x="12383" y="24765"/>
                    <a:pt x="22860" y="13335"/>
                    <a:pt x="29528" y="0"/>
                  </a:cubicBezTo>
                  <a:cubicBezTo>
                    <a:pt x="29528" y="0"/>
                    <a:pt x="38100" y="43815"/>
                    <a:pt x="3810" y="64770"/>
                  </a:cubicBezTo>
                  <a:lnTo>
                    <a:pt x="0" y="32385"/>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62" name="Freeform 62"/>
            <p:cNvSpPr/>
            <p:nvPr/>
          </p:nvSpPr>
          <p:spPr>
            <a:xfrm>
              <a:off x="5495420" y="4154102"/>
              <a:ext cx="38985" cy="73595"/>
            </a:xfrm>
            <a:custGeom>
              <a:avLst/>
              <a:gdLst/>
              <a:ahLst/>
              <a:cxnLst/>
              <a:rect l="l" t="t" r="r" b="b"/>
              <a:pathLst>
                <a:path w="38985" h="73595">
                  <a:moveTo>
                    <a:pt x="8572" y="73596"/>
                  </a:moveTo>
                  <a:cubicBezTo>
                    <a:pt x="7620" y="73596"/>
                    <a:pt x="7620" y="73596"/>
                    <a:pt x="6667" y="73596"/>
                  </a:cubicBezTo>
                  <a:cubicBezTo>
                    <a:pt x="4763" y="72643"/>
                    <a:pt x="3810" y="71691"/>
                    <a:pt x="3810" y="69786"/>
                  </a:cubicBezTo>
                  <a:lnTo>
                    <a:pt x="0" y="37401"/>
                  </a:lnTo>
                  <a:cubicBezTo>
                    <a:pt x="0" y="35496"/>
                    <a:pt x="952" y="33591"/>
                    <a:pt x="1905" y="32638"/>
                  </a:cubicBezTo>
                  <a:cubicBezTo>
                    <a:pt x="13335" y="25018"/>
                    <a:pt x="22860" y="15493"/>
                    <a:pt x="29527" y="3111"/>
                  </a:cubicBezTo>
                  <a:cubicBezTo>
                    <a:pt x="30480" y="1206"/>
                    <a:pt x="32385" y="-699"/>
                    <a:pt x="34290" y="253"/>
                  </a:cubicBezTo>
                  <a:cubicBezTo>
                    <a:pt x="36195" y="253"/>
                    <a:pt x="38100" y="2158"/>
                    <a:pt x="38100" y="4063"/>
                  </a:cubicBezTo>
                  <a:cubicBezTo>
                    <a:pt x="38100" y="5968"/>
                    <a:pt x="46672" y="50736"/>
                    <a:pt x="10477" y="73596"/>
                  </a:cubicBezTo>
                  <a:cubicBezTo>
                    <a:pt x="10477" y="73596"/>
                    <a:pt x="9525" y="73596"/>
                    <a:pt x="8572" y="73596"/>
                  </a:cubicBezTo>
                  <a:close/>
                  <a:moveTo>
                    <a:pt x="9525" y="38353"/>
                  </a:moveTo>
                  <a:lnTo>
                    <a:pt x="12383" y="59308"/>
                  </a:lnTo>
                  <a:cubicBezTo>
                    <a:pt x="23813" y="48831"/>
                    <a:pt x="29527" y="34543"/>
                    <a:pt x="30480" y="19303"/>
                  </a:cubicBezTo>
                  <a:cubicBezTo>
                    <a:pt x="23813" y="26923"/>
                    <a:pt x="17145" y="33591"/>
                    <a:pt x="9525" y="38353"/>
                  </a:cubicBezTo>
                  <a:lnTo>
                    <a:pt x="9525" y="38353"/>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63" name="Freeform 63"/>
            <p:cNvSpPr/>
            <p:nvPr/>
          </p:nvSpPr>
          <p:spPr>
            <a:xfrm rot="20690784">
              <a:off x="5421051" y="4064820"/>
              <a:ext cx="7619" cy="20954"/>
            </a:xfrm>
            <a:custGeom>
              <a:avLst/>
              <a:gdLst/>
              <a:ahLst/>
              <a:cxnLst/>
              <a:rect l="l" t="t" r="r" b="b"/>
              <a:pathLst>
                <a:path w="7619" h="20954">
                  <a:moveTo>
                    <a:pt x="7620" y="10477"/>
                  </a:moveTo>
                  <a:cubicBezTo>
                    <a:pt x="7620" y="16264"/>
                    <a:pt x="5914" y="20954"/>
                    <a:pt x="3810" y="20954"/>
                  </a:cubicBezTo>
                  <a:cubicBezTo>
                    <a:pt x="1706" y="20954"/>
                    <a:pt x="0" y="16264"/>
                    <a:pt x="0" y="10477"/>
                  </a:cubicBezTo>
                  <a:cubicBezTo>
                    <a:pt x="0" y="4691"/>
                    <a:pt x="1706" y="0"/>
                    <a:pt x="3810" y="0"/>
                  </a:cubicBezTo>
                  <a:cubicBezTo>
                    <a:pt x="5914" y="0"/>
                    <a:pt x="7620" y="4691"/>
                    <a:pt x="7620" y="10477"/>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64" name="Freeform 64"/>
            <p:cNvSpPr/>
            <p:nvPr/>
          </p:nvSpPr>
          <p:spPr>
            <a:xfrm>
              <a:off x="5435413" y="4138742"/>
              <a:ext cx="43853" cy="31806"/>
            </a:xfrm>
            <a:custGeom>
              <a:avLst/>
              <a:gdLst/>
              <a:ahLst/>
              <a:cxnLst/>
              <a:rect l="l" t="t" r="r" b="b"/>
              <a:pathLst>
                <a:path w="43853" h="31806">
                  <a:moveTo>
                    <a:pt x="10478" y="31806"/>
                  </a:moveTo>
                  <a:cubicBezTo>
                    <a:pt x="8572" y="31806"/>
                    <a:pt x="5715" y="31806"/>
                    <a:pt x="3810" y="30854"/>
                  </a:cubicBezTo>
                  <a:cubicBezTo>
                    <a:pt x="953" y="29901"/>
                    <a:pt x="0" y="27044"/>
                    <a:pt x="0" y="24186"/>
                  </a:cubicBezTo>
                  <a:cubicBezTo>
                    <a:pt x="953" y="21329"/>
                    <a:pt x="3810" y="20376"/>
                    <a:pt x="6667" y="20376"/>
                  </a:cubicBezTo>
                  <a:cubicBezTo>
                    <a:pt x="7620" y="20376"/>
                    <a:pt x="22860" y="25139"/>
                    <a:pt x="34290" y="2279"/>
                  </a:cubicBezTo>
                  <a:cubicBezTo>
                    <a:pt x="35242" y="374"/>
                    <a:pt x="38100" y="-579"/>
                    <a:pt x="40958" y="374"/>
                  </a:cubicBezTo>
                  <a:cubicBezTo>
                    <a:pt x="43815" y="1326"/>
                    <a:pt x="44767" y="4184"/>
                    <a:pt x="42863" y="7041"/>
                  </a:cubicBezTo>
                  <a:cubicBezTo>
                    <a:pt x="42863" y="7041"/>
                    <a:pt x="42863" y="7041"/>
                    <a:pt x="42863" y="7041"/>
                  </a:cubicBezTo>
                  <a:cubicBezTo>
                    <a:pt x="38100" y="21329"/>
                    <a:pt x="25717" y="30854"/>
                    <a:pt x="10478" y="31806"/>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65" name="Freeform 65"/>
            <p:cNvSpPr/>
            <p:nvPr/>
          </p:nvSpPr>
          <p:spPr>
            <a:xfrm>
              <a:off x="5074335" y="4397243"/>
              <a:ext cx="458232" cy="268043"/>
            </a:xfrm>
            <a:custGeom>
              <a:avLst/>
              <a:gdLst/>
              <a:ahLst/>
              <a:cxnLst/>
              <a:rect l="l" t="t" r="r" b="b"/>
              <a:pathLst>
                <a:path w="458232" h="268043">
                  <a:moveTo>
                    <a:pt x="398225" y="0"/>
                  </a:moveTo>
                  <a:cubicBezTo>
                    <a:pt x="398225" y="0"/>
                    <a:pt x="145813" y="170498"/>
                    <a:pt x="109618" y="168592"/>
                  </a:cubicBezTo>
                  <a:cubicBezTo>
                    <a:pt x="73423" y="166688"/>
                    <a:pt x="21988" y="140017"/>
                    <a:pt x="20083" y="159067"/>
                  </a:cubicBezTo>
                  <a:cubicBezTo>
                    <a:pt x="19130" y="178117"/>
                    <a:pt x="71518" y="194310"/>
                    <a:pt x="71518" y="194310"/>
                  </a:cubicBezTo>
                  <a:cubicBezTo>
                    <a:pt x="71518" y="194310"/>
                    <a:pt x="-2777" y="202883"/>
                    <a:pt x="80" y="224790"/>
                  </a:cubicBezTo>
                  <a:cubicBezTo>
                    <a:pt x="2938" y="246698"/>
                    <a:pt x="28655" y="271463"/>
                    <a:pt x="60088" y="267653"/>
                  </a:cubicBezTo>
                  <a:cubicBezTo>
                    <a:pt x="91520" y="263842"/>
                    <a:pt x="113428" y="248602"/>
                    <a:pt x="141050" y="243840"/>
                  </a:cubicBezTo>
                  <a:cubicBezTo>
                    <a:pt x="168673" y="239077"/>
                    <a:pt x="458233" y="97155"/>
                    <a:pt x="458233" y="97155"/>
                  </a:cubicBezTo>
                  <a:lnTo>
                    <a:pt x="398225" y="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66" name="Freeform 66"/>
            <p:cNvSpPr/>
            <p:nvPr/>
          </p:nvSpPr>
          <p:spPr>
            <a:xfrm>
              <a:off x="5069578" y="4393433"/>
              <a:ext cx="465846" cy="277177"/>
            </a:xfrm>
            <a:custGeom>
              <a:avLst/>
              <a:gdLst/>
              <a:ahLst/>
              <a:cxnLst/>
              <a:rect l="l" t="t" r="r" b="b"/>
              <a:pathLst>
                <a:path w="465846" h="277177">
                  <a:moveTo>
                    <a:pt x="59129" y="277178"/>
                  </a:moveTo>
                  <a:cubicBezTo>
                    <a:pt x="45794" y="277178"/>
                    <a:pt x="31507" y="272415"/>
                    <a:pt x="21029" y="263843"/>
                  </a:cubicBezTo>
                  <a:cubicBezTo>
                    <a:pt x="9599" y="255270"/>
                    <a:pt x="2932" y="243840"/>
                    <a:pt x="74" y="229552"/>
                  </a:cubicBezTo>
                  <a:cubicBezTo>
                    <a:pt x="-1831" y="211455"/>
                    <a:pt x="33412" y="200977"/>
                    <a:pt x="57224" y="196215"/>
                  </a:cubicBezTo>
                  <a:cubicBezTo>
                    <a:pt x="40079" y="189548"/>
                    <a:pt x="19124" y="177165"/>
                    <a:pt x="20077" y="162877"/>
                  </a:cubicBezTo>
                  <a:cubicBezTo>
                    <a:pt x="20077" y="159068"/>
                    <a:pt x="21982" y="156210"/>
                    <a:pt x="24839" y="154305"/>
                  </a:cubicBezTo>
                  <a:cubicBezTo>
                    <a:pt x="33412" y="148590"/>
                    <a:pt x="49604" y="153352"/>
                    <a:pt x="70559" y="159068"/>
                  </a:cubicBezTo>
                  <a:cubicBezTo>
                    <a:pt x="84847" y="163830"/>
                    <a:pt x="100087" y="166688"/>
                    <a:pt x="114374" y="168593"/>
                  </a:cubicBezTo>
                  <a:lnTo>
                    <a:pt x="114374" y="168593"/>
                  </a:lnTo>
                  <a:cubicBezTo>
                    <a:pt x="141044" y="168593"/>
                    <a:pt x="299159" y="68580"/>
                    <a:pt x="399172" y="953"/>
                  </a:cubicBezTo>
                  <a:cubicBezTo>
                    <a:pt x="400124" y="0"/>
                    <a:pt x="402029" y="0"/>
                    <a:pt x="402982" y="0"/>
                  </a:cubicBezTo>
                  <a:cubicBezTo>
                    <a:pt x="403934" y="0"/>
                    <a:pt x="405839" y="953"/>
                    <a:pt x="405839" y="1905"/>
                  </a:cubicBezTo>
                  <a:lnTo>
                    <a:pt x="464894" y="99060"/>
                  </a:lnTo>
                  <a:cubicBezTo>
                    <a:pt x="465847" y="100013"/>
                    <a:pt x="465847" y="101918"/>
                    <a:pt x="465847" y="102870"/>
                  </a:cubicBezTo>
                  <a:cubicBezTo>
                    <a:pt x="465847" y="103823"/>
                    <a:pt x="464894" y="104775"/>
                    <a:pt x="462989" y="105727"/>
                  </a:cubicBezTo>
                  <a:cubicBezTo>
                    <a:pt x="451559" y="111443"/>
                    <a:pt x="173429" y="247650"/>
                    <a:pt x="144854" y="252413"/>
                  </a:cubicBezTo>
                  <a:cubicBezTo>
                    <a:pt x="132472" y="255270"/>
                    <a:pt x="121042" y="258127"/>
                    <a:pt x="109612" y="263843"/>
                  </a:cubicBezTo>
                  <a:cubicBezTo>
                    <a:pt x="95324" y="270510"/>
                    <a:pt x="79132" y="275273"/>
                    <a:pt x="63892" y="277178"/>
                  </a:cubicBezTo>
                  <a:cubicBezTo>
                    <a:pt x="63892" y="277178"/>
                    <a:pt x="61987" y="277178"/>
                    <a:pt x="59129" y="277178"/>
                  </a:cubicBezTo>
                  <a:close/>
                  <a:moveTo>
                    <a:pt x="35317" y="160973"/>
                  </a:moveTo>
                  <a:cubicBezTo>
                    <a:pt x="33412" y="160973"/>
                    <a:pt x="32459" y="160973"/>
                    <a:pt x="30554" y="161925"/>
                  </a:cubicBezTo>
                  <a:cubicBezTo>
                    <a:pt x="30554" y="161925"/>
                    <a:pt x="29602" y="161925"/>
                    <a:pt x="29602" y="163830"/>
                  </a:cubicBezTo>
                  <a:cubicBezTo>
                    <a:pt x="28649" y="174308"/>
                    <a:pt x="58177" y="187643"/>
                    <a:pt x="78179" y="193358"/>
                  </a:cubicBezTo>
                  <a:cubicBezTo>
                    <a:pt x="81037" y="193358"/>
                    <a:pt x="82942" y="196215"/>
                    <a:pt x="82942" y="198120"/>
                  </a:cubicBezTo>
                  <a:cubicBezTo>
                    <a:pt x="82942" y="200025"/>
                    <a:pt x="80084" y="202883"/>
                    <a:pt x="78179" y="202883"/>
                  </a:cubicBezTo>
                  <a:cubicBezTo>
                    <a:pt x="49604" y="206693"/>
                    <a:pt x="9599" y="217170"/>
                    <a:pt x="10552" y="227648"/>
                  </a:cubicBezTo>
                  <a:cubicBezTo>
                    <a:pt x="12457" y="239077"/>
                    <a:pt x="18172" y="248602"/>
                    <a:pt x="27697" y="255270"/>
                  </a:cubicBezTo>
                  <a:cubicBezTo>
                    <a:pt x="38174" y="263843"/>
                    <a:pt x="51509" y="267653"/>
                    <a:pt x="64844" y="266700"/>
                  </a:cubicBezTo>
                  <a:cubicBezTo>
                    <a:pt x="80084" y="264795"/>
                    <a:pt x="94372" y="260033"/>
                    <a:pt x="107707" y="254318"/>
                  </a:cubicBezTo>
                  <a:cubicBezTo>
                    <a:pt x="119137" y="249555"/>
                    <a:pt x="131519" y="245745"/>
                    <a:pt x="144854" y="242888"/>
                  </a:cubicBezTo>
                  <a:cubicBezTo>
                    <a:pt x="165809" y="239077"/>
                    <a:pt x="354404" y="148590"/>
                    <a:pt x="455369" y="99060"/>
                  </a:cubicBezTo>
                  <a:lnTo>
                    <a:pt x="402029" y="10478"/>
                  </a:lnTo>
                  <a:cubicBezTo>
                    <a:pt x="362024" y="37148"/>
                    <a:pt x="149617" y="179070"/>
                    <a:pt x="114374" y="177165"/>
                  </a:cubicBezTo>
                  <a:cubicBezTo>
                    <a:pt x="99134" y="175260"/>
                    <a:pt x="82942" y="172402"/>
                    <a:pt x="67702" y="167640"/>
                  </a:cubicBezTo>
                  <a:cubicBezTo>
                    <a:pt x="57224" y="164783"/>
                    <a:pt x="46747" y="162877"/>
                    <a:pt x="35317" y="160973"/>
                  </a:cubicBezTo>
                  <a:lnTo>
                    <a:pt x="35317" y="160973"/>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67" name="Freeform 67"/>
            <p:cNvSpPr/>
            <p:nvPr/>
          </p:nvSpPr>
          <p:spPr>
            <a:xfrm>
              <a:off x="5464940" y="4301993"/>
              <a:ext cx="165734" cy="208597"/>
            </a:xfrm>
            <a:custGeom>
              <a:avLst/>
              <a:gdLst/>
              <a:ahLst/>
              <a:cxnLst/>
              <a:rect l="l" t="t" r="r" b="b"/>
              <a:pathLst>
                <a:path w="165734" h="208597">
                  <a:moveTo>
                    <a:pt x="106680" y="0"/>
                  </a:moveTo>
                  <a:lnTo>
                    <a:pt x="0" y="77152"/>
                  </a:lnTo>
                  <a:lnTo>
                    <a:pt x="79057" y="208598"/>
                  </a:lnTo>
                  <a:lnTo>
                    <a:pt x="165735" y="153352"/>
                  </a:lnTo>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68" name="Freeform 68"/>
            <p:cNvSpPr/>
            <p:nvPr/>
          </p:nvSpPr>
          <p:spPr>
            <a:xfrm>
              <a:off x="5461457" y="4297145"/>
              <a:ext cx="175971" cy="219160"/>
            </a:xfrm>
            <a:custGeom>
              <a:avLst/>
              <a:gdLst/>
              <a:ahLst/>
              <a:cxnLst/>
              <a:rect l="l" t="t" r="r" b="b"/>
              <a:pathLst>
                <a:path w="175971" h="219160">
                  <a:moveTo>
                    <a:pt x="82541" y="219161"/>
                  </a:moveTo>
                  <a:lnTo>
                    <a:pt x="81588" y="219161"/>
                  </a:lnTo>
                  <a:cubicBezTo>
                    <a:pt x="80636" y="219161"/>
                    <a:pt x="79683" y="218208"/>
                    <a:pt x="78731" y="217256"/>
                  </a:cubicBezTo>
                  <a:lnTo>
                    <a:pt x="626" y="84858"/>
                  </a:lnTo>
                  <a:cubicBezTo>
                    <a:pt x="-327" y="82953"/>
                    <a:pt x="-327" y="80096"/>
                    <a:pt x="1578" y="78191"/>
                  </a:cubicBezTo>
                  <a:lnTo>
                    <a:pt x="108258" y="1038"/>
                  </a:lnTo>
                  <a:cubicBezTo>
                    <a:pt x="110163" y="-867"/>
                    <a:pt x="113021" y="86"/>
                    <a:pt x="114926" y="1991"/>
                  </a:cubicBezTo>
                  <a:cubicBezTo>
                    <a:pt x="116831" y="3896"/>
                    <a:pt x="115878" y="6753"/>
                    <a:pt x="113973" y="8658"/>
                  </a:cubicBezTo>
                  <a:cubicBezTo>
                    <a:pt x="113973" y="8658"/>
                    <a:pt x="113973" y="8658"/>
                    <a:pt x="113973" y="8658"/>
                  </a:cubicBezTo>
                  <a:lnTo>
                    <a:pt x="12056" y="82953"/>
                  </a:lnTo>
                  <a:lnTo>
                    <a:pt x="85398" y="206778"/>
                  </a:lnTo>
                  <a:lnTo>
                    <a:pt x="168266" y="154391"/>
                  </a:lnTo>
                  <a:cubicBezTo>
                    <a:pt x="170171" y="152486"/>
                    <a:pt x="173028" y="153438"/>
                    <a:pt x="174933" y="155343"/>
                  </a:cubicBezTo>
                  <a:cubicBezTo>
                    <a:pt x="176838" y="157248"/>
                    <a:pt x="175886" y="160106"/>
                    <a:pt x="173981" y="162011"/>
                  </a:cubicBezTo>
                  <a:cubicBezTo>
                    <a:pt x="173981" y="162011"/>
                    <a:pt x="173028" y="162011"/>
                    <a:pt x="173028" y="162963"/>
                  </a:cubicBezTo>
                  <a:lnTo>
                    <a:pt x="86351" y="218208"/>
                  </a:lnTo>
                  <a:cubicBezTo>
                    <a:pt x="84446" y="218208"/>
                    <a:pt x="83493" y="219161"/>
                    <a:pt x="82541" y="219161"/>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69" name="Freeform 69"/>
            <p:cNvSpPr/>
            <p:nvPr/>
          </p:nvSpPr>
          <p:spPr>
            <a:xfrm>
              <a:off x="4683516" y="4451536"/>
              <a:ext cx="73787" cy="101917"/>
            </a:xfrm>
            <a:custGeom>
              <a:avLst/>
              <a:gdLst/>
              <a:ahLst/>
              <a:cxnLst/>
              <a:rect l="l" t="t" r="r" b="b"/>
              <a:pathLst>
                <a:path w="73787" h="101917">
                  <a:moveTo>
                    <a:pt x="17519" y="30480"/>
                  </a:moveTo>
                  <a:cubicBezTo>
                    <a:pt x="7994" y="35243"/>
                    <a:pt x="2279" y="44768"/>
                    <a:pt x="374" y="55245"/>
                  </a:cubicBezTo>
                  <a:cubicBezTo>
                    <a:pt x="-579" y="59055"/>
                    <a:pt x="374" y="61912"/>
                    <a:pt x="2279" y="64770"/>
                  </a:cubicBezTo>
                  <a:cubicBezTo>
                    <a:pt x="4184" y="67628"/>
                    <a:pt x="7994" y="68580"/>
                    <a:pt x="10851" y="66675"/>
                  </a:cubicBezTo>
                  <a:cubicBezTo>
                    <a:pt x="10851" y="66675"/>
                    <a:pt x="10851" y="66675"/>
                    <a:pt x="10851" y="66675"/>
                  </a:cubicBezTo>
                  <a:cubicBezTo>
                    <a:pt x="3231" y="73343"/>
                    <a:pt x="1326" y="84772"/>
                    <a:pt x="7994" y="93345"/>
                  </a:cubicBezTo>
                  <a:cubicBezTo>
                    <a:pt x="7994" y="93345"/>
                    <a:pt x="7994" y="93345"/>
                    <a:pt x="8946" y="94297"/>
                  </a:cubicBezTo>
                  <a:cubicBezTo>
                    <a:pt x="16566" y="101918"/>
                    <a:pt x="27044" y="103822"/>
                    <a:pt x="37521" y="100012"/>
                  </a:cubicBezTo>
                  <a:cubicBezTo>
                    <a:pt x="47046" y="96203"/>
                    <a:pt x="54666" y="89535"/>
                    <a:pt x="60381" y="80962"/>
                  </a:cubicBezTo>
                  <a:cubicBezTo>
                    <a:pt x="73716" y="60960"/>
                    <a:pt x="84194" y="14288"/>
                    <a:pt x="55619" y="1905"/>
                  </a:cubicBezTo>
                  <a:cubicBezTo>
                    <a:pt x="43236" y="-1905"/>
                    <a:pt x="28949" y="0"/>
                    <a:pt x="18471" y="7620"/>
                  </a:cubicBezTo>
                  <a:cubicBezTo>
                    <a:pt x="13709" y="11430"/>
                    <a:pt x="4184" y="15240"/>
                    <a:pt x="4184" y="22860"/>
                  </a:cubicBezTo>
                  <a:cubicBezTo>
                    <a:pt x="5136" y="28575"/>
                    <a:pt x="11804" y="37147"/>
                    <a:pt x="17519" y="30480"/>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70" name="Freeform 70"/>
            <p:cNvSpPr/>
            <p:nvPr/>
          </p:nvSpPr>
          <p:spPr>
            <a:xfrm>
              <a:off x="4679723" y="4445854"/>
              <a:ext cx="84089" cy="111408"/>
            </a:xfrm>
            <a:custGeom>
              <a:avLst/>
              <a:gdLst/>
              <a:ahLst/>
              <a:cxnLst/>
              <a:rect l="l" t="t" r="r" b="b"/>
              <a:pathLst>
                <a:path w="84089" h="111408">
                  <a:moveTo>
                    <a:pt x="31790" y="111409"/>
                  </a:moveTo>
                  <a:cubicBezTo>
                    <a:pt x="23217" y="111409"/>
                    <a:pt x="15597" y="107599"/>
                    <a:pt x="9882" y="101884"/>
                  </a:cubicBezTo>
                  <a:cubicBezTo>
                    <a:pt x="5120" y="96169"/>
                    <a:pt x="3215" y="89501"/>
                    <a:pt x="4167" y="82834"/>
                  </a:cubicBezTo>
                  <a:cubicBezTo>
                    <a:pt x="4167" y="80929"/>
                    <a:pt x="5120" y="78071"/>
                    <a:pt x="6072" y="76166"/>
                  </a:cubicBezTo>
                  <a:cubicBezTo>
                    <a:pt x="5120" y="75214"/>
                    <a:pt x="4167" y="74261"/>
                    <a:pt x="3215" y="73309"/>
                  </a:cubicBezTo>
                  <a:cubicBezTo>
                    <a:pt x="357" y="69499"/>
                    <a:pt x="-595" y="64736"/>
                    <a:pt x="357" y="59974"/>
                  </a:cubicBezTo>
                  <a:cubicBezTo>
                    <a:pt x="1310" y="52354"/>
                    <a:pt x="4167" y="44734"/>
                    <a:pt x="9882" y="39019"/>
                  </a:cubicBezTo>
                  <a:cubicBezTo>
                    <a:pt x="7025" y="36161"/>
                    <a:pt x="5120" y="32351"/>
                    <a:pt x="5120" y="28541"/>
                  </a:cubicBezTo>
                  <a:cubicBezTo>
                    <a:pt x="4167" y="19016"/>
                    <a:pt x="13692" y="13301"/>
                    <a:pt x="19407" y="9491"/>
                  </a:cubicBezTo>
                  <a:lnTo>
                    <a:pt x="21312" y="8539"/>
                  </a:lnTo>
                  <a:cubicBezTo>
                    <a:pt x="33695" y="-34"/>
                    <a:pt x="48935" y="-1939"/>
                    <a:pt x="63222" y="1871"/>
                  </a:cubicBezTo>
                  <a:cubicBezTo>
                    <a:pt x="72747" y="5681"/>
                    <a:pt x="80367" y="14254"/>
                    <a:pt x="82272" y="24731"/>
                  </a:cubicBezTo>
                  <a:cubicBezTo>
                    <a:pt x="87035" y="46639"/>
                    <a:pt x="82272" y="69499"/>
                    <a:pt x="69890" y="88549"/>
                  </a:cubicBezTo>
                  <a:cubicBezTo>
                    <a:pt x="64175" y="98074"/>
                    <a:pt x="54650" y="105694"/>
                    <a:pt x="44172" y="109504"/>
                  </a:cubicBezTo>
                  <a:cubicBezTo>
                    <a:pt x="39410" y="110456"/>
                    <a:pt x="35600" y="111409"/>
                    <a:pt x="31790" y="111409"/>
                  </a:cubicBezTo>
                  <a:close/>
                  <a:moveTo>
                    <a:pt x="17502" y="77119"/>
                  </a:moveTo>
                  <a:cubicBezTo>
                    <a:pt x="15597" y="79024"/>
                    <a:pt x="13692" y="81881"/>
                    <a:pt x="13692" y="84739"/>
                  </a:cubicBezTo>
                  <a:cubicBezTo>
                    <a:pt x="12740" y="88549"/>
                    <a:pt x="14645" y="93311"/>
                    <a:pt x="16550" y="96169"/>
                  </a:cubicBezTo>
                  <a:cubicBezTo>
                    <a:pt x="22265" y="101884"/>
                    <a:pt x="31790" y="103789"/>
                    <a:pt x="39410" y="100931"/>
                  </a:cubicBezTo>
                  <a:cubicBezTo>
                    <a:pt x="47982" y="97121"/>
                    <a:pt x="54650" y="91406"/>
                    <a:pt x="59412" y="83786"/>
                  </a:cubicBezTo>
                  <a:cubicBezTo>
                    <a:pt x="69890" y="67594"/>
                    <a:pt x="73700" y="47591"/>
                    <a:pt x="69890" y="28541"/>
                  </a:cubicBezTo>
                  <a:cubicBezTo>
                    <a:pt x="67985" y="20921"/>
                    <a:pt x="63222" y="15206"/>
                    <a:pt x="56555" y="12349"/>
                  </a:cubicBezTo>
                  <a:cubicBezTo>
                    <a:pt x="45125" y="9491"/>
                    <a:pt x="33695" y="11396"/>
                    <a:pt x="24170" y="18064"/>
                  </a:cubicBezTo>
                  <a:lnTo>
                    <a:pt x="22265" y="19016"/>
                  </a:lnTo>
                  <a:cubicBezTo>
                    <a:pt x="18455" y="21874"/>
                    <a:pt x="12740" y="24731"/>
                    <a:pt x="12740" y="28541"/>
                  </a:cubicBezTo>
                  <a:cubicBezTo>
                    <a:pt x="12740" y="30446"/>
                    <a:pt x="13692" y="32351"/>
                    <a:pt x="15597" y="33304"/>
                  </a:cubicBezTo>
                  <a:lnTo>
                    <a:pt x="18455" y="31399"/>
                  </a:lnTo>
                  <a:cubicBezTo>
                    <a:pt x="20360" y="30446"/>
                    <a:pt x="23217" y="30446"/>
                    <a:pt x="24170" y="32351"/>
                  </a:cubicBezTo>
                  <a:cubicBezTo>
                    <a:pt x="26075" y="34256"/>
                    <a:pt x="26075" y="37114"/>
                    <a:pt x="24170" y="38066"/>
                  </a:cubicBezTo>
                  <a:cubicBezTo>
                    <a:pt x="23217" y="39971"/>
                    <a:pt x="21312" y="40924"/>
                    <a:pt x="19407" y="40924"/>
                  </a:cubicBezTo>
                  <a:cubicBezTo>
                    <a:pt x="13692" y="45686"/>
                    <a:pt x="9882" y="52354"/>
                    <a:pt x="8930" y="59974"/>
                  </a:cubicBezTo>
                  <a:cubicBezTo>
                    <a:pt x="8930" y="61879"/>
                    <a:pt x="8930" y="64736"/>
                    <a:pt x="9882" y="65689"/>
                  </a:cubicBezTo>
                  <a:cubicBezTo>
                    <a:pt x="9882" y="66641"/>
                    <a:pt x="10835" y="66641"/>
                    <a:pt x="11787" y="66641"/>
                  </a:cubicBezTo>
                  <a:lnTo>
                    <a:pt x="12740" y="66641"/>
                  </a:lnTo>
                  <a:cubicBezTo>
                    <a:pt x="14645" y="64736"/>
                    <a:pt x="17502" y="65689"/>
                    <a:pt x="19407" y="67594"/>
                  </a:cubicBezTo>
                  <a:cubicBezTo>
                    <a:pt x="21312" y="69499"/>
                    <a:pt x="20360" y="72356"/>
                    <a:pt x="18455" y="74261"/>
                  </a:cubicBezTo>
                  <a:lnTo>
                    <a:pt x="17502" y="77119"/>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71" name="Freeform 71"/>
            <p:cNvSpPr/>
            <p:nvPr/>
          </p:nvSpPr>
          <p:spPr>
            <a:xfrm>
              <a:off x="3697100" y="5887906"/>
              <a:ext cx="737235" cy="276225"/>
            </a:xfrm>
            <a:custGeom>
              <a:avLst/>
              <a:gdLst/>
              <a:ahLst/>
              <a:cxnLst/>
              <a:rect l="l" t="t" r="r" b="b"/>
              <a:pathLst>
                <a:path w="737235" h="276225">
                  <a:moveTo>
                    <a:pt x="0" y="0"/>
                  </a:moveTo>
                  <a:lnTo>
                    <a:pt x="737235" y="0"/>
                  </a:lnTo>
                  <a:lnTo>
                    <a:pt x="737235" y="276225"/>
                  </a:lnTo>
                  <a:lnTo>
                    <a:pt x="0" y="276225"/>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72" name="Freeform 72"/>
            <p:cNvSpPr/>
            <p:nvPr/>
          </p:nvSpPr>
          <p:spPr>
            <a:xfrm>
              <a:off x="3692338" y="5884096"/>
              <a:ext cx="747712" cy="285750"/>
            </a:xfrm>
            <a:custGeom>
              <a:avLst/>
              <a:gdLst/>
              <a:ahLst/>
              <a:cxnLst/>
              <a:rect l="l" t="t" r="r" b="b"/>
              <a:pathLst>
                <a:path w="747712" h="285750">
                  <a:moveTo>
                    <a:pt x="742950" y="285750"/>
                  </a:moveTo>
                  <a:lnTo>
                    <a:pt x="4763" y="285750"/>
                  </a:lnTo>
                  <a:cubicBezTo>
                    <a:pt x="1905" y="285750"/>
                    <a:pt x="0" y="283845"/>
                    <a:pt x="0" y="280988"/>
                  </a:cubicBezTo>
                  <a:lnTo>
                    <a:pt x="0" y="4763"/>
                  </a:lnTo>
                  <a:cubicBezTo>
                    <a:pt x="0" y="1905"/>
                    <a:pt x="1905" y="0"/>
                    <a:pt x="4763" y="0"/>
                  </a:cubicBezTo>
                  <a:lnTo>
                    <a:pt x="742950" y="0"/>
                  </a:lnTo>
                  <a:cubicBezTo>
                    <a:pt x="745808" y="0"/>
                    <a:pt x="747713" y="1905"/>
                    <a:pt x="747713" y="4763"/>
                  </a:cubicBezTo>
                  <a:lnTo>
                    <a:pt x="747713" y="281940"/>
                  </a:lnTo>
                  <a:cubicBezTo>
                    <a:pt x="747713" y="282892"/>
                    <a:pt x="745808" y="284797"/>
                    <a:pt x="742950" y="285750"/>
                  </a:cubicBezTo>
                  <a:close/>
                  <a:moveTo>
                    <a:pt x="10478" y="275272"/>
                  </a:moveTo>
                  <a:lnTo>
                    <a:pt x="738188" y="275272"/>
                  </a:lnTo>
                  <a:lnTo>
                    <a:pt x="738188" y="8572"/>
                  </a:lnTo>
                  <a:lnTo>
                    <a:pt x="9525" y="8572"/>
                  </a:lnTo>
                  <a:lnTo>
                    <a:pt x="10478" y="275272"/>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73" name="Freeform 73"/>
            <p:cNvSpPr/>
            <p:nvPr/>
          </p:nvSpPr>
          <p:spPr>
            <a:xfrm>
              <a:off x="4540063" y="5741221"/>
              <a:ext cx="737235" cy="422910"/>
            </a:xfrm>
            <a:custGeom>
              <a:avLst/>
              <a:gdLst/>
              <a:ahLst/>
              <a:cxnLst/>
              <a:rect l="l" t="t" r="r" b="b"/>
              <a:pathLst>
                <a:path w="737235" h="422910">
                  <a:moveTo>
                    <a:pt x="0" y="0"/>
                  </a:moveTo>
                  <a:lnTo>
                    <a:pt x="737235" y="0"/>
                  </a:lnTo>
                  <a:lnTo>
                    <a:pt x="737235" y="422910"/>
                  </a:lnTo>
                  <a:lnTo>
                    <a:pt x="0" y="42291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74" name="Freeform 74"/>
            <p:cNvSpPr/>
            <p:nvPr/>
          </p:nvSpPr>
          <p:spPr>
            <a:xfrm>
              <a:off x="4535300" y="5737410"/>
              <a:ext cx="746759" cy="432435"/>
            </a:xfrm>
            <a:custGeom>
              <a:avLst/>
              <a:gdLst/>
              <a:ahLst/>
              <a:cxnLst/>
              <a:rect l="l" t="t" r="r" b="b"/>
              <a:pathLst>
                <a:path w="746759" h="432435">
                  <a:moveTo>
                    <a:pt x="741997" y="432435"/>
                  </a:moveTo>
                  <a:lnTo>
                    <a:pt x="4763" y="432435"/>
                  </a:lnTo>
                  <a:cubicBezTo>
                    <a:pt x="1905" y="432435"/>
                    <a:pt x="0" y="430530"/>
                    <a:pt x="0" y="427673"/>
                  </a:cubicBezTo>
                  <a:lnTo>
                    <a:pt x="0" y="4763"/>
                  </a:lnTo>
                  <a:cubicBezTo>
                    <a:pt x="0" y="1905"/>
                    <a:pt x="1905" y="0"/>
                    <a:pt x="4763" y="0"/>
                  </a:cubicBezTo>
                  <a:lnTo>
                    <a:pt x="741997" y="0"/>
                  </a:lnTo>
                  <a:cubicBezTo>
                    <a:pt x="744855" y="0"/>
                    <a:pt x="746760" y="1905"/>
                    <a:pt x="746760" y="4763"/>
                  </a:cubicBezTo>
                  <a:lnTo>
                    <a:pt x="746760" y="428625"/>
                  </a:lnTo>
                  <a:cubicBezTo>
                    <a:pt x="746760" y="429578"/>
                    <a:pt x="744855" y="432435"/>
                    <a:pt x="741997" y="432435"/>
                  </a:cubicBezTo>
                  <a:close/>
                  <a:moveTo>
                    <a:pt x="9525" y="421958"/>
                  </a:moveTo>
                  <a:lnTo>
                    <a:pt x="737235" y="421958"/>
                  </a:lnTo>
                  <a:lnTo>
                    <a:pt x="737235" y="8573"/>
                  </a:lnTo>
                  <a:lnTo>
                    <a:pt x="9525" y="8573"/>
                  </a:lnTo>
                  <a:lnTo>
                    <a:pt x="9525" y="421958"/>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75" name="Freeform 75"/>
            <p:cNvSpPr/>
            <p:nvPr/>
          </p:nvSpPr>
          <p:spPr>
            <a:xfrm>
              <a:off x="5383025" y="5565961"/>
              <a:ext cx="737235" cy="598170"/>
            </a:xfrm>
            <a:custGeom>
              <a:avLst/>
              <a:gdLst/>
              <a:ahLst/>
              <a:cxnLst/>
              <a:rect l="l" t="t" r="r" b="b"/>
              <a:pathLst>
                <a:path w="737235" h="598170">
                  <a:moveTo>
                    <a:pt x="0" y="0"/>
                  </a:moveTo>
                  <a:lnTo>
                    <a:pt x="737235" y="0"/>
                  </a:lnTo>
                  <a:lnTo>
                    <a:pt x="737235" y="598170"/>
                  </a:lnTo>
                  <a:lnTo>
                    <a:pt x="0" y="59817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76" name="Freeform 76"/>
            <p:cNvSpPr/>
            <p:nvPr/>
          </p:nvSpPr>
          <p:spPr>
            <a:xfrm>
              <a:off x="5377310" y="5562151"/>
              <a:ext cx="747007" cy="607695"/>
            </a:xfrm>
            <a:custGeom>
              <a:avLst/>
              <a:gdLst/>
              <a:ahLst/>
              <a:cxnLst/>
              <a:rect l="l" t="t" r="r" b="b"/>
              <a:pathLst>
                <a:path w="747007" h="607695">
                  <a:moveTo>
                    <a:pt x="742950" y="607695"/>
                  </a:moveTo>
                  <a:lnTo>
                    <a:pt x="4763" y="607695"/>
                  </a:lnTo>
                  <a:cubicBezTo>
                    <a:pt x="1905" y="607695"/>
                    <a:pt x="0" y="605790"/>
                    <a:pt x="0" y="602933"/>
                  </a:cubicBezTo>
                  <a:lnTo>
                    <a:pt x="0" y="4763"/>
                  </a:lnTo>
                  <a:cubicBezTo>
                    <a:pt x="0" y="1905"/>
                    <a:pt x="1905" y="0"/>
                    <a:pt x="4763" y="0"/>
                  </a:cubicBezTo>
                  <a:lnTo>
                    <a:pt x="741998" y="0"/>
                  </a:lnTo>
                  <a:cubicBezTo>
                    <a:pt x="744855" y="0"/>
                    <a:pt x="746760" y="1905"/>
                    <a:pt x="746760" y="4763"/>
                  </a:cubicBezTo>
                  <a:lnTo>
                    <a:pt x="746760" y="603885"/>
                  </a:lnTo>
                  <a:cubicBezTo>
                    <a:pt x="747713" y="604838"/>
                    <a:pt x="745808" y="606743"/>
                    <a:pt x="742950" y="607695"/>
                  </a:cubicBezTo>
                  <a:close/>
                  <a:moveTo>
                    <a:pt x="10478" y="597218"/>
                  </a:moveTo>
                  <a:lnTo>
                    <a:pt x="738188" y="597218"/>
                  </a:lnTo>
                  <a:lnTo>
                    <a:pt x="738188" y="8572"/>
                  </a:lnTo>
                  <a:lnTo>
                    <a:pt x="10478" y="8572"/>
                  </a:lnTo>
                  <a:lnTo>
                    <a:pt x="10478" y="597218"/>
                  </a:lnTo>
                  <a:close/>
                </a:path>
              </a:pathLst>
            </a:custGeom>
            <a:solidFill>
              <a:srgbClr val="231F20"/>
            </a:solidFill>
            <a:ln cap="flat">
              <a:prstDash val="solid"/>
            </a:ln>
          </p:spPr>
          <p:txBody>
            <a:bodyPr vert="horz" lIns="91440" tIns="45720" rIns="91440" bIns="45720" anchor="ctr">
              <a:spAutoFit/>
            </a:bodyPr>
            <a:lstStyle/>
            <a:p>
              <a:pPr marL="0" algn="l"/>
              <a:endParaRPr/>
            </a:p>
          </p:txBody>
        </p:sp>
      </p:grpSp>
      <p:sp>
        <p:nvSpPr>
          <p:cNvPr id="77" name="AutoShape 77"/>
          <p:cNvSpPr/>
          <p:nvPr/>
        </p:nvSpPr>
        <p:spPr>
          <a:xfrm>
            <a:off x="8486893" y="3594978"/>
            <a:ext cx="2540376" cy="36000"/>
          </a:xfrm>
          <a:prstGeom prst="rect">
            <a:avLst/>
          </a:prstGeom>
          <a:gradFill>
            <a:gsLst>
              <a:gs pos="0">
                <a:srgbClr val="FF9A2C">
                  <a:alpha val="0"/>
                </a:srgbClr>
              </a:gs>
              <a:gs pos="49000">
                <a:srgbClr val="FF9A2C">
                  <a:alpha val="50000"/>
                </a:srgbClr>
              </a:gs>
              <a:gs pos="100000">
                <a:srgbClr val="FF9A2C">
                  <a:alpha val="0"/>
                </a:srgbClr>
              </a:gs>
            </a:gsLst>
          </a:gradFill>
          <a:ln w="114300" cap="flat" cmpd="sng">
            <a:gradFill>
              <a:gsLst>
                <a:gs pos="0">
                  <a:srgbClr val="FF9A2C">
                    <a:alpha val="0"/>
                  </a:srgbClr>
                </a:gs>
                <a:gs pos="49000">
                  <a:srgbClr val="FF9A2C">
                    <a:alpha val="50000"/>
                  </a:srgbClr>
                </a:gs>
                <a:gs pos="100000">
                  <a:srgbClr val="FF9A2C">
                    <a:alpha val="0"/>
                  </a:srgbClr>
                </a:gs>
              </a:gsLst>
            </a:gradFill>
            <a:prstDash val="solid"/>
          </a:ln>
        </p:spPr>
        <p:txBody>
          <a:bodyPr vert="horz" lIns="91440" tIns="45720" rIns="91440" bIns="45720" anchor="ctr">
            <a:spAutoFit/>
          </a:bodyPr>
          <a:lstStyle/>
          <a:p>
            <a:pPr marL="0" algn="ctr"/>
            <a:endParaRPr/>
          </a:p>
        </p:txBody>
      </p:sp>
      <p:sp>
        <p:nvSpPr>
          <p:cNvPr id="78" name="AutoShape 78"/>
          <p:cNvSpPr/>
          <p:nvPr/>
        </p:nvSpPr>
        <p:spPr>
          <a:xfrm>
            <a:off x="1260593" y="3594978"/>
            <a:ext cx="2540376" cy="36000"/>
          </a:xfrm>
          <a:prstGeom prst="rect">
            <a:avLst/>
          </a:prstGeom>
          <a:gradFill>
            <a:gsLst>
              <a:gs pos="0">
                <a:srgbClr val="FF9A2C">
                  <a:alpha val="0"/>
                </a:srgbClr>
              </a:gs>
              <a:gs pos="49000">
                <a:srgbClr val="FF9A2C">
                  <a:alpha val="50000"/>
                </a:srgbClr>
              </a:gs>
              <a:gs pos="100000">
                <a:srgbClr val="FF9A2C">
                  <a:alpha val="0"/>
                </a:srgbClr>
              </a:gs>
            </a:gsLst>
          </a:gradFill>
          <a:ln w="114300" cap="flat" cmpd="sng">
            <a:gradFill>
              <a:gsLst>
                <a:gs pos="0">
                  <a:srgbClr val="FF9A2C">
                    <a:alpha val="0"/>
                  </a:srgbClr>
                </a:gs>
                <a:gs pos="49000">
                  <a:srgbClr val="FF9A2C">
                    <a:alpha val="50000"/>
                  </a:srgbClr>
                </a:gs>
                <a:gs pos="100000">
                  <a:srgbClr val="FF9A2C">
                    <a:alpha val="0"/>
                  </a:srgbClr>
                </a:gs>
              </a:gsLst>
            </a:gradFill>
            <a:prstDash val="solid"/>
          </a:ln>
        </p:spPr>
        <p:txBody>
          <a:bodyPr vert="horz" lIns="91440" tIns="45720" rIns="91440" bIns="45720" anchor="ctr">
            <a:spAutoFit/>
          </a:bodyPr>
          <a:lstStyle/>
          <a:p>
            <a:pPr marL="0" algn="ctr"/>
            <a:endParaRPr/>
          </a:p>
        </p:txBody>
      </p:sp>
      <p:sp>
        <p:nvSpPr>
          <p:cNvPr id="79" name="AutoShape 79"/>
          <p:cNvSpPr/>
          <p:nvPr/>
        </p:nvSpPr>
        <p:spPr>
          <a:xfrm rot="10800000">
            <a:off x="1412284" y="1477483"/>
            <a:ext cx="2236996" cy="2236996"/>
          </a:xfrm>
          <a:prstGeom prst="ellipse">
            <a:avLst/>
          </a:prstGeom>
          <a:gradFill>
            <a:gsLst>
              <a:gs pos="0">
                <a:srgbClr val="FF9A2C">
                  <a:alpha val="0"/>
                </a:srgbClr>
              </a:gs>
              <a:gs pos="100000">
                <a:srgbClr val="FF9A2C">
                  <a:alpha val="50000"/>
                </a:srgbClr>
              </a:gs>
            </a:gsLst>
            <a:lin ang="5400000"/>
          </a:gradFill>
          <a:ln w="180975" cap="flat" cmpd="sng">
            <a:gradFill>
              <a:gsLst>
                <a:gs pos="0">
                  <a:srgbClr val="FF9A2C">
                    <a:alpha val="0"/>
                  </a:srgbClr>
                </a:gs>
                <a:gs pos="100000">
                  <a:srgbClr val="FF9A2C">
                    <a:alpha val="50000"/>
                  </a:srgbClr>
                </a:gs>
              </a:gsLst>
              <a:lin ang="5400000"/>
            </a:gradFill>
            <a:prstDash val="solid"/>
          </a:ln>
        </p:spPr>
        <p:txBody>
          <a:bodyPr vert="horz" lIns="91440" tIns="45720" rIns="91440" bIns="45720" anchor="ctr">
            <a:spAutoFit/>
          </a:bodyPr>
          <a:lstStyle/>
          <a:p>
            <a:pPr marL="0" algn="ctr"/>
            <a:endParaRPr/>
          </a:p>
        </p:txBody>
      </p:sp>
      <p:sp>
        <p:nvSpPr>
          <p:cNvPr id="80" name="AutoShape 80"/>
          <p:cNvSpPr/>
          <p:nvPr/>
        </p:nvSpPr>
        <p:spPr>
          <a:xfrm rot="10800000">
            <a:off x="8638583" y="1477483"/>
            <a:ext cx="2236996" cy="2236996"/>
          </a:xfrm>
          <a:prstGeom prst="ellipse">
            <a:avLst/>
          </a:prstGeom>
          <a:gradFill>
            <a:gsLst>
              <a:gs pos="0">
                <a:srgbClr val="FF9A2C">
                  <a:alpha val="0"/>
                </a:srgbClr>
              </a:gs>
              <a:gs pos="100000">
                <a:srgbClr val="FF9A2C">
                  <a:alpha val="50000"/>
                </a:srgbClr>
              </a:gs>
            </a:gsLst>
            <a:lin ang="5400000"/>
          </a:gradFill>
          <a:ln w="180975" cap="flat" cmpd="sng">
            <a:gradFill>
              <a:gsLst>
                <a:gs pos="0">
                  <a:srgbClr val="FF9A2C">
                    <a:alpha val="0"/>
                  </a:srgbClr>
                </a:gs>
                <a:gs pos="100000">
                  <a:srgbClr val="FF9A2C">
                    <a:alpha val="50000"/>
                  </a:srgbClr>
                </a:gs>
              </a:gsLst>
              <a:lin ang="5400000"/>
            </a:gradFill>
            <a:prstDash val="solid"/>
          </a:ln>
        </p:spPr>
        <p:txBody>
          <a:bodyPr vert="horz" lIns="91440" tIns="45720" rIns="91440" bIns="45720" anchor="ctr">
            <a:spAutoFit/>
          </a:bodyPr>
          <a:lstStyle/>
          <a:p>
            <a:pPr marL="0" algn="ctr"/>
            <a:endParaRPr/>
          </a:p>
        </p:txBody>
      </p:sp>
      <p:grpSp>
        <p:nvGrpSpPr>
          <p:cNvPr id="81" name="Group 81"/>
          <p:cNvGrpSpPr/>
          <p:nvPr/>
        </p:nvGrpSpPr>
        <p:grpSpPr>
          <a:xfrm>
            <a:off x="8852572" y="1918983"/>
            <a:ext cx="1809028" cy="1582397"/>
            <a:chOff x="6716899" y="4742136"/>
            <a:chExt cx="2738253" cy="2395221"/>
          </a:xfrm>
        </p:grpSpPr>
        <p:sp>
          <p:nvSpPr>
            <p:cNvPr id="82" name="Freeform 82"/>
            <p:cNvSpPr/>
            <p:nvPr/>
          </p:nvSpPr>
          <p:spPr>
            <a:xfrm>
              <a:off x="6879198" y="6003883"/>
              <a:ext cx="2571750" cy="1128712"/>
            </a:xfrm>
            <a:custGeom>
              <a:avLst/>
              <a:gdLst/>
              <a:ahLst/>
              <a:cxnLst/>
              <a:rect l="l" t="t" r="r" b="b"/>
              <a:pathLst>
                <a:path w="2571750" h="1128712">
                  <a:moveTo>
                    <a:pt x="2571750" y="26670"/>
                  </a:moveTo>
                  <a:lnTo>
                    <a:pt x="2571750" y="100965"/>
                  </a:lnTo>
                  <a:lnTo>
                    <a:pt x="2223135" y="528638"/>
                  </a:lnTo>
                  <a:lnTo>
                    <a:pt x="2111693" y="390525"/>
                  </a:lnTo>
                  <a:lnTo>
                    <a:pt x="15240" y="1128713"/>
                  </a:lnTo>
                  <a:lnTo>
                    <a:pt x="0" y="1018222"/>
                  </a:lnTo>
                  <a:lnTo>
                    <a:pt x="1448753" y="423863"/>
                  </a:lnTo>
                  <a:cubicBezTo>
                    <a:pt x="1448753" y="423863"/>
                    <a:pt x="1967865" y="203835"/>
                    <a:pt x="1950720" y="203835"/>
                  </a:cubicBezTo>
                  <a:cubicBezTo>
                    <a:pt x="1933575" y="203835"/>
                    <a:pt x="1771650" y="67628"/>
                    <a:pt x="1771650" y="67628"/>
                  </a:cubicBezTo>
                  <a:lnTo>
                    <a:pt x="1787843" y="0"/>
                  </a:lnTo>
                  <a:lnTo>
                    <a:pt x="2345055" y="84772"/>
                  </a:lnTo>
                  <a:lnTo>
                    <a:pt x="2571750" y="26670"/>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83" name="Freeform 83"/>
            <p:cNvSpPr/>
            <p:nvPr/>
          </p:nvSpPr>
          <p:spPr>
            <a:xfrm>
              <a:off x="6874435" y="6000073"/>
              <a:ext cx="2580322" cy="1137284"/>
            </a:xfrm>
            <a:custGeom>
              <a:avLst/>
              <a:gdLst/>
              <a:ahLst/>
              <a:cxnLst/>
              <a:rect l="l" t="t" r="r" b="b"/>
              <a:pathLst>
                <a:path w="2580322" h="1137284">
                  <a:moveTo>
                    <a:pt x="20003" y="1137285"/>
                  </a:moveTo>
                  <a:cubicBezTo>
                    <a:pt x="19050" y="1137285"/>
                    <a:pt x="18097" y="1137285"/>
                    <a:pt x="17145" y="1136332"/>
                  </a:cubicBezTo>
                  <a:cubicBezTo>
                    <a:pt x="16193" y="1135380"/>
                    <a:pt x="15240" y="1134427"/>
                    <a:pt x="15240" y="1132523"/>
                  </a:cubicBezTo>
                  <a:lnTo>
                    <a:pt x="0" y="1022985"/>
                  </a:lnTo>
                  <a:cubicBezTo>
                    <a:pt x="0" y="1021080"/>
                    <a:pt x="953" y="1019175"/>
                    <a:pt x="2857" y="1018222"/>
                  </a:cubicBezTo>
                  <a:lnTo>
                    <a:pt x="1451610" y="423863"/>
                  </a:lnTo>
                  <a:cubicBezTo>
                    <a:pt x="1631633" y="347663"/>
                    <a:pt x="1897380" y="233363"/>
                    <a:pt x="1945005" y="209550"/>
                  </a:cubicBezTo>
                  <a:cubicBezTo>
                    <a:pt x="1909763" y="190500"/>
                    <a:pt x="1806893" y="104775"/>
                    <a:pt x="1773555" y="76200"/>
                  </a:cubicBezTo>
                  <a:cubicBezTo>
                    <a:pt x="1772603" y="75247"/>
                    <a:pt x="1771650" y="73342"/>
                    <a:pt x="1771650" y="71438"/>
                  </a:cubicBezTo>
                  <a:lnTo>
                    <a:pt x="1787843" y="3810"/>
                  </a:lnTo>
                  <a:cubicBezTo>
                    <a:pt x="1788795" y="952"/>
                    <a:pt x="1790700" y="0"/>
                    <a:pt x="1793558" y="0"/>
                  </a:cubicBezTo>
                  <a:lnTo>
                    <a:pt x="2349818" y="84772"/>
                  </a:lnTo>
                  <a:lnTo>
                    <a:pt x="2574608" y="26670"/>
                  </a:lnTo>
                  <a:cubicBezTo>
                    <a:pt x="2577465" y="25717"/>
                    <a:pt x="2580323" y="27622"/>
                    <a:pt x="2580323" y="30480"/>
                  </a:cubicBezTo>
                  <a:cubicBezTo>
                    <a:pt x="2580323" y="30480"/>
                    <a:pt x="2580323" y="31432"/>
                    <a:pt x="2580323" y="31432"/>
                  </a:cubicBezTo>
                  <a:lnTo>
                    <a:pt x="2580323" y="105727"/>
                  </a:lnTo>
                  <a:cubicBezTo>
                    <a:pt x="2580323" y="106680"/>
                    <a:pt x="2580323" y="107632"/>
                    <a:pt x="2579370" y="108585"/>
                  </a:cubicBezTo>
                  <a:lnTo>
                    <a:pt x="2230755" y="536257"/>
                  </a:lnTo>
                  <a:cubicBezTo>
                    <a:pt x="2229803" y="537210"/>
                    <a:pt x="2228850" y="538163"/>
                    <a:pt x="2226945" y="538163"/>
                  </a:cubicBezTo>
                  <a:cubicBezTo>
                    <a:pt x="2225040" y="538163"/>
                    <a:pt x="2224088" y="537210"/>
                    <a:pt x="2223135" y="536257"/>
                  </a:cubicBezTo>
                  <a:lnTo>
                    <a:pt x="2113598" y="401002"/>
                  </a:lnTo>
                  <a:lnTo>
                    <a:pt x="21907" y="1136332"/>
                  </a:lnTo>
                  <a:cubicBezTo>
                    <a:pt x="20955" y="1137285"/>
                    <a:pt x="20955" y="1137285"/>
                    <a:pt x="20003" y="1137285"/>
                  </a:cubicBezTo>
                  <a:close/>
                  <a:moveTo>
                    <a:pt x="10478" y="1024890"/>
                  </a:moveTo>
                  <a:lnTo>
                    <a:pt x="24765" y="1124902"/>
                  </a:lnTo>
                  <a:lnTo>
                    <a:pt x="2114550" y="389572"/>
                  </a:lnTo>
                  <a:cubicBezTo>
                    <a:pt x="2116455" y="388620"/>
                    <a:pt x="2118360" y="389572"/>
                    <a:pt x="2120265" y="391477"/>
                  </a:cubicBezTo>
                  <a:lnTo>
                    <a:pt x="2227898" y="524827"/>
                  </a:lnTo>
                  <a:lnTo>
                    <a:pt x="2571750" y="102870"/>
                  </a:lnTo>
                  <a:lnTo>
                    <a:pt x="2571750" y="36195"/>
                  </a:lnTo>
                  <a:lnTo>
                    <a:pt x="2351723" y="93345"/>
                  </a:lnTo>
                  <a:cubicBezTo>
                    <a:pt x="2350770" y="93345"/>
                    <a:pt x="2350770" y="93345"/>
                    <a:pt x="2349818" y="93345"/>
                  </a:cubicBezTo>
                  <a:lnTo>
                    <a:pt x="1796415" y="8572"/>
                  </a:lnTo>
                  <a:lnTo>
                    <a:pt x="1782128" y="69532"/>
                  </a:lnTo>
                  <a:cubicBezTo>
                    <a:pt x="1858328" y="133350"/>
                    <a:pt x="1944053" y="200977"/>
                    <a:pt x="1955483" y="202882"/>
                  </a:cubicBezTo>
                  <a:cubicBezTo>
                    <a:pt x="1958340" y="202882"/>
                    <a:pt x="1960245" y="204788"/>
                    <a:pt x="1960245" y="206692"/>
                  </a:cubicBezTo>
                  <a:cubicBezTo>
                    <a:pt x="1961198" y="212407"/>
                    <a:pt x="1962150" y="214313"/>
                    <a:pt x="1706880" y="324802"/>
                  </a:cubicBezTo>
                  <a:cubicBezTo>
                    <a:pt x="1582103" y="378142"/>
                    <a:pt x="1456373" y="431482"/>
                    <a:pt x="1455420" y="432435"/>
                  </a:cubicBezTo>
                  <a:lnTo>
                    <a:pt x="10478" y="102489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84" name="Freeform 84"/>
            <p:cNvSpPr/>
            <p:nvPr/>
          </p:nvSpPr>
          <p:spPr>
            <a:xfrm>
              <a:off x="7038265" y="5955306"/>
              <a:ext cx="152400" cy="114299"/>
            </a:xfrm>
            <a:custGeom>
              <a:avLst/>
              <a:gdLst/>
              <a:ahLst/>
              <a:cxnLst/>
              <a:rect l="l" t="t" r="r" b="b"/>
              <a:pathLst>
                <a:path w="152400" h="114299">
                  <a:moveTo>
                    <a:pt x="152400" y="34290"/>
                  </a:moveTo>
                  <a:lnTo>
                    <a:pt x="40957" y="0"/>
                  </a:lnTo>
                  <a:lnTo>
                    <a:pt x="0" y="76200"/>
                  </a:lnTo>
                  <a:lnTo>
                    <a:pt x="103822" y="11430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85" name="Freeform 85"/>
            <p:cNvSpPr/>
            <p:nvPr/>
          </p:nvSpPr>
          <p:spPr>
            <a:xfrm>
              <a:off x="7032788" y="5952074"/>
              <a:ext cx="163353" cy="122293"/>
            </a:xfrm>
            <a:custGeom>
              <a:avLst/>
              <a:gdLst/>
              <a:ahLst/>
              <a:cxnLst/>
              <a:rect l="l" t="t" r="r" b="b"/>
              <a:pathLst>
                <a:path w="163353" h="122293">
                  <a:moveTo>
                    <a:pt x="109299" y="122294"/>
                  </a:moveTo>
                  <a:lnTo>
                    <a:pt x="107394" y="122294"/>
                  </a:lnTo>
                  <a:lnTo>
                    <a:pt x="3572" y="85146"/>
                  </a:lnTo>
                  <a:cubicBezTo>
                    <a:pt x="2619" y="85146"/>
                    <a:pt x="714" y="83241"/>
                    <a:pt x="714" y="82289"/>
                  </a:cubicBezTo>
                  <a:cubicBezTo>
                    <a:pt x="-238" y="81336"/>
                    <a:pt x="-238" y="79431"/>
                    <a:pt x="714" y="78479"/>
                  </a:cubicBezTo>
                  <a:lnTo>
                    <a:pt x="42624" y="2279"/>
                  </a:lnTo>
                  <a:cubicBezTo>
                    <a:pt x="43577" y="374"/>
                    <a:pt x="46434" y="-579"/>
                    <a:pt x="48339" y="374"/>
                  </a:cubicBezTo>
                  <a:lnTo>
                    <a:pt x="159782" y="33711"/>
                  </a:lnTo>
                  <a:cubicBezTo>
                    <a:pt x="160734" y="34664"/>
                    <a:pt x="162639" y="35616"/>
                    <a:pt x="162639" y="36569"/>
                  </a:cubicBezTo>
                  <a:cubicBezTo>
                    <a:pt x="163592" y="37521"/>
                    <a:pt x="163592" y="39426"/>
                    <a:pt x="162639" y="40379"/>
                  </a:cubicBezTo>
                  <a:lnTo>
                    <a:pt x="114062" y="120389"/>
                  </a:lnTo>
                  <a:cubicBezTo>
                    <a:pt x="113109" y="121341"/>
                    <a:pt x="111204" y="122294"/>
                    <a:pt x="109299" y="122294"/>
                  </a:cubicBezTo>
                  <a:close/>
                  <a:moveTo>
                    <a:pt x="12144" y="77526"/>
                  </a:moveTo>
                  <a:lnTo>
                    <a:pt x="107394" y="111816"/>
                  </a:lnTo>
                  <a:lnTo>
                    <a:pt x="150257" y="40379"/>
                  </a:lnTo>
                  <a:lnTo>
                    <a:pt x="49292" y="8946"/>
                  </a:lnTo>
                  <a:lnTo>
                    <a:pt x="12144" y="77526"/>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86" name="Freeform 86"/>
            <p:cNvSpPr/>
            <p:nvPr/>
          </p:nvSpPr>
          <p:spPr>
            <a:xfrm>
              <a:off x="6815380" y="6004836"/>
              <a:ext cx="2635567" cy="1017269"/>
            </a:xfrm>
            <a:custGeom>
              <a:avLst/>
              <a:gdLst/>
              <a:ahLst/>
              <a:cxnLst/>
              <a:rect l="l" t="t" r="r" b="b"/>
              <a:pathLst>
                <a:path w="2635567" h="1017269">
                  <a:moveTo>
                    <a:pt x="0" y="481965"/>
                  </a:moveTo>
                  <a:lnTo>
                    <a:pt x="1984058" y="110490"/>
                  </a:lnTo>
                  <a:lnTo>
                    <a:pt x="1851660" y="0"/>
                  </a:lnTo>
                  <a:lnTo>
                    <a:pt x="2635568" y="26670"/>
                  </a:lnTo>
                  <a:lnTo>
                    <a:pt x="2280285" y="420052"/>
                  </a:lnTo>
                  <a:lnTo>
                    <a:pt x="2174558" y="305752"/>
                  </a:lnTo>
                  <a:lnTo>
                    <a:pt x="63818" y="101727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87" name="Freeform 87"/>
            <p:cNvSpPr/>
            <p:nvPr/>
          </p:nvSpPr>
          <p:spPr>
            <a:xfrm>
              <a:off x="6810618" y="5998168"/>
              <a:ext cx="2644534" cy="1028700"/>
            </a:xfrm>
            <a:custGeom>
              <a:avLst/>
              <a:gdLst/>
              <a:ahLst/>
              <a:cxnLst/>
              <a:rect l="l" t="t" r="r" b="b"/>
              <a:pathLst>
                <a:path w="2644534" h="1028700">
                  <a:moveTo>
                    <a:pt x="68580" y="1028700"/>
                  </a:moveTo>
                  <a:cubicBezTo>
                    <a:pt x="67627" y="1028700"/>
                    <a:pt x="66675" y="1028700"/>
                    <a:pt x="65723" y="1027748"/>
                  </a:cubicBezTo>
                  <a:cubicBezTo>
                    <a:pt x="64770" y="1026795"/>
                    <a:pt x="63818" y="1025843"/>
                    <a:pt x="63818" y="1023938"/>
                  </a:cubicBezTo>
                  <a:lnTo>
                    <a:pt x="0" y="488633"/>
                  </a:lnTo>
                  <a:cubicBezTo>
                    <a:pt x="0" y="485775"/>
                    <a:pt x="952" y="483870"/>
                    <a:pt x="3810" y="482918"/>
                  </a:cubicBezTo>
                  <a:lnTo>
                    <a:pt x="1977390" y="112395"/>
                  </a:lnTo>
                  <a:lnTo>
                    <a:pt x="1853565" y="8573"/>
                  </a:lnTo>
                  <a:cubicBezTo>
                    <a:pt x="1851660" y="7620"/>
                    <a:pt x="1851660" y="4763"/>
                    <a:pt x="1851660" y="2858"/>
                  </a:cubicBezTo>
                  <a:cubicBezTo>
                    <a:pt x="1852613" y="953"/>
                    <a:pt x="1854518" y="0"/>
                    <a:pt x="1856423" y="0"/>
                  </a:cubicBezTo>
                  <a:lnTo>
                    <a:pt x="2639378" y="26670"/>
                  </a:lnTo>
                  <a:cubicBezTo>
                    <a:pt x="2641283" y="26670"/>
                    <a:pt x="2643188" y="27623"/>
                    <a:pt x="2644140" y="29528"/>
                  </a:cubicBezTo>
                  <a:cubicBezTo>
                    <a:pt x="2645093" y="31433"/>
                    <a:pt x="2644140" y="33338"/>
                    <a:pt x="2643188" y="34290"/>
                  </a:cubicBezTo>
                  <a:lnTo>
                    <a:pt x="2288858" y="429578"/>
                  </a:lnTo>
                  <a:cubicBezTo>
                    <a:pt x="2287905" y="430530"/>
                    <a:pt x="2286953" y="431483"/>
                    <a:pt x="2285048" y="431483"/>
                  </a:cubicBezTo>
                  <a:cubicBezTo>
                    <a:pt x="2284095" y="431483"/>
                    <a:pt x="2282190" y="430530"/>
                    <a:pt x="2281238" y="429578"/>
                  </a:cubicBezTo>
                  <a:lnTo>
                    <a:pt x="2177415" y="318135"/>
                  </a:lnTo>
                  <a:lnTo>
                    <a:pt x="70485" y="1028700"/>
                  </a:lnTo>
                  <a:cubicBezTo>
                    <a:pt x="69533" y="1028700"/>
                    <a:pt x="69533" y="1028700"/>
                    <a:pt x="68580" y="1028700"/>
                  </a:cubicBezTo>
                  <a:close/>
                  <a:moveTo>
                    <a:pt x="10477" y="492443"/>
                  </a:moveTo>
                  <a:lnTo>
                    <a:pt x="73343" y="1017270"/>
                  </a:lnTo>
                  <a:lnTo>
                    <a:pt x="2178368" y="307658"/>
                  </a:lnTo>
                  <a:cubicBezTo>
                    <a:pt x="2180273" y="306705"/>
                    <a:pt x="2182178" y="307658"/>
                    <a:pt x="2183130" y="308610"/>
                  </a:cubicBezTo>
                  <a:lnTo>
                    <a:pt x="2286000" y="419100"/>
                  </a:lnTo>
                  <a:lnTo>
                    <a:pt x="2629853" y="37148"/>
                  </a:lnTo>
                  <a:lnTo>
                    <a:pt x="1870710" y="11430"/>
                  </a:lnTo>
                  <a:lnTo>
                    <a:pt x="1991678" y="112395"/>
                  </a:lnTo>
                  <a:cubicBezTo>
                    <a:pt x="1992630" y="113348"/>
                    <a:pt x="1993583" y="115253"/>
                    <a:pt x="1993583" y="117158"/>
                  </a:cubicBezTo>
                  <a:cubicBezTo>
                    <a:pt x="1993583" y="119063"/>
                    <a:pt x="1991678" y="120015"/>
                    <a:pt x="1989773" y="120968"/>
                  </a:cubicBezTo>
                  <a:lnTo>
                    <a:pt x="10477" y="492443"/>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88" name="Freeform 88"/>
            <p:cNvSpPr/>
            <p:nvPr/>
          </p:nvSpPr>
          <p:spPr>
            <a:xfrm rot="21015193">
              <a:off x="7172502" y="6525044"/>
              <a:ext cx="784887" cy="160025"/>
            </a:xfrm>
            <a:custGeom>
              <a:avLst/>
              <a:gdLst/>
              <a:ahLst/>
              <a:cxnLst/>
              <a:rect l="l" t="t" r="r" b="b"/>
              <a:pathLst>
                <a:path w="784887" h="160025">
                  <a:moveTo>
                    <a:pt x="784887" y="80013"/>
                  </a:moveTo>
                  <a:cubicBezTo>
                    <a:pt x="784887" y="124203"/>
                    <a:pt x="609184" y="160026"/>
                    <a:pt x="392444" y="160026"/>
                  </a:cubicBezTo>
                  <a:cubicBezTo>
                    <a:pt x="175703" y="160026"/>
                    <a:pt x="0" y="124203"/>
                    <a:pt x="0" y="80013"/>
                  </a:cubicBezTo>
                  <a:cubicBezTo>
                    <a:pt x="0" y="35823"/>
                    <a:pt x="175703" y="0"/>
                    <a:pt x="392444" y="0"/>
                  </a:cubicBezTo>
                  <a:cubicBezTo>
                    <a:pt x="609184" y="0"/>
                    <a:pt x="784887" y="35823"/>
                    <a:pt x="784887" y="80013"/>
                  </a:cubicBezTo>
                  <a:close/>
                </a:path>
              </a:pathLst>
            </a:custGeom>
            <a:solidFill>
              <a:srgbClr val="E6E7E8"/>
            </a:solidFill>
            <a:ln cap="flat">
              <a:prstDash val="solid"/>
            </a:ln>
          </p:spPr>
          <p:txBody>
            <a:bodyPr vert="horz" lIns="91440" tIns="45720" rIns="91440" bIns="45720" anchor="ctr">
              <a:spAutoFit/>
            </a:bodyPr>
            <a:lstStyle/>
            <a:p>
              <a:pPr marL="0" algn="l"/>
              <a:endParaRPr/>
            </a:p>
          </p:txBody>
        </p:sp>
        <p:sp>
          <p:nvSpPr>
            <p:cNvPr id="89" name="Freeform 89"/>
            <p:cNvSpPr/>
            <p:nvPr/>
          </p:nvSpPr>
          <p:spPr>
            <a:xfrm>
              <a:off x="7769785" y="6321066"/>
              <a:ext cx="182879" cy="118109"/>
            </a:xfrm>
            <a:custGeom>
              <a:avLst/>
              <a:gdLst/>
              <a:ahLst/>
              <a:cxnLst/>
              <a:rect l="l" t="t" r="r" b="b"/>
              <a:pathLst>
                <a:path w="182879" h="118109">
                  <a:moveTo>
                    <a:pt x="55245" y="0"/>
                  </a:moveTo>
                  <a:lnTo>
                    <a:pt x="0" y="86677"/>
                  </a:lnTo>
                  <a:lnTo>
                    <a:pt x="107633" y="118110"/>
                  </a:lnTo>
                  <a:lnTo>
                    <a:pt x="182880" y="27622"/>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90" name="Freeform 90"/>
            <p:cNvSpPr/>
            <p:nvPr/>
          </p:nvSpPr>
          <p:spPr>
            <a:xfrm>
              <a:off x="7765618" y="6317834"/>
              <a:ext cx="193156" cy="126103"/>
            </a:xfrm>
            <a:custGeom>
              <a:avLst/>
              <a:gdLst/>
              <a:ahLst/>
              <a:cxnLst/>
              <a:rect l="l" t="t" r="r" b="b"/>
              <a:pathLst>
                <a:path w="193156" h="126103">
                  <a:moveTo>
                    <a:pt x="111800" y="126104"/>
                  </a:moveTo>
                  <a:cubicBezTo>
                    <a:pt x="111800" y="126104"/>
                    <a:pt x="110847" y="126104"/>
                    <a:pt x="110847" y="126104"/>
                  </a:cubicBezTo>
                  <a:lnTo>
                    <a:pt x="3215" y="95624"/>
                  </a:lnTo>
                  <a:cubicBezTo>
                    <a:pt x="357" y="94671"/>
                    <a:pt x="-595" y="91814"/>
                    <a:pt x="357" y="89909"/>
                  </a:cubicBezTo>
                  <a:cubicBezTo>
                    <a:pt x="357" y="89909"/>
                    <a:pt x="357" y="88956"/>
                    <a:pt x="1310" y="88956"/>
                  </a:cubicBezTo>
                  <a:lnTo>
                    <a:pt x="56555" y="2279"/>
                  </a:lnTo>
                  <a:cubicBezTo>
                    <a:pt x="57507" y="374"/>
                    <a:pt x="59412" y="-579"/>
                    <a:pt x="61317" y="374"/>
                  </a:cubicBezTo>
                  <a:lnTo>
                    <a:pt x="188952" y="27996"/>
                  </a:lnTo>
                  <a:cubicBezTo>
                    <a:pt x="190857" y="27996"/>
                    <a:pt x="191810" y="29901"/>
                    <a:pt x="192762" y="30854"/>
                  </a:cubicBezTo>
                  <a:cubicBezTo>
                    <a:pt x="193715" y="32759"/>
                    <a:pt x="192762" y="34664"/>
                    <a:pt x="191810" y="35616"/>
                  </a:cubicBezTo>
                  <a:lnTo>
                    <a:pt x="116562" y="126104"/>
                  </a:lnTo>
                  <a:cubicBezTo>
                    <a:pt x="114657" y="125151"/>
                    <a:pt x="112752" y="126104"/>
                    <a:pt x="111800" y="126104"/>
                  </a:cubicBezTo>
                  <a:close/>
                  <a:moveTo>
                    <a:pt x="11787" y="87051"/>
                  </a:moveTo>
                  <a:lnTo>
                    <a:pt x="109895" y="115626"/>
                  </a:lnTo>
                  <a:lnTo>
                    <a:pt x="178475" y="33711"/>
                  </a:lnTo>
                  <a:lnTo>
                    <a:pt x="62270" y="8946"/>
                  </a:lnTo>
                  <a:lnTo>
                    <a:pt x="11787" y="87051"/>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91" name="Freeform 91"/>
            <p:cNvSpPr/>
            <p:nvPr/>
          </p:nvSpPr>
          <p:spPr>
            <a:xfrm>
              <a:off x="7720142" y="6407743"/>
              <a:ext cx="233410" cy="144014"/>
            </a:xfrm>
            <a:custGeom>
              <a:avLst/>
              <a:gdLst/>
              <a:ahLst/>
              <a:cxnLst/>
              <a:rect l="l" t="t" r="r" b="b"/>
              <a:pathLst>
                <a:path w="233410" h="144014">
                  <a:moveTo>
                    <a:pt x="49643" y="0"/>
                  </a:moveTo>
                  <a:cubicBezTo>
                    <a:pt x="49643" y="0"/>
                    <a:pt x="-2745" y="60960"/>
                    <a:pt x="113" y="67628"/>
                  </a:cubicBezTo>
                  <a:cubicBezTo>
                    <a:pt x="2970" y="75248"/>
                    <a:pt x="222045" y="158115"/>
                    <a:pt x="232523" y="141923"/>
                  </a:cubicBezTo>
                  <a:cubicBezTo>
                    <a:pt x="243000" y="125730"/>
                    <a:pt x="157275" y="30480"/>
                    <a:pt x="157275" y="30480"/>
                  </a:cubicBezTo>
                  <a:lnTo>
                    <a:pt x="49643" y="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92" name="Freeform 92"/>
            <p:cNvSpPr/>
            <p:nvPr/>
          </p:nvSpPr>
          <p:spPr>
            <a:xfrm>
              <a:off x="7715131" y="6403933"/>
              <a:ext cx="242559" cy="153352"/>
            </a:xfrm>
            <a:custGeom>
              <a:avLst/>
              <a:gdLst/>
              <a:ahLst/>
              <a:cxnLst/>
              <a:rect l="l" t="t" r="r" b="b"/>
              <a:pathLst>
                <a:path w="242559" h="153352">
                  <a:moveTo>
                    <a:pt x="229914" y="153353"/>
                  </a:moveTo>
                  <a:cubicBezTo>
                    <a:pt x="228009" y="153353"/>
                    <a:pt x="225152" y="153353"/>
                    <a:pt x="223247" y="153353"/>
                  </a:cubicBezTo>
                  <a:cubicBezTo>
                    <a:pt x="181337" y="148590"/>
                    <a:pt x="4172" y="85725"/>
                    <a:pt x="362" y="74295"/>
                  </a:cubicBezTo>
                  <a:cubicBezTo>
                    <a:pt x="-591" y="71438"/>
                    <a:pt x="-3448" y="64770"/>
                    <a:pt x="50844" y="1905"/>
                  </a:cubicBezTo>
                  <a:cubicBezTo>
                    <a:pt x="51797" y="0"/>
                    <a:pt x="53702" y="0"/>
                    <a:pt x="55607" y="0"/>
                  </a:cubicBezTo>
                  <a:lnTo>
                    <a:pt x="163239" y="30480"/>
                  </a:lnTo>
                  <a:cubicBezTo>
                    <a:pt x="164192" y="30480"/>
                    <a:pt x="165144" y="31433"/>
                    <a:pt x="165144" y="32385"/>
                  </a:cubicBezTo>
                  <a:cubicBezTo>
                    <a:pt x="191814" y="60960"/>
                    <a:pt x="251822" y="132397"/>
                    <a:pt x="241344" y="149542"/>
                  </a:cubicBezTo>
                  <a:cubicBezTo>
                    <a:pt x="239439" y="151447"/>
                    <a:pt x="235629" y="153353"/>
                    <a:pt x="229914" y="153353"/>
                  </a:cubicBezTo>
                  <a:close/>
                  <a:moveTo>
                    <a:pt x="9887" y="70485"/>
                  </a:moveTo>
                  <a:cubicBezTo>
                    <a:pt x="32747" y="85725"/>
                    <a:pt x="218484" y="150495"/>
                    <a:pt x="233724" y="143828"/>
                  </a:cubicBezTo>
                  <a:cubicBezTo>
                    <a:pt x="236582" y="136208"/>
                    <a:pt x="203244" y="88583"/>
                    <a:pt x="159429" y="40005"/>
                  </a:cubicBezTo>
                  <a:lnTo>
                    <a:pt x="56559" y="10478"/>
                  </a:lnTo>
                  <a:cubicBezTo>
                    <a:pt x="39414" y="28575"/>
                    <a:pt x="24174" y="48578"/>
                    <a:pt x="9887" y="7048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93" name="Freeform 93"/>
            <p:cNvSpPr/>
            <p:nvPr/>
          </p:nvSpPr>
          <p:spPr>
            <a:xfrm>
              <a:off x="7114465" y="5651458"/>
              <a:ext cx="1006960" cy="743902"/>
            </a:xfrm>
            <a:custGeom>
              <a:avLst/>
              <a:gdLst/>
              <a:ahLst/>
              <a:cxnLst/>
              <a:rect l="l" t="t" r="r" b="b"/>
              <a:pathLst>
                <a:path w="1006960" h="743902">
                  <a:moveTo>
                    <a:pt x="757237" y="124777"/>
                  </a:moveTo>
                  <a:cubicBezTo>
                    <a:pt x="757237" y="124777"/>
                    <a:pt x="1000125" y="357188"/>
                    <a:pt x="1006792" y="411480"/>
                  </a:cubicBezTo>
                  <a:cubicBezTo>
                    <a:pt x="1013460" y="466725"/>
                    <a:pt x="820103" y="743903"/>
                    <a:pt x="820103" y="743903"/>
                  </a:cubicBezTo>
                  <a:lnTo>
                    <a:pt x="675323" y="681990"/>
                  </a:lnTo>
                  <a:cubicBezTo>
                    <a:pt x="675323" y="681990"/>
                    <a:pt x="838200" y="476250"/>
                    <a:pt x="804862" y="414338"/>
                  </a:cubicBezTo>
                  <a:cubicBezTo>
                    <a:pt x="771525" y="353378"/>
                    <a:pt x="590550" y="242888"/>
                    <a:pt x="590550" y="242888"/>
                  </a:cubicBezTo>
                  <a:cubicBezTo>
                    <a:pt x="590550" y="242888"/>
                    <a:pt x="474345" y="500063"/>
                    <a:pt x="397193" y="540068"/>
                  </a:cubicBezTo>
                  <a:cubicBezTo>
                    <a:pt x="320040" y="580072"/>
                    <a:pt x="0" y="433388"/>
                    <a:pt x="0" y="433388"/>
                  </a:cubicBezTo>
                  <a:lnTo>
                    <a:pt x="65722" y="300990"/>
                  </a:lnTo>
                  <a:cubicBezTo>
                    <a:pt x="65722" y="300990"/>
                    <a:pt x="278130" y="379095"/>
                    <a:pt x="317183" y="344805"/>
                  </a:cubicBezTo>
                  <a:cubicBezTo>
                    <a:pt x="357187" y="311467"/>
                    <a:pt x="421005" y="0"/>
                    <a:pt x="421005" y="0"/>
                  </a:cubicBezTo>
                  <a:lnTo>
                    <a:pt x="757237" y="124777"/>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94" name="Freeform 94"/>
            <p:cNvSpPr/>
            <p:nvPr/>
          </p:nvSpPr>
          <p:spPr>
            <a:xfrm>
              <a:off x="7108036" y="5648353"/>
              <a:ext cx="1016306" cy="751770"/>
            </a:xfrm>
            <a:custGeom>
              <a:avLst/>
              <a:gdLst/>
              <a:ahLst/>
              <a:cxnLst/>
              <a:rect l="l" t="t" r="r" b="b"/>
              <a:pathLst>
                <a:path w="1016306" h="751770">
                  <a:moveTo>
                    <a:pt x="826532" y="751770"/>
                  </a:moveTo>
                  <a:cubicBezTo>
                    <a:pt x="825579" y="751770"/>
                    <a:pt x="825579" y="751770"/>
                    <a:pt x="824627" y="751770"/>
                  </a:cubicBezTo>
                  <a:lnTo>
                    <a:pt x="679847" y="689858"/>
                  </a:lnTo>
                  <a:cubicBezTo>
                    <a:pt x="678894" y="688905"/>
                    <a:pt x="677942" y="687953"/>
                    <a:pt x="676989" y="687000"/>
                  </a:cubicBezTo>
                  <a:cubicBezTo>
                    <a:pt x="676989" y="685095"/>
                    <a:pt x="676989" y="684143"/>
                    <a:pt x="677942" y="683190"/>
                  </a:cubicBezTo>
                  <a:cubicBezTo>
                    <a:pt x="722709" y="626993"/>
                    <a:pt x="832247" y="468878"/>
                    <a:pt x="806529" y="421253"/>
                  </a:cubicBezTo>
                  <a:cubicBezTo>
                    <a:pt x="777002" y="366960"/>
                    <a:pt x="626507" y="271710"/>
                    <a:pt x="597932" y="254565"/>
                  </a:cubicBezTo>
                  <a:cubicBezTo>
                    <a:pt x="580787" y="291713"/>
                    <a:pt x="476964" y="511740"/>
                    <a:pt x="404574" y="548888"/>
                  </a:cubicBezTo>
                  <a:cubicBezTo>
                    <a:pt x="326469" y="589845"/>
                    <a:pt x="16907" y="447923"/>
                    <a:pt x="3572" y="442208"/>
                  </a:cubicBezTo>
                  <a:cubicBezTo>
                    <a:pt x="2619" y="441255"/>
                    <a:pt x="1667" y="440303"/>
                    <a:pt x="714" y="439350"/>
                  </a:cubicBezTo>
                  <a:cubicBezTo>
                    <a:pt x="-238" y="438398"/>
                    <a:pt x="-238" y="436493"/>
                    <a:pt x="714" y="435540"/>
                  </a:cubicBezTo>
                  <a:lnTo>
                    <a:pt x="66437" y="303143"/>
                  </a:lnTo>
                  <a:cubicBezTo>
                    <a:pt x="67389" y="301238"/>
                    <a:pt x="70247" y="300285"/>
                    <a:pt x="72152" y="301238"/>
                  </a:cubicBezTo>
                  <a:cubicBezTo>
                    <a:pt x="130254" y="322193"/>
                    <a:pt x="288369" y="372675"/>
                    <a:pt x="318849" y="346005"/>
                  </a:cubicBezTo>
                  <a:cubicBezTo>
                    <a:pt x="349329" y="319335"/>
                    <a:pt x="403622" y="90735"/>
                    <a:pt x="420767" y="4058"/>
                  </a:cubicBezTo>
                  <a:cubicBezTo>
                    <a:pt x="421719" y="1200"/>
                    <a:pt x="423624" y="-705"/>
                    <a:pt x="426482" y="248"/>
                  </a:cubicBezTo>
                  <a:cubicBezTo>
                    <a:pt x="426482" y="248"/>
                    <a:pt x="426482" y="248"/>
                    <a:pt x="427434" y="248"/>
                  </a:cubicBezTo>
                  <a:lnTo>
                    <a:pt x="762714" y="124073"/>
                  </a:lnTo>
                  <a:cubicBezTo>
                    <a:pt x="763667" y="124073"/>
                    <a:pt x="763667" y="125025"/>
                    <a:pt x="764619" y="125025"/>
                  </a:cubicBezTo>
                  <a:cubicBezTo>
                    <a:pt x="774144" y="134550"/>
                    <a:pt x="1008459" y="358388"/>
                    <a:pt x="1016079" y="414585"/>
                  </a:cubicBezTo>
                  <a:cubicBezTo>
                    <a:pt x="1023699" y="470783"/>
                    <a:pt x="837009" y="738435"/>
                    <a:pt x="829389" y="749865"/>
                  </a:cubicBezTo>
                  <a:cubicBezTo>
                    <a:pt x="829389" y="750818"/>
                    <a:pt x="827484" y="751770"/>
                    <a:pt x="826532" y="751770"/>
                  </a:cubicBezTo>
                  <a:close/>
                  <a:moveTo>
                    <a:pt x="689372" y="683190"/>
                  </a:moveTo>
                  <a:lnTo>
                    <a:pt x="824627" y="741293"/>
                  </a:lnTo>
                  <a:cubicBezTo>
                    <a:pt x="879872" y="662235"/>
                    <a:pt x="1013222" y="458400"/>
                    <a:pt x="1008459" y="415538"/>
                  </a:cubicBezTo>
                  <a:cubicBezTo>
                    <a:pt x="1003697" y="372675"/>
                    <a:pt x="844629" y="212655"/>
                    <a:pt x="760809" y="131693"/>
                  </a:cubicBezTo>
                  <a:lnTo>
                    <a:pt x="431244" y="10725"/>
                  </a:lnTo>
                  <a:cubicBezTo>
                    <a:pt x="421719" y="53588"/>
                    <a:pt x="365522" y="320288"/>
                    <a:pt x="326469" y="352673"/>
                  </a:cubicBezTo>
                  <a:cubicBezTo>
                    <a:pt x="288369" y="385058"/>
                    <a:pt x="109299" y="324098"/>
                    <a:pt x="74057" y="310763"/>
                  </a:cubicBezTo>
                  <a:lnTo>
                    <a:pt x="12144" y="434588"/>
                  </a:lnTo>
                  <a:cubicBezTo>
                    <a:pt x="51197" y="451733"/>
                    <a:pt x="331232" y="575558"/>
                    <a:pt x="400764" y="539363"/>
                  </a:cubicBezTo>
                  <a:cubicBezTo>
                    <a:pt x="475059" y="500310"/>
                    <a:pt x="590312" y="246945"/>
                    <a:pt x="592217" y="244088"/>
                  </a:cubicBezTo>
                  <a:cubicBezTo>
                    <a:pt x="593169" y="243135"/>
                    <a:pt x="594122" y="242183"/>
                    <a:pt x="595074" y="241230"/>
                  </a:cubicBezTo>
                  <a:cubicBezTo>
                    <a:pt x="596027" y="240278"/>
                    <a:pt x="597932" y="240278"/>
                    <a:pt x="598884" y="241230"/>
                  </a:cubicBezTo>
                  <a:cubicBezTo>
                    <a:pt x="606504" y="245993"/>
                    <a:pt x="781764" y="352673"/>
                    <a:pt x="815102" y="415538"/>
                  </a:cubicBezTo>
                  <a:cubicBezTo>
                    <a:pt x="847487" y="473640"/>
                    <a:pt x="714137" y="650805"/>
                    <a:pt x="689372" y="683190"/>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95" name="Freeform 95"/>
            <p:cNvSpPr/>
            <p:nvPr/>
          </p:nvSpPr>
          <p:spPr>
            <a:xfrm>
              <a:off x="8372315" y="5056899"/>
              <a:ext cx="156145" cy="130691"/>
            </a:xfrm>
            <a:custGeom>
              <a:avLst/>
              <a:gdLst/>
              <a:ahLst/>
              <a:cxnLst/>
              <a:rect l="l" t="t" r="r" b="b"/>
              <a:pathLst>
                <a:path w="156145" h="130691">
                  <a:moveTo>
                    <a:pt x="34693" y="130692"/>
                  </a:moveTo>
                  <a:cubicBezTo>
                    <a:pt x="51838" y="118309"/>
                    <a:pt x="69935" y="108784"/>
                    <a:pt x="89938" y="100212"/>
                  </a:cubicBezTo>
                  <a:cubicBezTo>
                    <a:pt x="111845" y="92592"/>
                    <a:pt x="140420" y="87829"/>
                    <a:pt x="133753" y="78304"/>
                  </a:cubicBezTo>
                  <a:cubicBezTo>
                    <a:pt x="127085" y="68779"/>
                    <a:pt x="74698" y="82114"/>
                    <a:pt x="74698" y="82114"/>
                  </a:cubicBezTo>
                  <a:cubicBezTo>
                    <a:pt x="74698" y="82114"/>
                    <a:pt x="105178" y="34489"/>
                    <a:pt x="123275" y="24964"/>
                  </a:cubicBezTo>
                  <a:cubicBezTo>
                    <a:pt x="140420" y="15439"/>
                    <a:pt x="165185" y="16392"/>
                    <a:pt x="152803" y="7819"/>
                  </a:cubicBezTo>
                  <a:cubicBezTo>
                    <a:pt x="140420" y="-753"/>
                    <a:pt x="103273" y="-2658"/>
                    <a:pt x="90890" y="4009"/>
                  </a:cubicBezTo>
                  <a:cubicBezTo>
                    <a:pt x="78508" y="10677"/>
                    <a:pt x="4213" y="91639"/>
                    <a:pt x="403" y="96402"/>
                  </a:cubicBezTo>
                  <a:cubicBezTo>
                    <a:pt x="-4360" y="101164"/>
                    <a:pt x="34693" y="130692"/>
                    <a:pt x="34693" y="130692"/>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96" name="Freeform 96"/>
            <p:cNvSpPr/>
            <p:nvPr/>
          </p:nvSpPr>
          <p:spPr>
            <a:xfrm>
              <a:off x="8367002" y="5052396"/>
              <a:ext cx="165885" cy="139956"/>
            </a:xfrm>
            <a:custGeom>
              <a:avLst/>
              <a:gdLst/>
              <a:ahLst/>
              <a:cxnLst/>
              <a:rect l="l" t="t" r="r" b="b"/>
              <a:pathLst>
                <a:path w="165885" h="139956">
                  <a:moveTo>
                    <a:pt x="40005" y="139957"/>
                  </a:moveTo>
                  <a:cubicBezTo>
                    <a:pt x="39053" y="139957"/>
                    <a:pt x="38100" y="139957"/>
                    <a:pt x="37148" y="139004"/>
                  </a:cubicBezTo>
                  <a:cubicBezTo>
                    <a:pt x="13335" y="120907"/>
                    <a:pt x="953" y="108524"/>
                    <a:pt x="0" y="102809"/>
                  </a:cubicBezTo>
                  <a:cubicBezTo>
                    <a:pt x="0" y="100904"/>
                    <a:pt x="0" y="98999"/>
                    <a:pt x="953" y="98047"/>
                  </a:cubicBezTo>
                  <a:cubicBezTo>
                    <a:pt x="1905" y="97094"/>
                    <a:pt x="78105" y="12322"/>
                    <a:pt x="93345" y="4702"/>
                  </a:cubicBezTo>
                  <a:cubicBezTo>
                    <a:pt x="108585" y="-2918"/>
                    <a:pt x="146685" y="-1013"/>
                    <a:pt x="160973" y="8512"/>
                  </a:cubicBezTo>
                  <a:cubicBezTo>
                    <a:pt x="162878" y="9464"/>
                    <a:pt x="166688" y="13274"/>
                    <a:pt x="165735" y="18037"/>
                  </a:cubicBezTo>
                  <a:cubicBezTo>
                    <a:pt x="164783" y="22799"/>
                    <a:pt x="159067" y="24704"/>
                    <a:pt x="149542" y="27562"/>
                  </a:cubicBezTo>
                  <a:cubicBezTo>
                    <a:pt x="142875" y="29467"/>
                    <a:pt x="136208" y="31372"/>
                    <a:pt x="130492" y="34229"/>
                  </a:cubicBezTo>
                  <a:cubicBezTo>
                    <a:pt x="120015" y="39944"/>
                    <a:pt x="101917" y="62804"/>
                    <a:pt x="91440" y="78997"/>
                  </a:cubicBezTo>
                  <a:cubicBezTo>
                    <a:pt x="112395" y="74234"/>
                    <a:pt x="138113" y="70424"/>
                    <a:pt x="143828" y="79949"/>
                  </a:cubicBezTo>
                  <a:cubicBezTo>
                    <a:pt x="145733" y="81854"/>
                    <a:pt x="146685" y="85664"/>
                    <a:pt x="145733" y="88522"/>
                  </a:cubicBezTo>
                  <a:cubicBezTo>
                    <a:pt x="142875" y="96142"/>
                    <a:pt x="132398" y="98999"/>
                    <a:pt x="112395" y="104714"/>
                  </a:cubicBezTo>
                  <a:cubicBezTo>
                    <a:pt x="107633" y="105667"/>
                    <a:pt x="102870" y="107572"/>
                    <a:pt x="97155" y="109477"/>
                  </a:cubicBezTo>
                  <a:cubicBezTo>
                    <a:pt x="78105" y="117097"/>
                    <a:pt x="60008" y="126622"/>
                    <a:pt x="43815" y="138052"/>
                  </a:cubicBezTo>
                  <a:cubicBezTo>
                    <a:pt x="41910" y="139004"/>
                    <a:pt x="40958" y="139957"/>
                    <a:pt x="40005" y="139957"/>
                  </a:cubicBezTo>
                  <a:close/>
                  <a:moveTo>
                    <a:pt x="10478" y="102809"/>
                  </a:moveTo>
                  <a:cubicBezTo>
                    <a:pt x="20003" y="112334"/>
                    <a:pt x="29528" y="120907"/>
                    <a:pt x="40005" y="128527"/>
                  </a:cubicBezTo>
                  <a:cubicBezTo>
                    <a:pt x="56198" y="117097"/>
                    <a:pt x="74295" y="107572"/>
                    <a:pt x="93345" y="99952"/>
                  </a:cubicBezTo>
                  <a:cubicBezTo>
                    <a:pt x="98108" y="98047"/>
                    <a:pt x="102870" y="97094"/>
                    <a:pt x="108585" y="95189"/>
                  </a:cubicBezTo>
                  <a:cubicBezTo>
                    <a:pt x="118110" y="92332"/>
                    <a:pt x="133350" y="87569"/>
                    <a:pt x="135255" y="84712"/>
                  </a:cubicBezTo>
                  <a:cubicBezTo>
                    <a:pt x="131445" y="81854"/>
                    <a:pt x="106680" y="84712"/>
                    <a:pt x="80963" y="91379"/>
                  </a:cubicBezTo>
                  <a:cubicBezTo>
                    <a:pt x="78105" y="92332"/>
                    <a:pt x="76200" y="90427"/>
                    <a:pt x="75248" y="87569"/>
                  </a:cubicBezTo>
                  <a:cubicBezTo>
                    <a:pt x="75248" y="86617"/>
                    <a:pt x="75248" y="84712"/>
                    <a:pt x="76200" y="83759"/>
                  </a:cubicBezTo>
                  <a:cubicBezTo>
                    <a:pt x="77153" y="81854"/>
                    <a:pt x="107633" y="35182"/>
                    <a:pt x="125730" y="25657"/>
                  </a:cubicBezTo>
                  <a:cubicBezTo>
                    <a:pt x="132398" y="21847"/>
                    <a:pt x="140017" y="19942"/>
                    <a:pt x="147638" y="18037"/>
                  </a:cubicBezTo>
                  <a:lnTo>
                    <a:pt x="154305" y="16132"/>
                  </a:lnTo>
                  <a:cubicBezTo>
                    <a:pt x="136208" y="8512"/>
                    <a:pt x="116205" y="7559"/>
                    <a:pt x="98108" y="13274"/>
                  </a:cubicBezTo>
                  <a:cubicBezTo>
                    <a:pt x="87630" y="18989"/>
                    <a:pt x="22860" y="89474"/>
                    <a:pt x="10478" y="102809"/>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97" name="Freeform 97"/>
            <p:cNvSpPr/>
            <p:nvPr/>
          </p:nvSpPr>
          <p:spPr>
            <a:xfrm>
              <a:off x="7919327" y="5146633"/>
              <a:ext cx="512445" cy="284797"/>
            </a:xfrm>
            <a:custGeom>
              <a:avLst/>
              <a:gdLst/>
              <a:ahLst/>
              <a:cxnLst/>
              <a:rect l="l" t="t" r="r" b="b"/>
              <a:pathLst>
                <a:path w="512445" h="284797">
                  <a:moveTo>
                    <a:pt x="0" y="72390"/>
                  </a:moveTo>
                  <a:cubicBezTo>
                    <a:pt x="0" y="72390"/>
                    <a:pt x="302895" y="136208"/>
                    <a:pt x="331470" y="128588"/>
                  </a:cubicBezTo>
                  <a:lnTo>
                    <a:pt x="445770" y="0"/>
                  </a:lnTo>
                  <a:lnTo>
                    <a:pt x="512445" y="43815"/>
                  </a:lnTo>
                  <a:cubicBezTo>
                    <a:pt x="512445" y="43815"/>
                    <a:pt x="477203" y="149543"/>
                    <a:pt x="429578" y="210502"/>
                  </a:cubicBezTo>
                  <a:cubicBezTo>
                    <a:pt x="381000" y="271463"/>
                    <a:pt x="64770" y="284798"/>
                    <a:pt x="64770" y="284798"/>
                  </a:cubicBezTo>
                  <a:lnTo>
                    <a:pt x="0" y="72390"/>
                  </a:ln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98" name="Freeform 98"/>
            <p:cNvSpPr/>
            <p:nvPr/>
          </p:nvSpPr>
          <p:spPr>
            <a:xfrm>
              <a:off x="7754979" y="4889039"/>
              <a:ext cx="350272" cy="261508"/>
            </a:xfrm>
            <a:custGeom>
              <a:avLst/>
              <a:gdLst/>
              <a:ahLst/>
              <a:cxnLst/>
              <a:rect l="l" t="t" r="r" b="b"/>
              <a:pathLst>
                <a:path w="350272" h="261508">
                  <a:moveTo>
                    <a:pt x="168159" y="260452"/>
                  </a:moveTo>
                  <a:cubicBezTo>
                    <a:pt x="150061" y="258547"/>
                    <a:pt x="131964" y="252832"/>
                    <a:pt x="115771" y="244259"/>
                  </a:cubicBezTo>
                  <a:cubicBezTo>
                    <a:pt x="88149" y="227114"/>
                    <a:pt x="69099" y="198539"/>
                    <a:pt x="63384" y="167107"/>
                  </a:cubicBezTo>
                  <a:cubicBezTo>
                    <a:pt x="24331" y="162344"/>
                    <a:pt x="-4244" y="126149"/>
                    <a:pt x="519" y="86144"/>
                  </a:cubicBezTo>
                  <a:cubicBezTo>
                    <a:pt x="519" y="86144"/>
                    <a:pt x="519" y="85192"/>
                    <a:pt x="519" y="85192"/>
                  </a:cubicBezTo>
                  <a:cubicBezTo>
                    <a:pt x="23379" y="90907"/>
                    <a:pt x="49096" y="85192"/>
                    <a:pt x="67194" y="69952"/>
                  </a:cubicBezTo>
                  <a:cubicBezTo>
                    <a:pt x="43381" y="71857"/>
                    <a:pt x="23379" y="54712"/>
                    <a:pt x="20521" y="30899"/>
                  </a:cubicBezTo>
                  <a:cubicBezTo>
                    <a:pt x="20521" y="28042"/>
                    <a:pt x="20521" y="26137"/>
                    <a:pt x="21474" y="23279"/>
                  </a:cubicBezTo>
                  <a:cubicBezTo>
                    <a:pt x="25284" y="16612"/>
                    <a:pt x="34809" y="17564"/>
                    <a:pt x="42429" y="19469"/>
                  </a:cubicBezTo>
                  <a:cubicBezTo>
                    <a:pt x="78624" y="27089"/>
                    <a:pt x="116724" y="20422"/>
                    <a:pt x="152919" y="12802"/>
                  </a:cubicBezTo>
                  <a:cubicBezTo>
                    <a:pt x="189114" y="5182"/>
                    <a:pt x="227214" y="-3391"/>
                    <a:pt x="263409" y="1372"/>
                  </a:cubicBezTo>
                  <a:cubicBezTo>
                    <a:pt x="316749" y="8992"/>
                    <a:pt x="357706" y="47092"/>
                    <a:pt x="349134" y="102337"/>
                  </a:cubicBezTo>
                  <a:cubicBezTo>
                    <a:pt x="347229" y="121387"/>
                    <a:pt x="342466" y="140437"/>
                    <a:pt x="334846" y="158534"/>
                  </a:cubicBezTo>
                  <a:cubicBezTo>
                    <a:pt x="331036" y="164249"/>
                    <a:pt x="326274" y="169964"/>
                    <a:pt x="320559" y="173774"/>
                  </a:cubicBezTo>
                  <a:cubicBezTo>
                    <a:pt x="291031" y="198539"/>
                    <a:pt x="270076" y="234734"/>
                    <a:pt x="233881" y="250927"/>
                  </a:cubicBezTo>
                  <a:cubicBezTo>
                    <a:pt x="214831" y="260452"/>
                    <a:pt x="191019" y="263309"/>
                    <a:pt x="168159" y="260452"/>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99" name="Freeform 99"/>
            <p:cNvSpPr/>
            <p:nvPr/>
          </p:nvSpPr>
          <p:spPr>
            <a:xfrm>
              <a:off x="7750940" y="4884605"/>
              <a:ext cx="360534" cy="270744"/>
            </a:xfrm>
            <a:custGeom>
              <a:avLst/>
              <a:gdLst/>
              <a:ahLst/>
              <a:cxnLst/>
              <a:rect l="l" t="t" r="r" b="b"/>
              <a:pathLst>
                <a:path w="360534" h="270744">
                  <a:moveTo>
                    <a:pt x="188390" y="270600"/>
                  </a:moveTo>
                  <a:cubicBezTo>
                    <a:pt x="182675" y="270600"/>
                    <a:pt x="177913" y="270600"/>
                    <a:pt x="172198" y="269648"/>
                  </a:cubicBezTo>
                  <a:lnTo>
                    <a:pt x="172198" y="269648"/>
                  </a:lnTo>
                  <a:cubicBezTo>
                    <a:pt x="153148" y="267743"/>
                    <a:pt x="135050" y="262028"/>
                    <a:pt x="117905" y="252503"/>
                  </a:cubicBezTo>
                  <a:cubicBezTo>
                    <a:pt x="90283" y="235358"/>
                    <a:pt x="70280" y="206783"/>
                    <a:pt x="63613" y="175350"/>
                  </a:cubicBezTo>
                  <a:cubicBezTo>
                    <a:pt x="22655" y="167730"/>
                    <a:pt x="-4967" y="129630"/>
                    <a:pt x="748" y="88673"/>
                  </a:cubicBezTo>
                  <a:cubicBezTo>
                    <a:pt x="748" y="87720"/>
                    <a:pt x="1700" y="85815"/>
                    <a:pt x="2653" y="85815"/>
                  </a:cubicBezTo>
                  <a:cubicBezTo>
                    <a:pt x="3605" y="84863"/>
                    <a:pt x="5510" y="84863"/>
                    <a:pt x="6463" y="84863"/>
                  </a:cubicBezTo>
                  <a:cubicBezTo>
                    <a:pt x="23608" y="89625"/>
                    <a:pt x="41705" y="86768"/>
                    <a:pt x="57898" y="78195"/>
                  </a:cubicBezTo>
                  <a:cubicBezTo>
                    <a:pt x="50278" y="76290"/>
                    <a:pt x="43610" y="72480"/>
                    <a:pt x="37895" y="67718"/>
                  </a:cubicBezTo>
                  <a:cubicBezTo>
                    <a:pt x="28370" y="60098"/>
                    <a:pt x="21703" y="47715"/>
                    <a:pt x="20750" y="35333"/>
                  </a:cubicBezTo>
                  <a:cubicBezTo>
                    <a:pt x="20750" y="32475"/>
                    <a:pt x="20750" y="28665"/>
                    <a:pt x="22655" y="25808"/>
                  </a:cubicBezTo>
                  <a:cubicBezTo>
                    <a:pt x="28370" y="15330"/>
                    <a:pt x="42658" y="18188"/>
                    <a:pt x="48373" y="19140"/>
                  </a:cubicBezTo>
                  <a:cubicBezTo>
                    <a:pt x="83615" y="26760"/>
                    <a:pt x="119810" y="20093"/>
                    <a:pt x="156958" y="12473"/>
                  </a:cubicBezTo>
                  <a:lnTo>
                    <a:pt x="161720" y="11520"/>
                  </a:lnTo>
                  <a:cubicBezTo>
                    <a:pt x="196963" y="3900"/>
                    <a:pt x="233158" y="-3720"/>
                    <a:pt x="269353" y="1995"/>
                  </a:cubicBezTo>
                  <a:cubicBezTo>
                    <a:pt x="298880" y="4853"/>
                    <a:pt x="325550" y="20093"/>
                    <a:pt x="343648" y="42953"/>
                  </a:cubicBezTo>
                  <a:cubicBezTo>
                    <a:pt x="357935" y="62003"/>
                    <a:pt x="363650" y="85815"/>
                    <a:pt x="358888" y="108675"/>
                  </a:cubicBezTo>
                  <a:cubicBezTo>
                    <a:pt x="356983" y="128678"/>
                    <a:pt x="352220" y="147728"/>
                    <a:pt x="344600" y="165825"/>
                  </a:cubicBezTo>
                  <a:cubicBezTo>
                    <a:pt x="340790" y="172493"/>
                    <a:pt x="336028" y="177255"/>
                    <a:pt x="330313" y="182018"/>
                  </a:cubicBezTo>
                  <a:lnTo>
                    <a:pt x="329360" y="182970"/>
                  </a:lnTo>
                  <a:cubicBezTo>
                    <a:pt x="318883" y="191543"/>
                    <a:pt x="309358" y="202020"/>
                    <a:pt x="300785" y="211545"/>
                  </a:cubicBezTo>
                  <a:cubicBezTo>
                    <a:pt x="283640" y="229643"/>
                    <a:pt x="266495" y="248693"/>
                    <a:pt x="242683" y="260123"/>
                  </a:cubicBezTo>
                  <a:cubicBezTo>
                    <a:pt x="225538" y="267743"/>
                    <a:pt x="207440" y="271553"/>
                    <a:pt x="188390" y="270600"/>
                  </a:cubicBezTo>
                  <a:close/>
                  <a:moveTo>
                    <a:pt x="173150" y="260123"/>
                  </a:moveTo>
                  <a:cubicBezTo>
                    <a:pt x="195058" y="262980"/>
                    <a:pt x="217918" y="259170"/>
                    <a:pt x="238873" y="251550"/>
                  </a:cubicBezTo>
                  <a:cubicBezTo>
                    <a:pt x="260780" y="242025"/>
                    <a:pt x="277925" y="223928"/>
                    <a:pt x="294118" y="205830"/>
                  </a:cubicBezTo>
                  <a:cubicBezTo>
                    <a:pt x="303643" y="195353"/>
                    <a:pt x="314120" y="184875"/>
                    <a:pt x="324598" y="175350"/>
                  </a:cubicBezTo>
                  <a:lnTo>
                    <a:pt x="325550" y="174398"/>
                  </a:lnTo>
                  <a:cubicBezTo>
                    <a:pt x="330313" y="170588"/>
                    <a:pt x="334123" y="166778"/>
                    <a:pt x="336980" y="162015"/>
                  </a:cubicBezTo>
                  <a:cubicBezTo>
                    <a:pt x="343648" y="144870"/>
                    <a:pt x="348410" y="125820"/>
                    <a:pt x="350315" y="107723"/>
                  </a:cubicBezTo>
                  <a:cubicBezTo>
                    <a:pt x="354125" y="86768"/>
                    <a:pt x="349363" y="65813"/>
                    <a:pt x="336980" y="48668"/>
                  </a:cubicBezTo>
                  <a:cubicBezTo>
                    <a:pt x="319835" y="27713"/>
                    <a:pt x="295070" y="14378"/>
                    <a:pt x="268400" y="11520"/>
                  </a:cubicBezTo>
                  <a:cubicBezTo>
                    <a:pt x="234110" y="6758"/>
                    <a:pt x="197915" y="14378"/>
                    <a:pt x="163625" y="21045"/>
                  </a:cubicBezTo>
                  <a:lnTo>
                    <a:pt x="158863" y="21998"/>
                  </a:lnTo>
                  <a:cubicBezTo>
                    <a:pt x="119810" y="30570"/>
                    <a:pt x="82663" y="37238"/>
                    <a:pt x="45515" y="28665"/>
                  </a:cubicBezTo>
                  <a:cubicBezTo>
                    <a:pt x="36943" y="26760"/>
                    <a:pt x="31228" y="26760"/>
                    <a:pt x="30275" y="29618"/>
                  </a:cubicBezTo>
                  <a:cubicBezTo>
                    <a:pt x="30275" y="31523"/>
                    <a:pt x="30275" y="32475"/>
                    <a:pt x="30275" y="34380"/>
                  </a:cubicBezTo>
                  <a:cubicBezTo>
                    <a:pt x="32180" y="55335"/>
                    <a:pt x="50278" y="70575"/>
                    <a:pt x="71233" y="68670"/>
                  </a:cubicBezTo>
                  <a:cubicBezTo>
                    <a:pt x="73138" y="68670"/>
                    <a:pt x="75043" y="69623"/>
                    <a:pt x="75995" y="71528"/>
                  </a:cubicBezTo>
                  <a:cubicBezTo>
                    <a:pt x="76948" y="73433"/>
                    <a:pt x="75995" y="75338"/>
                    <a:pt x="75043" y="77243"/>
                  </a:cubicBezTo>
                  <a:cubicBezTo>
                    <a:pt x="56945" y="92483"/>
                    <a:pt x="33133" y="99150"/>
                    <a:pt x="9320" y="94388"/>
                  </a:cubicBezTo>
                  <a:cubicBezTo>
                    <a:pt x="7415" y="110580"/>
                    <a:pt x="12178" y="126773"/>
                    <a:pt x="22655" y="140108"/>
                  </a:cubicBezTo>
                  <a:cubicBezTo>
                    <a:pt x="33133" y="154395"/>
                    <a:pt x="49325" y="163920"/>
                    <a:pt x="67423" y="165825"/>
                  </a:cubicBezTo>
                  <a:cubicBezTo>
                    <a:pt x="69328" y="165825"/>
                    <a:pt x="71233" y="167730"/>
                    <a:pt x="72185" y="169635"/>
                  </a:cubicBezTo>
                  <a:cubicBezTo>
                    <a:pt x="77900" y="200115"/>
                    <a:pt x="95998" y="226785"/>
                    <a:pt x="121715" y="243930"/>
                  </a:cubicBezTo>
                  <a:cubicBezTo>
                    <a:pt x="137908" y="253455"/>
                    <a:pt x="155053" y="259170"/>
                    <a:pt x="173150" y="260123"/>
                  </a:cubicBezTo>
                  <a:lnTo>
                    <a:pt x="173150" y="260123"/>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00" name="Freeform 100"/>
            <p:cNvSpPr/>
            <p:nvPr/>
          </p:nvSpPr>
          <p:spPr>
            <a:xfrm>
              <a:off x="8089825" y="5068528"/>
              <a:ext cx="30819" cy="66407"/>
            </a:xfrm>
            <a:custGeom>
              <a:avLst/>
              <a:gdLst/>
              <a:ahLst/>
              <a:cxnLst/>
              <a:rect l="l" t="t" r="r" b="b"/>
              <a:pathLst>
                <a:path w="30819" h="66407">
                  <a:moveTo>
                    <a:pt x="8572" y="0"/>
                  </a:moveTo>
                  <a:cubicBezTo>
                    <a:pt x="8572" y="0"/>
                    <a:pt x="37147" y="52388"/>
                    <a:pt x="29527" y="61913"/>
                  </a:cubicBezTo>
                  <a:cubicBezTo>
                    <a:pt x="21907" y="71438"/>
                    <a:pt x="0" y="62865"/>
                    <a:pt x="0" y="62865"/>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01" name="Freeform 101"/>
            <p:cNvSpPr/>
            <p:nvPr/>
          </p:nvSpPr>
          <p:spPr>
            <a:xfrm>
              <a:off x="8084705" y="5063392"/>
              <a:ext cx="38643" cy="76756"/>
            </a:xfrm>
            <a:custGeom>
              <a:avLst/>
              <a:gdLst/>
              <a:ahLst/>
              <a:cxnLst/>
              <a:rect l="l" t="t" r="r" b="b"/>
              <a:pathLst>
                <a:path w="38643" h="76756">
                  <a:moveTo>
                    <a:pt x="22265" y="76574"/>
                  </a:moveTo>
                  <a:cubicBezTo>
                    <a:pt x="15597" y="76574"/>
                    <a:pt x="8930" y="74669"/>
                    <a:pt x="3215" y="72764"/>
                  </a:cubicBezTo>
                  <a:cubicBezTo>
                    <a:pt x="357" y="71811"/>
                    <a:pt x="-595" y="68954"/>
                    <a:pt x="357" y="66096"/>
                  </a:cubicBezTo>
                  <a:cubicBezTo>
                    <a:pt x="357" y="66096"/>
                    <a:pt x="357" y="66096"/>
                    <a:pt x="357" y="66096"/>
                  </a:cubicBezTo>
                  <a:cubicBezTo>
                    <a:pt x="1310" y="63239"/>
                    <a:pt x="4167" y="62286"/>
                    <a:pt x="6072" y="63239"/>
                  </a:cubicBezTo>
                  <a:cubicBezTo>
                    <a:pt x="6072" y="63239"/>
                    <a:pt x="6072" y="63239"/>
                    <a:pt x="6072" y="63239"/>
                  </a:cubicBezTo>
                  <a:cubicBezTo>
                    <a:pt x="11787" y="66096"/>
                    <a:pt x="26075" y="68954"/>
                    <a:pt x="29885" y="64191"/>
                  </a:cubicBezTo>
                  <a:cubicBezTo>
                    <a:pt x="33695" y="59429"/>
                    <a:pt x="22265" y="32759"/>
                    <a:pt x="8930" y="7041"/>
                  </a:cubicBezTo>
                  <a:cubicBezTo>
                    <a:pt x="7025" y="5136"/>
                    <a:pt x="7977" y="2279"/>
                    <a:pt x="9882" y="374"/>
                  </a:cubicBezTo>
                  <a:cubicBezTo>
                    <a:pt x="9882" y="374"/>
                    <a:pt x="9882" y="374"/>
                    <a:pt x="9882" y="374"/>
                  </a:cubicBezTo>
                  <a:cubicBezTo>
                    <a:pt x="11787" y="-579"/>
                    <a:pt x="15597" y="374"/>
                    <a:pt x="16550" y="2279"/>
                  </a:cubicBezTo>
                  <a:cubicBezTo>
                    <a:pt x="25122" y="18471"/>
                    <a:pt x="45125" y="58476"/>
                    <a:pt x="36552" y="69906"/>
                  </a:cubicBezTo>
                  <a:cubicBezTo>
                    <a:pt x="34647" y="74669"/>
                    <a:pt x="28932" y="77526"/>
                    <a:pt x="22265" y="76574"/>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02" name="Freeform 102"/>
            <p:cNvSpPr/>
            <p:nvPr/>
          </p:nvSpPr>
          <p:spPr>
            <a:xfrm>
              <a:off x="7919327" y="4979946"/>
              <a:ext cx="190146" cy="299433"/>
            </a:xfrm>
            <a:custGeom>
              <a:avLst/>
              <a:gdLst/>
              <a:ahLst/>
              <a:cxnLst/>
              <a:rect l="l" t="t" r="r" b="b"/>
              <a:pathLst>
                <a:path w="190146" h="299433">
                  <a:moveTo>
                    <a:pt x="178117" y="21907"/>
                  </a:moveTo>
                  <a:cubicBezTo>
                    <a:pt x="197167" y="40957"/>
                    <a:pt x="188595" y="76200"/>
                    <a:pt x="185738" y="100013"/>
                  </a:cubicBezTo>
                  <a:cubicBezTo>
                    <a:pt x="182880" y="133350"/>
                    <a:pt x="179070" y="165735"/>
                    <a:pt x="174308" y="199073"/>
                  </a:cubicBezTo>
                  <a:cubicBezTo>
                    <a:pt x="171450" y="220027"/>
                    <a:pt x="117158" y="215265"/>
                    <a:pt x="108585" y="208598"/>
                  </a:cubicBezTo>
                  <a:lnTo>
                    <a:pt x="107633" y="278130"/>
                  </a:lnTo>
                  <a:cubicBezTo>
                    <a:pt x="107633" y="278130"/>
                    <a:pt x="91440" y="315278"/>
                    <a:pt x="49530" y="291465"/>
                  </a:cubicBezTo>
                  <a:cubicBezTo>
                    <a:pt x="7620" y="267653"/>
                    <a:pt x="0" y="239077"/>
                    <a:pt x="0" y="239077"/>
                  </a:cubicBezTo>
                  <a:lnTo>
                    <a:pt x="11430" y="143827"/>
                  </a:lnTo>
                  <a:cubicBezTo>
                    <a:pt x="11430" y="143827"/>
                    <a:pt x="47625" y="146685"/>
                    <a:pt x="72390" y="106680"/>
                  </a:cubicBezTo>
                  <a:cubicBezTo>
                    <a:pt x="97155" y="65723"/>
                    <a:pt x="101917" y="0"/>
                    <a:pt x="101917" y="0"/>
                  </a:cubicBezTo>
                  <a:cubicBezTo>
                    <a:pt x="101917" y="0"/>
                    <a:pt x="159067" y="3810"/>
                    <a:pt x="178117" y="21907"/>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03" name="Freeform 103"/>
            <p:cNvSpPr/>
            <p:nvPr/>
          </p:nvSpPr>
          <p:spPr>
            <a:xfrm>
              <a:off x="7913612" y="4975183"/>
              <a:ext cx="198638" cy="308610"/>
            </a:xfrm>
            <a:custGeom>
              <a:avLst/>
              <a:gdLst/>
              <a:ahLst/>
              <a:cxnLst/>
              <a:rect l="l" t="t" r="r" b="b"/>
              <a:pathLst>
                <a:path w="198638" h="308610">
                  <a:moveTo>
                    <a:pt x="80963" y="308610"/>
                  </a:moveTo>
                  <a:cubicBezTo>
                    <a:pt x="70485" y="308610"/>
                    <a:pt x="60960" y="305753"/>
                    <a:pt x="52388" y="300038"/>
                  </a:cubicBezTo>
                  <a:cubicBezTo>
                    <a:pt x="9525" y="275273"/>
                    <a:pt x="952" y="245745"/>
                    <a:pt x="0" y="244793"/>
                  </a:cubicBezTo>
                  <a:cubicBezTo>
                    <a:pt x="0" y="243840"/>
                    <a:pt x="0" y="243840"/>
                    <a:pt x="0" y="242888"/>
                  </a:cubicBezTo>
                  <a:lnTo>
                    <a:pt x="11430" y="147638"/>
                  </a:lnTo>
                  <a:cubicBezTo>
                    <a:pt x="11430" y="144780"/>
                    <a:pt x="14288" y="142875"/>
                    <a:pt x="16193" y="143827"/>
                  </a:cubicBezTo>
                  <a:cubicBezTo>
                    <a:pt x="16193" y="143827"/>
                    <a:pt x="16193" y="143827"/>
                    <a:pt x="16193" y="143827"/>
                  </a:cubicBezTo>
                  <a:cubicBezTo>
                    <a:pt x="17145" y="143827"/>
                    <a:pt x="49530" y="146685"/>
                    <a:pt x="72390" y="108585"/>
                  </a:cubicBezTo>
                  <a:cubicBezTo>
                    <a:pt x="96202" y="69532"/>
                    <a:pt x="100965" y="4763"/>
                    <a:pt x="100965" y="4763"/>
                  </a:cubicBezTo>
                  <a:cubicBezTo>
                    <a:pt x="100965" y="1905"/>
                    <a:pt x="103823" y="0"/>
                    <a:pt x="105727" y="0"/>
                  </a:cubicBezTo>
                  <a:cubicBezTo>
                    <a:pt x="108585" y="0"/>
                    <a:pt x="164782" y="4763"/>
                    <a:pt x="184785" y="23813"/>
                  </a:cubicBezTo>
                  <a:lnTo>
                    <a:pt x="184785" y="23813"/>
                  </a:lnTo>
                  <a:cubicBezTo>
                    <a:pt x="202882" y="40957"/>
                    <a:pt x="199073" y="69532"/>
                    <a:pt x="196215" y="93345"/>
                  </a:cubicBezTo>
                  <a:cubicBezTo>
                    <a:pt x="195263" y="98107"/>
                    <a:pt x="195263" y="101918"/>
                    <a:pt x="194310" y="105727"/>
                  </a:cubicBezTo>
                  <a:cubicBezTo>
                    <a:pt x="191452" y="138113"/>
                    <a:pt x="187643" y="171450"/>
                    <a:pt x="182880" y="204788"/>
                  </a:cubicBezTo>
                  <a:cubicBezTo>
                    <a:pt x="181927" y="212408"/>
                    <a:pt x="176213" y="218123"/>
                    <a:pt x="168593" y="220027"/>
                  </a:cubicBezTo>
                  <a:cubicBezTo>
                    <a:pt x="151448" y="224790"/>
                    <a:pt x="133350" y="225743"/>
                    <a:pt x="116205" y="220980"/>
                  </a:cubicBezTo>
                  <a:lnTo>
                    <a:pt x="115252" y="282893"/>
                  </a:lnTo>
                  <a:cubicBezTo>
                    <a:pt x="115252" y="283845"/>
                    <a:pt x="115252" y="283845"/>
                    <a:pt x="115252" y="284798"/>
                  </a:cubicBezTo>
                  <a:cubicBezTo>
                    <a:pt x="110490" y="295275"/>
                    <a:pt x="101918" y="302895"/>
                    <a:pt x="91440" y="306705"/>
                  </a:cubicBezTo>
                  <a:cubicBezTo>
                    <a:pt x="89535" y="308610"/>
                    <a:pt x="85725" y="308610"/>
                    <a:pt x="80963" y="308610"/>
                  </a:cubicBezTo>
                  <a:close/>
                  <a:moveTo>
                    <a:pt x="10477" y="242888"/>
                  </a:moveTo>
                  <a:cubicBezTo>
                    <a:pt x="12383" y="247650"/>
                    <a:pt x="21908" y="271463"/>
                    <a:pt x="58102" y="292418"/>
                  </a:cubicBezTo>
                  <a:cubicBezTo>
                    <a:pt x="67627" y="299085"/>
                    <a:pt x="79057" y="300990"/>
                    <a:pt x="90488" y="298133"/>
                  </a:cubicBezTo>
                  <a:cubicBezTo>
                    <a:pt x="98107" y="295275"/>
                    <a:pt x="104775" y="289560"/>
                    <a:pt x="108585" y="281940"/>
                  </a:cubicBezTo>
                  <a:lnTo>
                    <a:pt x="109538" y="213360"/>
                  </a:lnTo>
                  <a:cubicBezTo>
                    <a:pt x="109538" y="211455"/>
                    <a:pt x="110490" y="209550"/>
                    <a:pt x="112395" y="208598"/>
                  </a:cubicBezTo>
                  <a:cubicBezTo>
                    <a:pt x="114300" y="207645"/>
                    <a:pt x="116205" y="207645"/>
                    <a:pt x="117157" y="209550"/>
                  </a:cubicBezTo>
                  <a:cubicBezTo>
                    <a:pt x="133350" y="215265"/>
                    <a:pt x="151448" y="216218"/>
                    <a:pt x="167640" y="210502"/>
                  </a:cubicBezTo>
                  <a:cubicBezTo>
                    <a:pt x="172402" y="208598"/>
                    <a:pt x="175260" y="205740"/>
                    <a:pt x="175260" y="202883"/>
                  </a:cubicBezTo>
                  <a:cubicBezTo>
                    <a:pt x="180023" y="170498"/>
                    <a:pt x="183832" y="137160"/>
                    <a:pt x="186690" y="104775"/>
                  </a:cubicBezTo>
                  <a:cubicBezTo>
                    <a:pt x="186690" y="100965"/>
                    <a:pt x="187643" y="96202"/>
                    <a:pt x="188595" y="91440"/>
                  </a:cubicBezTo>
                  <a:cubicBezTo>
                    <a:pt x="191452" y="70485"/>
                    <a:pt x="195263" y="44768"/>
                    <a:pt x="180023" y="30480"/>
                  </a:cubicBezTo>
                  <a:lnTo>
                    <a:pt x="180023" y="30480"/>
                  </a:lnTo>
                  <a:cubicBezTo>
                    <a:pt x="165735" y="16193"/>
                    <a:pt x="125730" y="11430"/>
                    <a:pt x="111443" y="9525"/>
                  </a:cubicBezTo>
                  <a:cubicBezTo>
                    <a:pt x="109538" y="25718"/>
                    <a:pt x="102870" y="78105"/>
                    <a:pt x="81915" y="113348"/>
                  </a:cubicBezTo>
                  <a:cubicBezTo>
                    <a:pt x="69532" y="136208"/>
                    <a:pt x="46673" y="151448"/>
                    <a:pt x="20955" y="153352"/>
                  </a:cubicBezTo>
                  <a:lnTo>
                    <a:pt x="10477" y="242888"/>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04" name="Freeform 104"/>
            <p:cNvSpPr/>
            <p:nvPr/>
          </p:nvSpPr>
          <p:spPr>
            <a:xfrm>
              <a:off x="8056488" y="5139965"/>
              <a:ext cx="39052" cy="17505"/>
            </a:xfrm>
            <a:custGeom>
              <a:avLst/>
              <a:gdLst/>
              <a:ahLst/>
              <a:cxnLst/>
              <a:rect l="l" t="t" r="r" b="b"/>
              <a:pathLst>
                <a:path w="39052" h="17505">
                  <a:moveTo>
                    <a:pt x="39052" y="14288"/>
                  </a:moveTo>
                  <a:cubicBezTo>
                    <a:pt x="39052" y="14288"/>
                    <a:pt x="12382" y="27623"/>
                    <a:pt x="0" y="0"/>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05" name="Freeform 105"/>
            <p:cNvSpPr/>
            <p:nvPr/>
          </p:nvSpPr>
          <p:spPr>
            <a:xfrm>
              <a:off x="8052320" y="5134846"/>
              <a:ext cx="48355" cy="27027"/>
            </a:xfrm>
            <a:custGeom>
              <a:avLst/>
              <a:gdLst/>
              <a:ahLst/>
              <a:cxnLst/>
              <a:rect l="l" t="t" r="r" b="b"/>
              <a:pathLst>
                <a:path w="48355" h="27027">
                  <a:moveTo>
                    <a:pt x="27980" y="27027"/>
                  </a:moveTo>
                  <a:cubicBezTo>
                    <a:pt x="24170" y="27027"/>
                    <a:pt x="20360" y="26075"/>
                    <a:pt x="17502" y="25122"/>
                  </a:cubicBezTo>
                  <a:cubicBezTo>
                    <a:pt x="8930" y="21312"/>
                    <a:pt x="3215" y="14645"/>
                    <a:pt x="357" y="7025"/>
                  </a:cubicBezTo>
                  <a:cubicBezTo>
                    <a:pt x="-595" y="4167"/>
                    <a:pt x="357" y="2262"/>
                    <a:pt x="3215" y="357"/>
                  </a:cubicBezTo>
                  <a:cubicBezTo>
                    <a:pt x="3215" y="357"/>
                    <a:pt x="3215" y="357"/>
                    <a:pt x="3215" y="357"/>
                  </a:cubicBezTo>
                  <a:cubicBezTo>
                    <a:pt x="6072" y="-595"/>
                    <a:pt x="7977" y="357"/>
                    <a:pt x="9882" y="3215"/>
                  </a:cubicBezTo>
                  <a:cubicBezTo>
                    <a:pt x="9882" y="3215"/>
                    <a:pt x="9882" y="3215"/>
                    <a:pt x="9882" y="3215"/>
                  </a:cubicBezTo>
                  <a:cubicBezTo>
                    <a:pt x="11787" y="8930"/>
                    <a:pt x="16550" y="13692"/>
                    <a:pt x="22265" y="15597"/>
                  </a:cubicBezTo>
                  <a:cubicBezTo>
                    <a:pt x="28932" y="17502"/>
                    <a:pt x="35600" y="16550"/>
                    <a:pt x="41315" y="13692"/>
                  </a:cubicBezTo>
                  <a:cubicBezTo>
                    <a:pt x="43220" y="12740"/>
                    <a:pt x="47030" y="13692"/>
                    <a:pt x="47982" y="15597"/>
                  </a:cubicBezTo>
                  <a:cubicBezTo>
                    <a:pt x="48935" y="17502"/>
                    <a:pt x="47982" y="21312"/>
                    <a:pt x="46077" y="22265"/>
                  </a:cubicBezTo>
                  <a:cubicBezTo>
                    <a:pt x="39410" y="26075"/>
                    <a:pt x="33695" y="27027"/>
                    <a:pt x="27980" y="27027"/>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06" name="Freeform 106"/>
            <p:cNvSpPr/>
            <p:nvPr/>
          </p:nvSpPr>
          <p:spPr>
            <a:xfrm>
              <a:off x="7977886" y="5036913"/>
              <a:ext cx="55741" cy="91622"/>
            </a:xfrm>
            <a:custGeom>
              <a:avLst/>
              <a:gdLst/>
              <a:ahLst/>
              <a:cxnLst/>
              <a:rect l="l" t="t" r="r" b="b"/>
              <a:pathLst>
                <a:path w="55741" h="91622">
                  <a:moveTo>
                    <a:pt x="55741" y="46855"/>
                  </a:moveTo>
                  <a:cubicBezTo>
                    <a:pt x="55741" y="38283"/>
                    <a:pt x="52884" y="30663"/>
                    <a:pt x="48121" y="23043"/>
                  </a:cubicBezTo>
                  <a:cubicBezTo>
                    <a:pt x="45264" y="17327"/>
                    <a:pt x="41454" y="11613"/>
                    <a:pt x="37644" y="6850"/>
                  </a:cubicBezTo>
                  <a:cubicBezTo>
                    <a:pt x="32881" y="2088"/>
                    <a:pt x="27166" y="-770"/>
                    <a:pt x="20499" y="183"/>
                  </a:cubicBezTo>
                  <a:cubicBezTo>
                    <a:pt x="14784" y="1135"/>
                    <a:pt x="10021" y="4945"/>
                    <a:pt x="6211" y="9708"/>
                  </a:cubicBezTo>
                  <a:cubicBezTo>
                    <a:pt x="3354" y="14470"/>
                    <a:pt x="1449" y="20185"/>
                    <a:pt x="496" y="25900"/>
                  </a:cubicBezTo>
                  <a:cubicBezTo>
                    <a:pt x="-2361" y="50665"/>
                    <a:pt x="7164" y="76383"/>
                    <a:pt x="28119" y="91622"/>
                  </a:cubicBezTo>
                  <a:lnTo>
                    <a:pt x="26214" y="89718"/>
                  </a:ln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07" name="Freeform 107"/>
            <p:cNvSpPr/>
            <p:nvPr/>
          </p:nvSpPr>
          <p:spPr>
            <a:xfrm>
              <a:off x="7973847" y="5032187"/>
              <a:ext cx="64543" cy="101110"/>
            </a:xfrm>
            <a:custGeom>
              <a:avLst/>
              <a:gdLst/>
              <a:ahLst/>
              <a:cxnLst/>
              <a:rect l="l" t="t" r="r" b="b"/>
              <a:pathLst>
                <a:path w="64543" h="101110">
                  <a:moveTo>
                    <a:pt x="32158" y="101111"/>
                  </a:moveTo>
                  <a:cubicBezTo>
                    <a:pt x="31206" y="101111"/>
                    <a:pt x="30253" y="101111"/>
                    <a:pt x="29301" y="100158"/>
                  </a:cubicBezTo>
                  <a:cubicBezTo>
                    <a:pt x="8346" y="83966"/>
                    <a:pt x="-3084" y="57296"/>
                    <a:pt x="726" y="29673"/>
                  </a:cubicBezTo>
                  <a:cubicBezTo>
                    <a:pt x="1678" y="23006"/>
                    <a:pt x="3583" y="17291"/>
                    <a:pt x="7393" y="11576"/>
                  </a:cubicBezTo>
                  <a:cubicBezTo>
                    <a:pt x="11203" y="5861"/>
                    <a:pt x="17871" y="1098"/>
                    <a:pt x="24538" y="146"/>
                  </a:cubicBezTo>
                  <a:cubicBezTo>
                    <a:pt x="32158" y="-807"/>
                    <a:pt x="40731" y="3003"/>
                    <a:pt x="45493" y="8718"/>
                  </a:cubicBezTo>
                  <a:cubicBezTo>
                    <a:pt x="50256" y="13481"/>
                    <a:pt x="54066" y="19196"/>
                    <a:pt x="56923" y="25863"/>
                  </a:cubicBezTo>
                  <a:cubicBezTo>
                    <a:pt x="61686" y="33483"/>
                    <a:pt x="64543" y="43008"/>
                    <a:pt x="64543" y="51581"/>
                  </a:cubicBezTo>
                  <a:cubicBezTo>
                    <a:pt x="64543" y="54438"/>
                    <a:pt x="61686" y="56343"/>
                    <a:pt x="59781" y="56343"/>
                  </a:cubicBezTo>
                  <a:cubicBezTo>
                    <a:pt x="56923" y="56343"/>
                    <a:pt x="55018" y="53486"/>
                    <a:pt x="55018" y="51581"/>
                  </a:cubicBezTo>
                  <a:cubicBezTo>
                    <a:pt x="55018" y="51581"/>
                    <a:pt x="55018" y="51581"/>
                    <a:pt x="55018" y="51581"/>
                  </a:cubicBezTo>
                  <a:cubicBezTo>
                    <a:pt x="55018" y="43961"/>
                    <a:pt x="52161" y="37293"/>
                    <a:pt x="48351" y="30626"/>
                  </a:cubicBezTo>
                  <a:cubicBezTo>
                    <a:pt x="45493" y="24911"/>
                    <a:pt x="42636" y="20148"/>
                    <a:pt x="38826" y="15386"/>
                  </a:cubicBezTo>
                  <a:cubicBezTo>
                    <a:pt x="35016" y="11576"/>
                    <a:pt x="30253" y="9671"/>
                    <a:pt x="25491" y="9671"/>
                  </a:cubicBezTo>
                  <a:cubicBezTo>
                    <a:pt x="20728" y="10623"/>
                    <a:pt x="17871" y="12528"/>
                    <a:pt x="15013" y="16338"/>
                  </a:cubicBezTo>
                  <a:cubicBezTo>
                    <a:pt x="12156" y="20148"/>
                    <a:pt x="10251" y="24911"/>
                    <a:pt x="10251" y="30626"/>
                  </a:cubicBezTo>
                  <a:cubicBezTo>
                    <a:pt x="7393" y="52533"/>
                    <a:pt x="15966" y="74441"/>
                    <a:pt x="32158" y="88728"/>
                  </a:cubicBezTo>
                  <a:cubicBezTo>
                    <a:pt x="33111" y="88728"/>
                    <a:pt x="34063" y="89681"/>
                    <a:pt x="35016" y="90633"/>
                  </a:cubicBezTo>
                  <a:lnTo>
                    <a:pt x="36921" y="92538"/>
                  </a:lnTo>
                  <a:cubicBezTo>
                    <a:pt x="38826" y="94443"/>
                    <a:pt x="38826" y="97301"/>
                    <a:pt x="36921" y="99206"/>
                  </a:cubicBezTo>
                  <a:cubicBezTo>
                    <a:pt x="35016" y="101111"/>
                    <a:pt x="34063" y="101111"/>
                    <a:pt x="32158" y="101111"/>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08" name="Freeform 108"/>
            <p:cNvSpPr/>
            <p:nvPr/>
          </p:nvSpPr>
          <p:spPr>
            <a:xfrm>
              <a:off x="7988819" y="5157110"/>
              <a:ext cx="39093" cy="68580"/>
            </a:xfrm>
            <a:custGeom>
              <a:avLst/>
              <a:gdLst/>
              <a:ahLst/>
              <a:cxnLst/>
              <a:rect l="l" t="t" r="r" b="b"/>
              <a:pathLst>
                <a:path w="39093" h="68580">
                  <a:moveTo>
                    <a:pt x="39094" y="31433"/>
                  </a:moveTo>
                  <a:cubicBezTo>
                    <a:pt x="23854" y="24765"/>
                    <a:pt x="9566" y="14288"/>
                    <a:pt x="41" y="0"/>
                  </a:cubicBezTo>
                  <a:cubicBezTo>
                    <a:pt x="41" y="0"/>
                    <a:pt x="-2816" y="50483"/>
                    <a:pt x="39094" y="68580"/>
                  </a:cubicBezTo>
                  <a:lnTo>
                    <a:pt x="39094" y="31433"/>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09" name="Freeform 109"/>
            <p:cNvSpPr/>
            <p:nvPr/>
          </p:nvSpPr>
          <p:spPr>
            <a:xfrm>
              <a:off x="7984085" y="5152095"/>
              <a:ext cx="49542" cy="78358"/>
            </a:xfrm>
            <a:custGeom>
              <a:avLst/>
              <a:gdLst/>
              <a:ahLst/>
              <a:cxnLst/>
              <a:rect l="l" t="t" r="r" b="b"/>
              <a:pathLst>
                <a:path w="49542" h="78358">
                  <a:moveTo>
                    <a:pt x="43827" y="78358"/>
                  </a:moveTo>
                  <a:cubicBezTo>
                    <a:pt x="42875" y="78358"/>
                    <a:pt x="42875" y="78358"/>
                    <a:pt x="41922" y="78358"/>
                  </a:cubicBezTo>
                  <a:cubicBezTo>
                    <a:pt x="-1893" y="59308"/>
                    <a:pt x="12" y="6921"/>
                    <a:pt x="12" y="5016"/>
                  </a:cubicBezTo>
                  <a:cubicBezTo>
                    <a:pt x="12" y="3111"/>
                    <a:pt x="1917" y="1206"/>
                    <a:pt x="3822" y="253"/>
                  </a:cubicBezTo>
                  <a:cubicBezTo>
                    <a:pt x="5727" y="-699"/>
                    <a:pt x="8585" y="1206"/>
                    <a:pt x="9537" y="3111"/>
                  </a:cubicBezTo>
                  <a:cubicBezTo>
                    <a:pt x="19062" y="16446"/>
                    <a:pt x="31445" y="25971"/>
                    <a:pt x="45732" y="31686"/>
                  </a:cubicBezTo>
                  <a:cubicBezTo>
                    <a:pt x="47637" y="32638"/>
                    <a:pt x="48590" y="34543"/>
                    <a:pt x="48590" y="36448"/>
                  </a:cubicBezTo>
                  <a:lnTo>
                    <a:pt x="49542" y="73596"/>
                  </a:lnTo>
                  <a:cubicBezTo>
                    <a:pt x="49542" y="75501"/>
                    <a:pt x="48590" y="76453"/>
                    <a:pt x="47637" y="77406"/>
                  </a:cubicBezTo>
                  <a:cubicBezTo>
                    <a:pt x="45732" y="78358"/>
                    <a:pt x="44780" y="78358"/>
                    <a:pt x="43827" y="78358"/>
                  </a:cubicBezTo>
                  <a:close/>
                  <a:moveTo>
                    <a:pt x="10490" y="20256"/>
                  </a:moveTo>
                  <a:cubicBezTo>
                    <a:pt x="13347" y="38353"/>
                    <a:pt x="22872" y="55498"/>
                    <a:pt x="39065" y="65023"/>
                  </a:cubicBezTo>
                  <a:lnTo>
                    <a:pt x="39065" y="39306"/>
                  </a:lnTo>
                  <a:cubicBezTo>
                    <a:pt x="28587" y="34543"/>
                    <a:pt x="19062" y="27876"/>
                    <a:pt x="10490" y="20256"/>
                  </a:cubicBezTo>
                  <a:lnTo>
                    <a:pt x="10490" y="20256"/>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10" name="Freeform 110"/>
            <p:cNvSpPr/>
            <p:nvPr/>
          </p:nvSpPr>
          <p:spPr>
            <a:xfrm rot="17071858">
              <a:off x="8070328" y="5039059"/>
              <a:ext cx="22859" cy="9524"/>
            </a:xfrm>
            <a:custGeom>
              <a:avLst/>
              <a:gdLst/>
              <a:ahLst/>
              <a:cxnLst/>
              <a:rect l="l" t="t" r="r" b="b"/>
              <a:pathLst>
                <a:path w="22859" h="9524">
                  <a:moveTo>
                    <a:pt x="22860" y="4762"/>
                  </a:moveTo>
                  <a:cubicBezTo>
                    <a:pt x="22860" y="7393"/>
                    <a:pt x="17742" y="9525"/>
                    <a:pt x="11430" y="9525"/>
                  </a:cubicBezTo>
                  <a:cubicBezTo>
                    <a:pt x="5117" y="9525"/>
                    <a:pt x="0" y="7393"/>
                    <a:pt x="0" y="4762"/>
                  </a:cubicBezTo>
                  <a:cubicBezTo>
                    <a:pt x="0" y="2132"/>
                    <a:pt x="5117" y="0"/>
                    <a:pt x="11430" y="0"/>
                  </a:cubicBezTo>
                  <a:cubicBezTo>
                    <a:pt x="17742" y="0"/>
                    <a:pt x="22860" y="2132"/>
                    <a:pt x="22860" y="4762"/>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11" name="Freeform 111"/>
            <p:cNvSpPr/>
            <p:nvPr/>
          </p:nvSpPr>
          <p:spPr>
            <a:xfrm>
              <a:off x="7535470" y="5215937"/>
              <a:ext cx="498164" cy="557489"/>
            </a:xfrm>
            <a:custGeom>
              <a:avLst/>
              <a:gdLst/>
              <a:ahLst/>
              <a:cxnLst/>
              <a:rect l="l" t="t" r="r" b="b"/>
              <a:pathLst>
                <a:path w="498164" h="557489">
                  <a:moveTo>
                    <a:pt x="406718" y="10706"/>
                  </a:moveTo>
                  <a:cubicBezTo>
                    <a:pt x="406718" y="10706"/>
                    <a:pt x="499110" y="88811"/>
                    <a:pt x="498157" y="169773"/>
                  </a:cubicBezTo>
                  <a:cubicBezTo>
                    <a:pt x="497205" y="250736"/>
                    <a:pt x="350520" y="553631"/>
                    <a:pt x="346710" y="557441"/>
                  </a:cubicBezTo>
                  <a:cubicBezTo>
                    <a:pt x="342900" y="560298"/>
                    <a:pt x="0" y="437426"/>
                    <a:pt x="0" y="437426"/>
                  </a:cubicBezTo>
                  <a:cubicBezTo>
                    <a:pt x="0" y="437426"/>
                    <a:pt x="52388" y="306933"/>
                    <a:pt x="115252" y="222161"/>
                  </a:cubicBezTo>
                  <a:cubicBezTo>
                    <a:pt x="181927" y="133578"/>
                    <a:pt x="321945" y="-45492"/>
                    <a:pt x="406718" y="10706"/>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112" name="Freeform 112"/>
            <p:cNvSpPr/>
            <p:nvPr/>
          </p:nvSpPr>
          <p:spPr>
            <a:xfrm>
              <a:off x="8267601" y="4747063"/>
              <a:ext cx="714220" cy="843578"/>
            </a:xfrm>
            <a:custGeom>
              <a:avLst/>
              <a:gdLst/>
              <a:ahLst/>
              <a:cxnLst/>
              <a:rect l="l" t="t" r="r" b="b"/>
              <a:pathLst>
                <a:path w="714220" h="843578">
                  <a:moveTo>
                    <a:pt x="185127" y="809145"/>
                  </a:moveTo>
                  <a:cubicBezTo>
                    <a:pt x="142264" y="803430"/>
                    <a:pt x="115594" y="780570"/>
                    <a:pt x="112737" y="737708"/>
                  </a:cubicBezTo>
                  <a:cubicBezTo>
                    <a:pt x="107022" y="661508"/>
                    <a:pt x="75589" y="595785"/>
                    <a:pt x="43204" y="529110"/>
                  </a:cubicBezTo>
                  <a:cubicBezTo>
                    <a:pt x="-78716" y="279555"/>
                    <a:pt x="65112" y="-23340"/>
                    <a:pt x="377532" y="1425"/>
                  </a:cubicBezTo>
                  <a:cubicBezTo>
                    <a:pt x="588987" y="18570"/>
                    <a:pt x="729957" y="170018"/>
                    <a:pt x="712812" y="375758"/>
                  </a:cubicBezTo>
                  <a:cubicBezTo>
                    <a:pt x="704239" y="475770"/>
                    <a:pt x="657567" y="568163"/>
                    <a:pt x="581367" y="632933"/>
                  </a:cubicBezTo>
                  <a:cubicBezTo>
                    <a:pt x="528979" y="678653"/>
                    <a:pt x="483259" y="727230"/>
                    <a:pt x="455637" y="792000"/>
                  </a:cubicBezTo>
                  <a:cubicBezTo>
                    <a:pt x="437539" y="833910"/>
                    <a:pt x="404202" y="851055"/>
                    <a:pt x="357529" y="840578"/>
                  </a:cubicBezTo>
                  <a:cubicBezTo>
                    <a:pt x="329907" y="833910"/>
                    <a:pt x="301332" y="830100"/>
                    <a:pt x="272757" y="825338"/>
                  </a:cubicBezTo>
                  <a:cubicBezTo>
                    <a:pt x="244182" y="819623"/>
                    <a:pt x="214654" y="812955"/>
                    <a:pt x="185127" y="809145"/>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13" name="Freeform 113"/>
            <p:cNvSpPr/>
            <p:nvPr/>
          </p:nvSpPr>
          <p:spPr>
            <a:xfrm>
              <a:off x="8262529" y="4742136"/>
              <a:ext cx="724217" cy="853124"/>
            </a:xfrm>
            <a:custGeom>
              <a:avLst/>
              <a:gdLst/>
              <a:ahLst/>
              <a:cxnLst/>
              <a:rect l="l" t="t" r="r" b="b"/>
              <a:pathLst>
                <a:path w="724217" h="853124">
                  <a:moveTo>
                    <a:pt x="388319" y="853124"/>
                  </a:moveTo>
                  <a:cubicBezTo>
                    <a:pt x="379746" y="853124"/>
                    <a:pt x="370221" y="852172"/>
                    <a:pt x="361649" y="850267"/>
                  </a:cubicBezTo>
                  <a:cubicBezTo>
                    <a:pt x="342599" y="845504"/>
                    <a:pt x="322596" y="842647"/>
                    <a:pt x="303546" y="839789"/>
                  </a:cubicBezTo>
                  <a:cubicBezTo>
                    <a:pt x="294974" y="837884"/>
                    <a:pt x="286401" y="836932"/>
                    <a:pt x="277829" y="835027"/>
                  </a:cubicBezTo>
                  <a:lnTo>
                    <a:pt x="250206" y="830264"/>
                  </a:lnTo>
                  <a:cubicBezTo>
                    <a:pt x="230204" y="826454"/>
                    <a:pt x="210201" y="822644"/>
                    <a:pt x="189246" y="819787"/>
                  </a:cubicBezTo>
                  <a:lnTo>
                    <a:pt x="189246" y="819787"/>
                  </a:lnTo>
                  <a:cubicBezTo>
                    <a:pt x="142574" y="813119"/>
                    <a:pt x="115904" y="786449"/>
                    <a:pt x="113046" y="743587"/>
                  </a:cubicBezTo>
                  <a:cubicBezTo>
                    <a:pt x="107331" y="666434"/>
                    <a:pt x="74946" y="600712"/>
                    <a:pt x="43514" y="536894"/>
                  </a:cubicBezTo>
                  <a:cubicBezTo>
                    <a:pt x="-20304" y="405449"/>
                    <a:pt x="-13636" y="254954"/>
                    <a:pt x="61611" y="144464"/>
                  </a:cubicBezTo>
                  <a:cubicBezTo>
                    <a:pt x="131144" y="40642"/>
                    <a:pt x="245444" y="-9841"/>
                    <a:pt x="382604" y="1589"/>
                  </a:cubicBezTo>
                  <a:cubicBezTo>
                    <a:pt x="491189" y="10162"/>
                    <a:pt x="584534" y="54929"/>
                    <a:pt x="646446" y="127319"/>
                  </a:cubicBezTo>
                  <a:cubicBezTo>
                    <a:pt x="704549" y="195899"/>
                    <a:pt x="731219" y="283529"/>
                    <a:pt x="722646" y="381637"/>
                  </a:cubicBezTo>
                  <a:cubicBezTo>
                    <a:pt x="714074" y="482602"/>
                    <a:pt x="666449" y="575947"/>
                    <a:pt x="589296" y="641669"/>
                  </a:cubicBezTo>
                  <a:cubicBezTo>
                    <a:pt x="544529" y="681674"/>
                    <a:pt x="494046" y="731204"/>
                    <a:pt x="464519" y="798832"/>
                  </a:cubicBezTo>
                  <a:cubicBezTo>
                    <a:pt x="449279" y="834074"/>
                    <a:pt x="423561" y="853124"/>
                    <a:pt x="388319" y="853124"/>
                  </a:cubicBezTo>
                  <a:close/>
                  <a:moveTo>
                    <a:pt x="190199" y="809309"/>
                  </a:moveTo>
                  <a:cubicBezTo>
                    <a:pt x="210201" y="812167"/>
                    <a:pt x="231156" y="815977"/>
                    <a:pt x="251159" y="819787"/>
                  </a:cubicBezTo>
                  <a:lnTo>
                    <a:pt x="278781" y="824549"/>
                  </a:lnTo>
                  <a:cubicBezTo>
                    <a:pt x="287354" y="826454"/>
                    <a:pt x="295926" y="827407"/>
                    <a:pt x="304499" y="829312"/>
                  </a:cubicBezTo>
                  <a:cubicBezTo>
                    <a:pt x="323549" y="832169"/>
                    <a:pt x="343551" y="835979"/>
                    <a:pt x="363554" y="839789"/>
                  </a:cubicBezTo>
                  <a:cubicBezTo>
                    <a:pt x="407369" y="849314"/>
                    <a:pt x="438801" y="835027"/>
                    <a:pt x="455946" y="795022"/>
                  </a:cubicBezTo>
                  <a:cubicBezTo>
                    <a:pt x="486426" y="725489"/>
                    <a:pt x="537861" y="675007"/>
                    <a:pt x="583581" y="634049"/>
                  </a:cubicBezTo>
                  <a:cubicBezTo>
                    <a:pt x="658829" y="570232"/>
                    <a:pt x="705501" y="478792"/>
                    <a:pt x="713121" y="379732"/>
                  </a:cubicBezTo>
                  <a:cubicBezTo>
                    <a:pt x="720741" y="284482"/>
                    <a:pt x="695976" y="198757"/>
                    <a:pt x="638826" y="133034"/>
                  </a:cubicBezTo>
                  <a:cubicBezTo>
                    <a:pt x="578819" y="62549"/>
                    <a:pt x="487379" y="19687"/>
                    <a:pt x="381651" y="11114"/>
                  </a:cubicBezTo>
                  <a:cubicBezTo>
                    <a:pt x="248301" y="637"/>
                    <a:pt x="136859" y="50167"/>
                    <a:pt x="69231" y="148274"/>
                  </a:cubicBezTo>
                  <a:cubicBezTo>
                    <a:pt x="-4111" y="255907"/>
                    <a:pt x="-10779" y="402592"/>
                    <a:pt x="52086" y="531179"/>
                  </a:cubicBezTo>
                  <a:cubicBezTo>
                    <a:pt x="83519" y="595949"/>
                    <a:pt x="116856" y="663577"/>
                    <a:pt x="122571" y="741682"/>
                  </a:cubicBezTo>
                  <a:cubicBezTo>
                    <a:pt x="124476" y="780734"/>
                    <a:pt x="148289" y="803594"/>
                    <a:pt x="190199" y="809309"/>
                  </a:cubicBezTo>
                  <a:lnTo>
                    <a:pt x="190199" y="809309"/>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14" name="Freeform 114"/>
            <p:cNvSpPr/>
            <p:nvPr/>
          </p:nvSpPr>
          <p:spPr>
            <a:xfrm>
              <a:off x="8381626" y="5550829"/>
              <a:ext cx="305081" cy="126995"/>
            </a:xfrm>
            <a:custGeom>
              <a:avLst/>
              <a:gdLst/>
              <a:ahLst/>
              <a:cxnLst/>
              <a:rect l="l" t="t" r="r" b="b"/>
              <a:pathLst>
                <a:path w="305081" h="126995">
                  <a:moveTo>
                    <a:pt x="258744" y="126347"/>
                  </a:moveTo>
                  <a:lnTo>
                    <a:pt x="31097" y="86342"/>
                  </a:lnTo>
                  <a:cubicBezTo>
                    <a:pt x="11094" y="82532"/>
                    <a:pt x="-3193" y="63482"/>
                    <a:pt x="617" y="42527"/>
                  </a:cubicBezTo>
                  <a:lnTo>
                    <a:pt x="2522" y="31097"/>
                  </a:lnTo>
                  <a:cubicBezTo>
                    <a:pt x="6332" y="11094"/>
                    <a:pt x="25382" y="-3193"/>
                    <a:pt x="46337" y="617"/>
                  </a:cubicBezTo>
                  <a:lnTo>
                    <a:pt x="273984" y="40622"/>
                  </a:lnTo>
                  <a:cubicBezTo>
                    <a:pt x="293987" y="44432"/>
                    <a:pt x="308274" y="63482"/>
                    <a:pt x="304464" y="84437"/>
                  </a:cubicBezTo>
                  <a:lnTo>
                    <a:pt x="302559" y="95867"/>
                  </a:lnTo>
                  <a:cubicBezTo>
                    <a:pt x="297797" y="116822"/>
                    <a:pt x="278747" y="130157"/>
                    <a:pt x="258744" y="126347"/>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15" name="Freeform 115"/>
            <p:cNvSpPr/>
            <p:nvPr/>
          </p:nvSpPr>
          <p:spPr>
            <a:xfrm>
              <a:off x="8377732" y="5547052"/>
              <a:ext cx="313703" cy="135838"/>
            </a:xfrm>
            <a:custGeom>
              <a:avLst/>
              <a:gdLst/>
              <a:ahLst/>
              <a:cxnLst/>
              <a:rect l="l" t="t" r="r" b="b"/>
              <a:pathLst>
                <a:path w="313703" h="135838">
                  <a:moveTo>
                    <a:pt x="269305" y="135839"/>
                  </a:moveTo>
                  <a:cubicBezTo>
                    <a:pt x="266448" y="135839"/>
                    <a:pt x="264543" y="135839"/>
                    <a:pt x="261685" y="134886"/>
                  </a:cubicBezTo>
                  <a:lnTo>
                    <a:pt x="34990" y="94881"/>
                  </a:lnTo>
                  <a:cubicBezTo>
                    <a:pt x="23560" y="92976"/>
                    <a:pt x="14035" y="86308"/>
                    <a:pt x="7368" y="77736"/>
                  </a:cubicBezTo>
                  <a:cubicBezTo>
                    <a:pt x="700" y="68211"/>
                    <a:pt x="-1205" y="56781"/>
                    <a:pt x="700" y="46304"/>
                  </a:cubicBezTo>
                  <a:lnTo>
                    <a:pt x="2605" y="34873"/>
                  </a:lnTo>
                  <a:cubicBezTo>
                    <a:pt x="6415" y="12014"/>
                    <a:pt x="28323" y="-3227"/>
                    <a:pt x="51183" y="583"/>
                  </a:cubicBezTo>
                  <a:lnTo>
                    <a:pt x="278830" y="40589"/>
                  </a:lnTo>
                  <a:cubicBezTo>
                    <a:pt x="301690" y="44398"/>
                    <a:pt x="316930" y="66306"/>
                    <a:pt x="313120" y="89166"/>
                  </a:cubicBezTo>
                  <a:lnTo>
                    <a:pt x="311215" y="100596"/>
                  </a:lnTo>
                  <a:cubicBezTo>
                    <a:pt x="307405" y="120598"/>
                    <a:pt x="289308" y="135839"/>
                    <a:pt x="269305" y="135839"/>
                  </a:cubicBezTo>
                  <a:close/>
                  <a:moveTo>
                    <a:pt x="43563" y="9156"/>
                  </a:moveTo>
                  <a:cubicBezTo>
                    <a:pt x="27370" y="9156"/>
                    <a:pt x="14035" y="20586"/>
                    <a:pt x="11178" y="35826"/>
                  </a:cubicBezTo>
                  <a:lnTo>
                    <a:pt x="9273" y="47256"/>
                  </a:lnTo>
                  <a:cubicBezTo>
                    <a:pt x="6415" y="65354"/>
                    <a:pt x="17845" y="81546"/>
                    <a:pt x="34990" y="85356"/>
                  </a:cubicBezTo>
                  <a:cubicBezTo>
                    <a:pt x="34990" y="85356"/>
                    <a:pt x="34990" y="85356"/>
                    <a:pt x="34990" y="85356"/>
                  </a:cubicBezTo>
                  <a:lnTo>
                    <a:pt x="34990" y="85356"/>
                  </a:lnTo>
                  <a:lnTo>
                    <a:pt x="261685" y="126314"/>
                  </a:lnTo>
                  <a:cubicBezTo>
                    <a:pt x="279783" y="129171"/>
                    <a:pt x="295975" y="117741"/>
                    <a:pt x="299785" y="99643"/>
                  </a:cubicBezTo>
                  <a:cubicBezTo>
                    <a:pt x="299785" y="99643"/>
                    <a:pt x="299785" y="99643"/>
                    <a:pt x="299785" y="99643"/>
                  </a:cubicBezTo>
                  <a:lnTo>
                    <a:pt x="301690" y="88214"/>
                  </a:lnTo>
                  <a:cubicBezTo>
                    <a:pt x="304548" y="70116"/>
                    <a:pt x="293118" y="53923"/>
                    <a:pt x="275020" y="50114"/>
                  </a:cubicBezTo>
                  <a:lnTo>
                    <a:pt x="47373" y="10108"/>
                  </a:lnTo>
                  <a:cubicBezTo>
                    <a:pt x="47373" y="9156"/>
                    <a:pt x="45468" y="9156"/>
                    <a:pt x="43563" y="9156"/>
                  </a:cubicBezTo>
                  <a:lnTo>
                    <a:pt x="43563" y="9156"/>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16" name="Freeform 116"/>
            <p:cNvSpPr/>
            <p:nvPr/>
          </p:nvSpPr>
          <p:spPr>
            <a:xfrm>
              <a:off x="8366386" y="5636554"/>
              <a:ext cx="305081" cy="126995"/>
            </a:xfrm>
            <a:custGeom>
              <a:avLst/>
              <a:gdLst/>
              <a:ahLst/>
              <a:cxnLst/>
              <a:rect l="l" t="t" r="r" b="b"/>
              <a:pathLst>
                <a:path w="305081" h="126995">
                  <a:moveTo>
                    <a:pt x="258744" y="126347"/>
                  </a:moveTo>
                  <a:lnTo>
                    <a:pt x="31097" y="86342"/>
                  </a:lnTo>
                  <a:cubicBezTo>
                    <a:pt x="11094" y="82532"/>
                    <a:pt x="-3193" y="63482"/>
                    <a:pt x="617" y="42527"/>
                  </a:cubicBezTo>
                  <a:lnTo>
                    <a:pt x="2522" y="31097"/>
                  </a:lnTo>
                  <a:cubicBezTo>
                    <a:pt x="6332" y="11094"/>
                    <a:pt x="25382" y="-3193"/>
                    <a:pt x="46337" y="617"/>
                  </a:cubicBezTo>
                  <a:lnTo>
                    <a:pt x="273984" y="40622"/>
                  </a:lnTo>
                  <a:cubicBezTo>
                    <a:pt x="293987" y="44432"/>
                    <a:pt x="308274" y="63482"/>
                    <a:pt x="304464" y="84437"/>
                  </a:cubicBezTo>
                  <a:lnTo>
                    <a:pt x="302559" y="95867"/>
                  </a:lnTo>
                  <a:cubicBezTo>
                    <a:pt x="298749" y="116822"/>
                    <a:pt x="278747" y="130157"/>
                    <a:pt x="258744" y="126347"/>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17" name="Freeform 117"/>
            <p:cNvSpPr/>
            <p:nvPr/>
          </p:nvSpPr>
          <p:spPr>
            <a:xfrm>
              <a:off x="8361540" y="5632777"/>
              <a:ext cx="313703" cy="135838"/>
            </a:xfrm>
            <a:custGeom>
              <a:avLst/>
              <a:gdLst/>
              <a:ahLst/>
              <a:cxnLst/>
              <a:rect l="l" t="t" r="r" b="b"/>
              <a:pathLst>
                <a:path w="313703" h="135838">
                  <a:moveTo>
                    <a:pt x="270258" y="135839"/>
                  </a:moveTo>
                  <a:cubicBezTo>
                    <a:pt x="267400" y="135839"/>
                    <a:pt x="265495" y="135839"/>
                    <a:pt x="262638" y="134886"/>
                  </a:cubicBezTo>
                  <a:lnTo>
                    <a:pt x="34990" y="94881"/>
                  </a:lnTo>
                  <a:cubicBezTo>
                    <a:pt x="23560" y="92976"/>
                    <a:pt x="14035" y="86308"/>
                    <a:pt x="7368" y="77736"/>
                  </a:cubicBezTo>
                  <a:cubicBezTo>
                    <a:pt x="700" y="68211"/>
                    <a:pt x="-1205" y="56781"/>
                    <a:pt x="700" y="46304"/>
                  </a:cubicBezTo>
                  <a:lnTo>
                    <a:pt x="2605" y="34873"/>
                  </a:lnTo>
                  <a:cubicBezTo>
                    <a:pt x="6415" y="12014"/>
                    <a:pt x="28323" y="-3227"/>
                    <a:pt x="51183" y="583"/>
                  </a:cubicBezTo>
                  <a:cubicBezTo>
                    <a:pt x="51183" y="583"/>
                    <a:pt x="51183" y="583"/>
                    <a:pt x="51183" y="583"/>
                  </a:cubicBezTo>
                  <a:lnTo>
                    <a:pt x="278830" y="40589"/>
                  </a:lnTo>
                  <a:cubicBezTo>
                    <a:pt x="301690" y="44398"/>
                    <a:pt x="316930" y="66306"/>
                    <a:pt x="313120" y="89166"/>
                  </a:cubicBezTo>
                  <a:lnTo>
                    <a:pt x="311215" y="100596"/>
                  </a:lnTo>
                  <a:cubicBezTo>
                    <a:pt x="307405" y="121551"/>
                    <a:pt x="290260" y="135839"/>
                    <a:pt x="270258" y="135839"/>
                  </a:cubicBezTo>
                  <a:close/>
                  <a:moveTo>
                    <a:pt x="44515" y="9156"/>
                  </a:moveTo>
                  <a:cubicBezTo>
                    <a:pt x="28323" y="9156"/>
                    <a:pt x="14988" y="20586"/>
                    <a:pt x="12130" y="35826"/>
                  </a:cubicBezTo>
                  <a:lnTo>
                    <a:pt x="10225" y="47256"/>
                  </a:lnTo>
                  <a:cubicBezTo>
                    <a:pt x="7368" y="65354"/>
                    <a:pt x="18798" y="81546"/>
                    <a:pt x="36895" y="85356"/>
                  </a:cubicBezTo>
                  <a:lnTo>
                    <a:pt x="36895" y="85356"/>
                  </a:lnTo>
                  <a:lnTo>
                    <a:pt x="264543" y="125361"/>
                  </a:lnTo>
                  <a:cubicBezTo>
                    <a:pt x="282640" y="128218"/>
                    <a:pt x="298833" y="116789"/>
                    <a:pt x="302643" y="98691"/>
                  </a:cubicBezTo>
                  <a:lnTo>
                    <a:pt x="304548" y="87261"/>
                  </a:lnTo>
                  <a:cubicBezTo>
                    <a:pt x="307405" y="69164"/>
                    <a:pt x="295975" y="52971"/>
                    <a:pt x="277878" y="49161"/>
                  </a:cubicBezTo>
                  <a:cubicBezTo>
                    <a:pt x="277878" y="49161"/>
                    <a:pt x="277878" y="49161"/>
                    <a:pt x="277878" y="49161"/>
                  </a:cubicBezTo>
                  <a:lnTo>
                    <a:pt x="50230" y="9156"/>
                  </a:lnTo>
                  <a:cubicBezTo>
                    <a:pt x="48325" y="9156"/>
                    <a:pt x="46420" y="9156"/>
                    <a:pt x="44515" y="9156"/>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18" name="Freeform 118"/>
            <p:cNvSpPr/>
            <p:nvPr/>
          </p:nvSpPr>
          <p:spPr>
            <a:xfrm>
              <a:off x="8394160" y="5722896"/>
              <a:ext cx="233827" cy="82601"/>
            </a:xfrm>
            <a:custGeom>
              <a:avLst/>
              <a:gdLst/>
              <a:ahLst/>
              <a:cxnLst/>
              <a:rect l="l" t="t" r="r" b="b"/>
              <a:pathLst>
                <a:path w="233827" h="82601">
                  <a:moveTo>
                    <a:pt x="465" y="0"/>
                  </a:moveTo>
                  <a:cubicBezTo>
                    <a:pt x="-5250" y="32385"/>
                    <a:pt x="42375" y="67627"/>
                    <a:pt x="107145" y="79058"/>
                  </a:cubicBezTo>
                  <a:cubicBezTo>
                    <a:pt x="171915" y="90488"/>
                    <a:pt x="228112" y="73342"/>
                    <a:pt x="233827" y="40958"/>
                  </a:cubicBezTo>
                  <a:lnTo>
                    <a:pt x="465" y="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19" name="Freeform 119"/>
            <p:cNvSpPr/>
            <p:nvPr/>
          </p:nvSpPr>
          <p:spPr>
            <a:xfrm>
              <a:off x="8388415" y="5716933"/>
              <a:ext cx="243382" cy="92640"/>
            </a:xfrm>
            <a:custGeom>
              <a:avLst/>
              <a:gdLst/>
              <a:ahLst/>
              <a:cxnLst/>
              <a:rect l="l" t="t" r="r" b="b"/>
              <a:pathLst>
                <a:path w="243382" h="92640">
                  <a:moveTo>
                    <a:pt x="151942" y="92640"/>
                  </a:moveTo>
                  <a:cubicBezTo>
                    <a:pt x="138607" y="92640"/>
                    <a:pt x="124320" y="91688"/>
                    <a:pt x="110985" y="88830"/>
                  </a:cubicBezTo>
                  <a:cubicBezTo>
                    <a:pt x="81457" y="84068"/>
                    <a:pt x="53835" y="73590"/>
                    <a:pt x="29070" y="56445"/>
                  </a:cubicBezTo>
                  <a:cubicBezTo>
                    <a:pt x="7162" y="40253"/>
                    <a:pt x="-2363" y="22155"/>
                    <a:pt x="495" y="4058"/>
                  </a:cubicBezTo>
                  <a:cubicBezTo>
                    <a:pt x="1447" y="1200"/>
                    <a:pt x="3352" y="-705"/>
                    <a:pt x="6210" y="248"/>
                  </a:cubicBezTo>
                  <a:lnTo>
                    <a:pt x="239572" y="41205"/>
                  </a:lnTo>
                  <a:cubicBezTo>
                    <a:pt x="240525" y="41205"/>
                    <a:pt x="241477" y="42158"/>
                    <a:pt x="242430" y="43110"/>
                  </a:cubicBezTo>
                  <a:cubicBezTo>
                    <a:pt x="243382" y="44063"/>
                    <a:pt x="243382" y="45015"/>
                    <a:pt x="243382" y="46920"/>
                  </a:cubicBezTo>
                  <a:cubicBezTo>
                    <a:pt x="239572" y="75495"/>
                    <a:pt x="201472" y="92640"/>
                    <a:pt x="151942" y="92640"/>
                  </a:cubicBezTo>
                  <a:close/>
                  <a:moveTo>
                    <a:pt x="10020" y="11678"/>
                  </a:moveTo>
                  <a:cubicBezTo>
                    <a:pt x="10020" y="24060"/>
                    <a:pt x="18592" y="37395"/>
                    <a:pt x="35737" y="49778"/>
                  </a:cubicBezTo>
                  <a:cubicBezTo>
                    <a:pt x="58597" y="65970"/>
                    <a:pt x="85267" y="76448"/>
                    <a:pt x="112890" y="80258"/>
                  </a:cubicBezTo>
                  <a:cubicBezTo>
                    <a:pt x="170040" y="90735"/>
                    <a:pt x="223380" y="77400"/>
                    <a:pt x="232905" y="51683"/>
                  </a:cubicBezTo>
                  <a:lnTo>
                    <a:pt x="10020" y="11678"/>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20" name="Freeform 120"/>
            <p:cNvSpPr/>
            <p:nvPr/>
          </p:nvSpPr>
          <p:spPr>
            <a:xfrm>
              <a:off x="8413521" y="5066407"/>
              <a:ext cx="419147" cy="471703"/>
            </a:xfrm>
            <a:custGeom>
              <a:avLst/>
              <a:gdLst/>
              <a:ahLst/>
              <a:cxnLst/>
              <a:rect l="l" t="t" r="r" b="b"/>
              <a:pathLst>
                <a:path w="419147" h="471703">
                  <a:moveTo>
                    <a:pt x="187797" y="471703"/>
                  </a:moveTo>
                  <a:cubicBezTo>
                    <a:pt x="196369" y="379311"/>
                    <a:pt x="203989" y="285013"/>
                    <a:pt x="243042" y="199288"/>
                  </a:cubicBezTo>
                  <a:cubicBezTo>
                    <a:pt x="260187" y="162141"/>
                    <a:pt x="285904" y="114516"/>
                    <a:pt x="318289" y="88798"/>
                  </a:cubicBezTo>
                  <a:cubicBezTo>
                    <a:pt x="346864" y="65938"/>
                    <a:pt x="398299" y="77368"/>
                    <a:pt x="413539" y="110706"/>
                  </a:cubicBezTo>
                  <a:cubicBezTo>
                    <a:pt x="423064" y="133566"/>
                    <a:pt x="420207" y="160236"/>
                    <a:pt x="406872" y="180238"/>
                  </a:cubicBezTo>
                  <a:cubicBezTo>
                    <a:pt x="392584" y="200241"/>
                    <a:pt x="373534" y="216433"/>
                    <a:pt x="350674" y="225958"/>
                  </a:cubicBezTo>
                  <a:cubicBezTo>
                    <a:pt x="255424" y="271678"/>
                    <a:pt x="142077" y="257391"/>
                    <a:pt x="61114" y="189763"/>
                  </a:cubicBezTo>
                  <a:cubicBezTo>
                    <a:pt x="35397" y="167856"/>
                    <a:pt x="15394" y="140233"/>
                    <a:pt x="4917" y="107848"/>
                  </a:cubicBezTo>
                  <a:cubicBezTo>
                    <a:pt x="-5561" y="75463"/>
                    <a:pt x="1107" y="40221"/>
                    <a:pt x="21109" y="12598"/>
                  </a:cubicBezTo>
                  <a:cubicBezTo>
                    <a:pt x="44922" y="-15977"/>
                    <a:pt x="74449" y="9741"/>
                    <a:pt x="88737" y="33553"/>
                  </a:cubicBezTo>
                  <a:cubicBezTo>
                    <a:pt x="120169" y="84036"/>
                    <a:pt x="114454" y="156426"/>
                    <a:pt x="111597" y="212623"/>
                  </a:cubicBezTo>
                  <a:cubicBezTo>
                    <a:pt x="105882" y="292633"/>
                    <a:pt x="89689" y="371691"/>
                    <a:pt x="63019" y="447891"/>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21" name="Freeform 121"/>
            <p:cNvSpPr/>
            <p:nvPr/>
          </p:nvSpPr>
          <p:spPr>
            <a:xfrm>
              <a:off x="8409741" y="5060805"/>
              <a:ext cx="424505" cy="482068"/>
            </a:xfrm>
            <a:custGeom>
              <a:avLst/>
              <a:gdLst/>
              <a:ahLst/>
              <a:cxnLst/>
              <a:rect l="l" t="t" r="r" b="b"/>
              <a:pathLst>
                <a:path w="424505" h="482068">
                  <a:moveTo>
                    <a:pt x="191577" y="482068"/>
                  </a:moveTo>
                  <a:lnTo>
                    <a:pt x="191577" y="482068"/>
                  </a:lnTo>
                  <a:cubicBezTo>
                    <a:pt x="188719" y="482068"/>
                    <a:pt x="186815" y="479211"/>
                    <a:pt x="186815" y="477306"/>
                  </a:cubicBezTo>
                  <a:lnTo>
                    <a:pt x="187767" y="468733"/>
                  </a:lnTo>
                  <a:cubicBezTo>
                    <a:pt x="194435" y="400153"/>
                    <a:pt x="200149" y="329668"/>
                    <a:pt x="220152" y="262993"/>
                  </a:cubicBezTo>
                  <a:cubicBezTo>
                    <a:pt x="185862" y="261088"/>
                    <a:pt x="151572" y="251563"/>
                    <a:pt x="120139" y="237276"/>
                  </a:cubicBezTo>
                  <a:cubicBezTo>
                    <a:pt x="113472" y="311571"/>
                    <a:pt x="97279" y="384913"/>
                    <a:pt x="72514" y="455398"/>
                  </a:cubicBezTo>
                  <a:cubicBezTo>
                    <a:pt x="71562" y="458256"/>
                    <a:pt x="68704" y="459208"/>
                    <a:pt x="66799" y="458256"/>
                  </a:cubicBezTo>
                  <a:cubicBezTo>
                    <a:pt x="63942" y="457303"/>
                    <a:pt x="62989" y="454446"/>
                    <a:pt x="63942" y="452541"/>
                  </a:cubicBezTo>
                  <a:cubicBezTo>
                    <a:pt x="88707" y="381103"/>
                    <a:pt x="104899" y="307761"/>
                    <a:pt x="110614" y="232513"/>
                  </a:cubicBezTo>
                  <a:cubicBezTo>
                    <a:pt x="93469" y="222988"/>
                    <a:pt x="77277" y="212511"/>
                    <a:pt x="62037" y="199176"/>
                  </a:cubicBezTo>
                  <a:cubicBezTo>
                    <a:pt x="35367" y="177268"/>
                    <a:pt x="15364" y="147741"/>
                    <a:pt x="4887" y="114403"/>
                  </a:cubicBezTo>
                  <a:cubicBezTo>
                    <a:pt x="-5590" y="80113"/>
                    <a:pt x="1077" y="42966"/>
                    <a:pt x="22032" y="14391"/>
                  </a:cubicBezTo>
                  <a:cubicBezTo>
                    <a:pt x="28699" y="4866"/>
                    <a:pt x="39177" y="-849"/>
                    <a:pt x="50607" y="103"/>
                  </a:cubicBezTo>
                  <a:cubicBezTo>
                    <a:pt x="74419" y="2008"/>
                    <a:pt x="92517" y="27726"/>
                    <a:pt x="97279" y="36298"/>
                  </a:cubicBezTo>
                  <a:cubicBezTo>
                    <a:pt x="128712" y="85828"/>
                    <a:pt x="123949" y="155361"/>
                    <a:pt x="121092" y="211558"/>
                  </a:cubicBezTo>
                  <a:lnTo>
                    <a:pt x="121092" y="219178"/>
                  </a:lnTo>
                  <a:cubicBezTo>
                    <a:pt x="121092" y="222036"/>
                    <a:pt x="121092" y="224893"/>
                    <a:pt x="121092" y="227751"/>
                  </a:cubicBezTo>
                  <a:cubicBezTo>
                    <a:pt x="153477" y="243943"/>
                    <a:pt x="187767" y="252516"/>
                    <a:pt x="223010" y="254421"/>
                  </a:cubicBezTo>
                  <a:cubicBezTo>
                    <a:pt x="228724" y="237276"/>
                    <a:pt x="234440" y="221083"/>
                    <a:pt x="242060" y="203938"/>
                  </a:cubicBezTo>
                  <a:cubicBezTo>
                    <a:pt x="266824" y="149646"/>
                    <a:pt x="292542" y="112498"/>
                    <a:pt x="318260" y="91543"/>
                  </a:cubicBezTo>
                  <a:cubicBezTo>
                    <a:pt x="334452" y="80113"/>
                    <a:pt x="355407" y="75351"/>
                    <a:pt x="374457" y="81066"/>
                  </a:cubicBezTo>
                  <a:cubicBezTo>
                    <a:pt x="393507" y="85828"/>
                    <a:pt x="409699" y="98211"/>
                    <a:pt x="418272" y="115356"/>
                  </a:cubicBezTo>
                  <a:cubicBezTo>
                    <a:pt x="428749" y="140121"/>
                    <a:pt x="425892" y="167743"/>
                    <a:pt x="410652" y="189651"/>
                  </a:cubicBezTo>
                  <a:cubicBezTo>
                    <a:pt x="396365" y="210606"/>
                    <a:pt x="376362" y="226798"/>
                    <a:pt x="352549" y="237276"/>
                  </a:cubicBezTo>
                  <a:cubicBezTo>
                    <a:pt x="313497" y="257278"/>
                    <a:pt x="269682" y="265851"/>
                    <a:pt x="225867" y="264898"/>
                  </a:cubicBezTo>
                  <a:cubicBezTo>
                    <a:pt x="205865" y="331573"/>
                    <a:pt x="199197" y="402058"/>
                    <a:pt x="192529" y="470638"/>
                  </a:cubicBezTo>
                  <a:lnTo>
                    <a:pt x="191577" y="479211"/>
                  </a:lnTo>
                  <a:cubicBezTo>
                    <a:pt x="195387" y="480163"/>
                    <a:pt x="193482" y="482068"/>
                    <a:pt x="191577" y="482068"/>
                  </a:cubicBezTo>
                  <a:close/>
                  <a:moveTo>
                    <a:pt x="232535" y="253468"/>
                  </a:moveTo>
                  <a:cubicBezTo>
                    <a:pt x="273492" y="254421"/>
                    <a:pt x="314449" y="245848"/>
                    <a:pt x="351597" y="226798"/>
                  </a:cubicBezTo>
                  <a:cubicBezTo>
                    <a:pt x="373504" y="217273"/>
                    <a:pt x="391602" y="202033"/>
                    <a:pt x="405890" y="182983"/>
                  </a:cubicBezTo>
                  <a:cubicBezTo>
                    <a:pt x="419224" y="163933"/>
                    <a:pt x="421129" y="139168"/>
                    <a:pt x="412557" y="118213"/>
                  </a:cubicBezTo>
                  <a:cubicBezTo>
                    <a:pt x="394460" y="88686"/>
                    <a:pt x="356360" y="79161"/>
                    <a:pt x="326832" y="96306"/>
                  </a:cubicBezTo>
                  <a:cubicBezTo>
                    <a:pt x="325879" y="97258"/>
                    <a:pt x="324927" y="97258"/>
                    <a:pt x="323974" y="98211"/>
                  </a:cubicBezTo>
                  <a:cubicBezTo>
                    <a:pt x="299210" y="117261"/>
                    <a:pt x="274444" y="154408"/>
                    <a:pt x="250632" y="206796"/>
                  </a:cubicBezTo>
                  <a:cubicBezTo>
                    <a:pt x="243965" y="222036"/>
                    <a:pt x="238249" y="237276"/>
                    <a:pt x="232535" y="253468"/>
                  </a:cubicBezTo>
                  <a:close/>
                  <a:moveTo>
                    <a:pt x="48702" y="9628"/>
                  </a:moveTo>
                  <a:cubicBezTo>
                    <a:pt x="41082" y="9628"/>
                    <a:pt x="33462" y="14391"/>
                    <a:pt x="29652" y="20106"/>
                  </a:cubicBezTo>
                  <a:cubicBezTo>
                    <a:pt x="10602" y="45823"/>
                    <a:pt x="3935" y="80113"/>
                    <a:pt x="14412" y="111546"/>
                  </a:cubicBezTo>
                  <a:cubicBezTo>
                    <a:pt x="24889" y="142978"/>
                    <a:pt x="42987" y="170601"/>
                    <a:pt x="68704" y="191556"/>
                  </a:cubicBezTo>
                  <a:cubicBezTo>
                    <a:pt x="82039" y="202986"/>
                    <a:pt x="96327" y="213463"/>
                    <a:pt x="111567" y="222036"/>
                  </a:cubicBezTo>
                  <a:cubicBezTo>
                    <a:pt x="111567" y="221083"/>
                    <a:pt x="111567" y="219178"/>
                    <a:pt x="111567" y="218226"/>
                  </a:cubicBezTo>
                  <a:lnTo>
                    <a:pt x="112519" y="210606"/>
                  </a:lnTo>
                  <a:cubicBezTo>
                    <a:pt x="115377" y="156313"/>
                    <a:pt x="120139" y="88686"/>
                    <a:pt x="90612" y="41061"/>
                  </a:cubicBezTo>
                  <a:cubicBezTo>
                    <a:pt x="81087" y="26773"/>
                    <a:pt x="65847" y="10581"/>
                    <a:pt x="51560" y="9628"/>
                  </a:cubicBezTo>
                  <a:lnTo>
                    <a:pt x="48702" y="9628"/>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22" name="Freeform 122"/>
            <p:cNvSpPr/>
            <p:nvPr/>
          </p:nvSpPr>
          <p:spPr>
            <a:xfrm>
              <a:off x="8385100" y="5329495"/>
              <a:ext cx="181245" cy="140035"/>
            </a:xfrm>
            <a:custGeom>
              <a:avLst/>
              <a:gdLst/>
              <a:ahLst/>
              <a:cxnLst/>
              <a:rect l="l" t="t" r="r" b="b"/>
              <a:pathLst>
                <a:path w="181245" h="140035">
                  <a:moveTo>
                    <a:pt x="0" y="92410"/>
                  </a:moveTo>
                  <a:lnTo>
                    <a:pt x="51435" y="49548"/>
                  </a:lnTo>
                  <a:cubicBezTo>
                    <a:pt x="67627" y="36213"/>
                    <a:pt x="83820" y="-935"/>
                    <a:pt x="98107" y="18"/>
                  </a:cubicBezTo>
                  <a:cubicBezTo>
                    <a:pt x="112395" y="18"/>
                    <a:pt x="86677" y="43833"/>
                    <a:pt x="86677" y="43833"/>
                  </a:cubicBezTo>
                  <a:cubicBezTo>
                    <a:pt x="86677" y="43833"/>
                    <a:pt x="140970" y="1923"/>
                    <a:pt x="158115" y="970"/>
                  </a:cubicBezTo>
                  <a:cubicBezTo>
                    <a:pt x="175260" y="18"/>
                    <a:pt x="184785" y="28593"/>
                    <a:pt x="180022" y="37165"/>
                  </a:cubicBezTo>
                  <a:cubicBezTo>
                    <a:pt x="176213" y="45738"/>
                    <a:pt x="129540" y="67646"/>
                    <a:pt x="112395" y="84790"/>
                  </a:cubicBezTo>
                  <a:cubicBezTo>
                    <a:pt x="88582" y="104793"/>
                    <a:pt x="64770" y="122890"/>
                    <a:pt x="39052" y="140035"/>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23" name="Freeform 123"/>
            <p:cNvSpPr/>
            <p:nvPr/>
          </p:nvSpPr>
          <p:spPr>
            <a:xfrm>
              <a:off x="8381290" y="5323798"/>
              <a:ext cx="188928" cy="150495"/>
            </a:xfrm>
            <a:custGeom>
              <a:avLst/>
              <a:gdLst/>
              <a:ahLst/>
              <a:cxnLst/>
              <a:rect l="l" t="t" r="r" b="b"/>
              <a:pathLst>
                <a:path w="188928" h="150495">
                  <a:moveTo>
                    <a:pt x="42863" y="150495"/>
                  </a:moveTo>
                  <a:cubicBezTo>
                    <a:pt x="40958" y="150495"/>
                    <a:pt x="40005" y="149543"/>
                    <a:pt x="39053" y="148590"/>
                  </a:cubicBezTo>
                  <a:cubicBezTo>
                    <a:pt x="37148" y="146685"/>
                    <a:pt x="38100" y="143827"/>
                    <a:pt x="40005" y="141923"/>
                  </a:cubicBezTo>
                  <a:cubicBezTo>
                    <a:pt x="64770" y="124777"/>
                    <a:pt x="89535" y="106680"/>
                    <a:pt x="112395" y="86677"/>
                  </a:cubicBezTo>
                  <a:cubicBezTo>
                    <a:pt x="124778" y="76200"/>
                    <a:pt x="138113" y="66675"/>
                    <a:pt x="152400" y="58102"/>
                  </a:cubicBezTo>
                  <a:cubicBezTo>
                    <a:pt x="161925" y="53340"/>
                    <a:pt x="170498" y="46673"/>
                    <a:pt x="179070" y="40005"/>
                  </a:cubicBezTo>
                  <a:cubicBezTo>
                    <a:pt x="180023" y="32385"/>
                    <a:pt x="178117" y="24765"/>
                    <a:pt x="173355" y="18098"/>
                  </a:cubicBezTo>
                  <a:cubicBezTo>
                    <a:pt x="171450" y="13335"/>
                    <a:pt x="166688" y="10478"/>
                    <a:pt x="160973" y="10478"/>
                  </a:cubicBezTo>
                  <a:cubicBezTo>
                    <a:pt x="149542" y="11430"/>
                    <a:pt x="112395" y="37148"/>
                    <a:pt x="92392" y="52388"/>
                  </a:cubicBezTo>
                  <a:cubicBezTo>
                    <a:pt x="90488" y="54293"/>
                    <a:pt x="87630" y="54293"/>
                    <a:pt x="86678" y="52388"/>
                  </a:cubicBezTo>
                  <a:cubicBezTo>
                    <a:pt x="84773" y="50483"/>
                    <a:pt x="84773" y="48577"/>
                    <a:pt x="85725" y="46673"/>
                  </a:cubicBezTo>
                  <a:cubicBezTo>
                    <a:pt x="95250" y="30480"/>
                    <a:pt x="102870" y="13335"/>
                    <a:pt x="100965" y="9525"/>
                  </a:cubicBezTo>
                  <a:cubicBezTo>
                    <a:pt x="95250" y="9525"/>
                    <a:pt x="85725" y="23813"/>
                    <a:pt x="78105" y="34290"/>
                  </a:cubicBezTo>
                  <a:cubicBezTo>
                    <a:pt x="72390" y="42863"/>
                    <a:pt x="65723" y="51435"/>
                    <a:pt x="58103" y="59055"/>
                  </a:cubicBezTo>
                  <a:lnTo>
                    <a:pt x="6667" y="101918"/>
                  </a:lnTo>
                  <a:lnTo>
                    <a:pt x="0" y="94298"/>
                  </a:lnTo>
                  <a:lnTo>
                    <a:pt x="51435" y="51435"/>
                  </a:lnTo>
                  <a:cubicBezTo>
                    <a:pt x="58103" y="44768"/>
                    <a:pt x="64770" y="37148"/>
                    <a:pt x="69533" y="28575"/>
                  </a:cubicBezTo>
                  <a:cubicBezTo>
                    <a:pt x="80010" y="14288"/>
                    <a:pt x="89535" y="0"/>
                    <a:pt x="100965" y="0"/>
                  </a:cubicBezTo>
                  <a:lnTo>
                    <a:pt x="100965" y="0"/>
                  </a:lnTo>
                  <a:cubicBezTo>
                    <a:pt x="103823" y="0"/>
                    <a:pt x="107633" y="1905"/>
                    <a:pt x="108585" y="4763"/>
                  </a:cubicBezTo>
                  <a:cubicBezTo>
                    <a:pt x="111442" y="10478"/>
                    <a:pt x="108585" y="21908"/>
                    <a:pt x="103823" y="32385"/>
                  </a:cubicBezTo>
                  <a:cubicBezTo>
                    <a:pt x="121920" y="20003"/>
                    <a:pt x="148590" y="1905"/>
                    <a:pt x="160973" y="953"/>
                  </a:cubicBezTo>
                  <a:cubicBezTo>
                    <a:pt x="169545" y="953"/>
                    <a:pt x="177165" y="5715"/>
                    <a:pt x="181928" y="12383"/>
                  </a:cubicBezTo>
                  <a:cubicBezTo>
                    <a:pt x="188595" y="20955"/>
                    <a:pt x="190500" y="33338"/>
                    <a:pt x="187642" y="43815"/>
                  </a:cubicBezTo>
                  <a:cubicBezTo>
                    <a:pt x="184785" y="49530"/>
                    <a:pt x="175260" y="55245"/>
                    <a:pt x="157163" y="66675"/>
                  </a:cubicBezTo>
                  <a:cubicBezTo>
                    <a:pt x="143828" y="74295"/>
                    <a:pt x="130492" y="82868"/>
                    <a:pt x="118110" y="93345"/>
                  </a:cubicBezTo>
                  <a:cubicBezTo>
                    <a:pt x="94298" y="113348"/>
                    <a:pt x="69533" y="132398"/>
                    <a:pt x="43815" y="149543"/>
                  </a:cubicBezTo>
                  <a:cubicBezTo>
                    <a:pt x="44767" y="150495"/>
                    <a:pt x="43815" y="150495"/>
                    <a:pt x="42863" y="15049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24" name="Freeform 124"/>
            <p:cNvSpPr/>
            <p:nvPr/>
          </p:nvSpPr>
          <p:spPr>
            <a:xfrm>
              <a:off x="7848829" y="5275683"/>
              <a:ext cx="610565" cy="389018"/>
            </a:xfrm>
            <a:custGeom>
              <a:avLst/>
              <a:gdLst/>
              <a:ahLst/>
              <a:cxnLst/>
              <a:rect l="l" t="t" r="r" b="b"/>
              <a:pathLst>
                <a:path w="610565" h="389018">
                  <a:moveTo>
                    <a:pt x="133363" y="18588"/>
                  </a:moveTo>
                  <a:cubicBezTo>
                    <a:pt x="136221" y="22398"/>
                    <a:pt x="272428" y="239568"/>
                    <a:pt x="272428" y="239568"/>
                  </a:cubicBezTo>
                  <a:lnTo>
                    <a:pt x="543891" y="109075"/>
                  </a:lnTo>
                  <a:lnTo>
                    <a:pt x="610566" y="185275"/>
                  </a:lnTo>
                  <a:cubicBezTo>
                    <a:pt x="610566" y="185275"/>
                    <a:pt x="381966" y="357678"/>
                    <a:pt x="292431" y="387205"/>
                  </a:cubicBezTo>
                  <a:cubicBezTo>
                    <a:pt x="203848" y="415780"/>
                    <a:pt x="-1892" y="97645"/>
                    <a:pt x="13" y="62403"/>
                  </a:cubicBezTo>
                  <a:cubicBezTo>
                    <a:pt x="2871" y="28113"/>
                    <a:pt x="93358" y="-29990"/>
                    <a:pt x="133363" y="18588"/>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125" name="Freeform 125"/>
            <p:cNvSpPr/>
            <p:nvPr/>
          </p:nvSpPr>
          <p:spPr>
            <a:xfrm>
              <a:off x="7993053" y="5315552"/>
              <a:ext cx="280025" cy="205413"/>
            </a:xfrm>
            <a:custGeom>
              <a:avLst/>
              <a:gdLst/>
              <a:ahLst/>
              <a:cxnLst/>
              <a:rect l="l" t="t" r="r" b="b"/>
              <a:pathLst>
                <a:path w="280025" h="205413">
                  <a:moveTo>
                    <a:pt x="128205" y="205413"/>
                  </a:moveTo>
                  <a:cubicBezTo>
                    <a:pt x="126300" y="205413"/>
                    <a:pt x="125347" y="204461"/>
                    <a:pt x="124395" y="203508"/>
                  </a:cubicBezTo>
                  <a:lnTo>
                    <a:pt x="570" y="7293"/>
                  </a:lnTo>
                  <a:cubicBezTo>
                    <a:pt x="-383" y="5388"/>
                    <a:pt x="-383" y="1578"/>
                    <a:pt x="2475" y="626"/>
                  </a:cubicBezTo>
                  <a:cubicBezTo>
                    <a:pt x="4380" y="-327"/>
                    <a:pt x="7237" y="-327"/>
                    <a:pt x="9142" y="1578"/>
                  </a:cubicBezTo>
                  <a:cubicBezTo>
                    <a:pt x="11047" y="3483"/>
                    <a:pt x="112965" y="167313"/>
                    <a:pt x="130110" y="194936"/>
                  </a:cubicBezTo>
                  <a:lnTo>
                    <a:pt x="272985" y="119688"/>
                  </a:lnTo>
                  <a:cubicBezTo>
                    <a:pt x="274890" y="118736"/>
                    <a:pt x="278700" y="119688"/>
                    <a:pt x="279652" y="121593"/>
                  </a:cubicBezTo>
                  <a:cubicBezTo>
                    <a:pt x="280605" y="123498"/>
                    <a:pt x="279652" y="127308"/>
                    <a:pt x="277747" y="128261"/>
                  </a:cubicBezTo>
                  <a:lnTo>
                    <a:pt x="277747" y="128261"/>
                  </a:lnTo>
                  <a:lnTo>
                    <a:pt x="130110" y="205413"/>
                  </a:lnTo>
                  <a:cubicBezTo>
                    <a:pt x="129157" y="205413"/>
                    <a:pt x="129157" y="205413"/>
                    <a:pt x="128205" y="205413"/>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26" name="Freeform 126"/>
            <p:cNvSpPr/>
            <p:nvPr/>
          </p:nvSpPr>
          <p:spPr>
            <a:xfrm>
              <a:off x="7949722" y="5512307"/>
              <a:ext cx="390696" cy="152485"/>
            </a:xfrm>
            <a:custGeom>
              <a:avLst/>
              <a:gdLst/>
              <a:ahLst/>
              <a:cxnLst/>
              <a:rect l="l" t="t" r="r" b="b"/>
              <a:pathLst>
                <a:path w="390696" h="152485">
                  <a:moveTo>
                    <a:pt x="184871" y="152486"/>
                  </a:moveTo>
                  <a:cubicBezTo>
                    <a:pt x="127721" y="152486"/>
                    <a:pt x="65808" y="103908"/>
                    <a:pt x="1038" y="7706"/>
                  </a:cubicBezTo>
                  <a:cubicBezTo>
                    <a:pt x="-867" y="5801"/>
                    <a:pt x="86" y="2943"/>
                    <a:pt x="1991" y="1038"/>
                  </a:cubicBezTo>
                  <a:cubicBezTo>
                    <a:pt x="3896" y="-867"/>
                    <a:pt x="6753" y="86"/>
                    <a:pt x="8658" y="1991"/>
                  </a:cubicBezTo>
                  <a:cubicBezTo>
                    <a:pt x="79143" y="105813"/>
                    <a:pt x="144866" y="152486"/>
                    <a:pt x="203921" y="140103"/>
                  </a:cubicBezTo>
                  <a:cubicBezTo>
                    <a:pt x="262976" y="127721"/>
                    <a:pt x="382038" y="34376"/>
                    <a:pt x="382991" y="33423"/>
                  </a:cubicBezTo>
                  <a:cubicBezTo>
                    <a:pt x="384896" y="31518"/>
                    <a:pt x="387753" y="32471"/>
                    <a:pt x="389658" y="34376"/>
                  </a:cubicBezTo>
                  <a:cubicBezTo>
                    <a:pt x="391563" y="36281"/>
                    <a:pt x="390611" y="39138"/>
                    <a:pt x="388706" y="41043"/>
                  </a:cubicBezTo>
                  <a:cubicBezTo>
                    <a:pt x="383943" y="44853"/>
                    <a:pt x="267738" y="136293"/>
                    <a:pt x="205826" y="149628"/>
                  </a:cubicBezTo>
                  <a:cubicBezTo>
                    <a:pt x="199158" y="152486"/>
                    <a:pt x="192491" y="152486"/>
                    <a:pt x="184871" y="152486"/>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27" name="Freeform 127"/>
            <p:cNvSpPr/>
            <p:nvPr/>
          </p:nvSpPr>
          <p:spPr>
            <a:xfrm>
              <a:off x="7689775" y="5247598"/>
              <a:ext cx="361950" cy="189584"/>
            </a:xfrm>
            <a:custGeom>
              <a:avLst/>
              <a:gdLst/>
              <a:ahLst/>
              <a:cxnLst/>
              <a:rect l="l" t="t" r="r" b="b"/>
              <a:pathLst>
                <a:path w="361950" h="189584">
                  <a:moveTo>
                    <a:pt x="340995" y="0"/>
                  </a:moveTo>
                  <a:lnTo>
                    <a:pt x="334328" y="19050"/>
                  </a:lnTo>
                  <a:lnTo>
                    <a:pt x="350520" y="40005"/>
                  </a:lnTo>
                  <a:cubicBezTo>
                    <a:pt x="350520" y="40005"/>
                    <a:pt x="319088" y="201930"/>
                    <a:pt x="77152" y="72390"/>
                  </a:cubicBezTo>
                  <a:lnTo>
                    <a:pt x="0" y="100013"/>
                  </a:lnTo>
                  <a:lnTo>
                    <a:pt x="45720" y="162877"/>
                  </a:lnTo>
                  <a:cubicBezTo>
                    <a:pt x="45720" y="162877"/>
                    <a:pt x="335280" y="274320"/>
                    <a:pt x="358140" y="41910"/>
                  </a:cubicBezTo>
                  <a:lnTo>
                    <a:pt x="361950" y="16193"/>
                  </a:lnTo>
                  <a:lnTo>
                    <a:pt x="340995" y="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28" name="Freeform 128"/>
            <p:cNvSpPr/>
            <p:nvPr/>
          </p:nvSpPr>
          <p:spPr>
            <a:xfrm>
              <a:off x="7685965" y="5243788"/>
              <a:ext cx="371475" cy="199144"/>
            </a:xfrm>
            <a:custGeom>
              <a:avLst/>
              <a:gdLst/>
              <a:ahLst/>
              <a:cxnLst/>
              <a:rect l="l" t="t" r="r" b="b"/>
              <a:pathLst>
                <a:path w="371475" h="199144">
                  <a:moveTo>
                    <a:pt x="192405" y="199072"/>
                  </a:moveTo>
                  <a:cubicBezTo>
                    <a:pt x="142875" y="198120"/>
                    <a:pt x="94298" y="188595"/>
                    <a:pt x="48578" y="171450"/>
                  </a:cubicBezTo>
                  <a:cubicBezTo>
                    <a:pt x="47625" y="171450"/>
                    <a:pt x="46673" y="170497"/>
                    <a:pt x="46673" y="169545"/>
                  </a:cubicBezTo>
                  <a:lnTo>
                    <a:pt x="953" y="106680"/>
                  </a:lnTo>
                  <a:cubicBezTo>
                    <a:pt x="0" y="105727"/>
                    <a:pt x="0" y="103822"/>
                    <a:pt x="0" y="102870"/>
                  </a:cubicBezTo>
                  <a:cubicBezTo>
                    <a:pt x="953" y="100965"/>
                    <a:pt x="1905" y="100013"/>
                    <a:pt x="2858" y="100013"/>
                  </a:cubicBezTo>
                  <a:lnTo>
                    <a:pt x="80010" y="72390"/>
                  </a:lnTo>
                  <a:cubicBezTo>
                    <a:pt x="80963" y="71438"/>
                    <a:pt x="82868" y="71438"/>
                    <a:pt x="83820" y="72390"/>
                  </a:cubicBezTo>
                  <a:cubicBezTo>
                    <a:pt x="174308" y="120968"/>
                    <a:pt x="245745" y="133350"/>
                    <a:pt x="294323" y="111443"/>
                  </a:cubicBezTo>
                  <a:cubicBezTo>
                    <a:pt x="320992" y="98107"/>
                    <a:pt x="340995" y="74295"/>
                    <a:pt x="348615" y="45720"/>
                  </a:cubicBezTo>
                  <a:lnTo>
                    <a:pt x="334328" y="26670"/>
                  </a:lnTo>
                  <a:cubicBezTo>
                    <a:pt x="333375" y="25718"/>
                    <a:pt x="333375" y="23813"/>
                    <a:pt x="333375" y="21907"/>
                  </a:cubicBezTo>
                  <a:lnTo>
                    <a:pt x="340042" y="2857"/>
                  </a:lnTo>
                  <a:cubicBezTo>
                    <a:pt x="340995" y="952"/>
                    <a:pt x="341948" y="0"/>
                    <a:pt x="342900" y="0"/>
                  </a:cubicBezTo>
                  <a:cubicBezTo>
                    <a:pt x="344805" y="0"/>
                    <a:pt x="345758" y="0"/>
                    <a:pt x="347663" y="952"/>
                  </a:cubicBezTo>
                  <a:lnTo>
                    <a:pt x="369570" y="17145"/>
                  </a:lnTo>
                  <a:cubicBezTo>
                    <a:pt x="370523" y="18097"/>
                    <a:pt x="371475" y="20002"/>
                    <a:pt x="371475" y="21907"/>
                  </a:cubicBezTo>
                  <a:lnTo>
                    <a:pt x="367665" y="47625"/>
                  </a:lnTo>
                  <a:cubicBezTo>
                    <a:pt x="361950" y="106680"/>
                    <a:pt x="339090" y="149543"/>
                    <a:pt x="298133" y="174308"/>
                  </a:cubicBezTo>
                  <a:cubicBezTo>
                    <a:pt x="265748" y="191453"/>
                    <a:pt x="229553" y="200025"/>
                    <a:pt x="192405" y="199072"/>
                  </a:cubicBezTo>
                  <a:close/>
                  <a:moveTo>
                    <a:pt x="53340" y="162878"/>
                  </a:moveTo>
                  <a:cubicBezTo>
                    <a:pt x="68580" y="168593"/>
                    <a:pt x="207645" y="217170"/>
                    <a:pt x="293370" y="164783"/>
                  </a:cubicBezTo>
                  <a:cubicBezTo>
                    <a:pt x="329565" y="142875"/>
                    <a:pt x="351473" y="104775"/>
                    <a:pt x="357188" y="51435"/>
                  </a:cubicBezTo>
                  <a:cubicBezTo>
                    <a:pt x="347663" y="80963"/>
                    <a:pt x="326708" y="105727"/>
                    <a:pt x="299085" y="119062"/>
                  </a:cubicBezTo>
                  <a:cubicBezTo>
                    <a:pt x="247650" y="143828"/>
                    <a:pt x="174308" y="131445"/>
                    <a:pt x="81915" y="81915"/>
                  </a:cubicBezTo>
                  <a:lnTo>
                    <a:pt x="12383" y="106680"/>
                  </a:lnTo>
                  <a:lnTo>
                    <a:pt x="53340" y="162878"/>
                  </a:lnTo>
                  <a:close/>
                  <a:moveTo>
                    <a:pt x="342900" y="21907"/>
                  </a:moveTo>
                  <a:lnTo>
                    <a:pt x="357188" y="40957"/>
                  </a:lnTo>
                  <a:lnTo>
                    <a:pt x="357188" y="41910"/>
                  </a:lnTo>
                  <a:lnTo>
                    <a:pt x="360045" y="22860"/>
                  </a:lnTo>
                  <a:lnTo>
                    <a:pt x="345758" y="12382"/>
                  </a:lnTo>
                  <a:lnTo>
                    <a:pt x="342900" y="21907"/>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29" name="Freeform 129"/>
            <p:cNvSpPr/>
            <p:nvPr/>
          </p:nvSpPr>
          <p:spPr>
            <a:xfrm>
              <a:off x="6893992" y="5923704"/>
              <a:ext cx="185230" cy="161247"/>
            </a:xfrm>
            <a:custGeom>
              <a:avLst/>
              <a:gdLst/>
              <a:ahLst/>
              <a:cxnLst/>
              <a:rect l="l" t="t" r="r" b="b"/>
              <a:pathLst>
                <a:path w="185230" h="161247">
                  <a:moveTo>
                    <a:pt x="185230" y="31602"/>
                  </a:moveTo>
                  <a:cubicBezTo>
                    <a:pt x="185230" y="31602"/>
                    <a:pt x="96648" y="-2688"/>
                    <a:pt x="90933" y="169"/>
                  </a:cubicBezTo>
                  <a:cubicBezTo>
                    <a:pt x="86170" y="3027"/>
                    <a:pt x="-16700" y="158284"/>
                    <a:pt x="2350" y="161142"/>
                  </a:cubicBezTo>
                  <a:cubicBezTo>
                    <a:pt x="21400" y="163999"/>
                    <a:pt x="143320" y="107802"/>
                    <a:pt x="143320" y="107802"/>
                  </a:cubicBezTo>
                  <a:lnTo>
                    <a:pt x="185230" y="31602"/>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30" name="Freeform 130"/>
            <p:cNvSpPr/>
            <p:nvPr/>
          </p:nvSpPr>
          <p:spPr>
            <a:xfrm>
              <a:off x="6889432" y="5919462"/>
              <a:ext cx="194314" cy="170146"/>
            </a:xfrm>
            <a:custGeom>
              <a:avLst/>
              <a:gdLst/>
              <a:ahLst/>
              <a:cxnLst/>
              <a:rect l="l" t="t" r="r" b="b"/>
              <a:pathLst>
                <a:path w="194314" h="170146">
                  <a:moveTo>
                    <a:pt x="8815" y="170146"/>
                  </a:moveTo>
                  <a:lnTo>
                    <a:pt x="6910" y="170146"/>
                  </a:lnTo>
                  <a:cubicBezTo>
                    <a:pt x="4053" y="170146"/>
                    <a:pt x="1195" y="167289"/>
                    <a:pt x="243" y="164431"/>
                  </a:cubicBezTo>
                  <a:cubicBezTo>
                    <a:pt x="-5472" y="139666"/>
                    <a:pt x="91683" y="1554"/>
                    <a:pt x="92635" y="601"/>
                  </a:cubicBezTo>
                  <a:cubicBezTo>
                    <a:pt x="93588" y="-351"/>
                    <a:pt x="100255" y="-4161"/>
                    <a:pt x="190743" y="31081"/>
                  </a:cubicBezTo>
                  <a:cubicBezTo>
                    <a:pt x="191695" y="32034"/>
                    <a:pt x="192648" y="32986"/>
                    <a:pt x="193600" y="33939"/>
                  </a:cubicBezTo>
                  <a:cubicBezTo>
                    <a:pt x="194553" y="34891"/>
                    <a:pt x="194553" y="36796"/>
                    <a:pt x="193600" y="37749"/>
                  </a:cubicBezTo>
                  <a:lnTo>
                    <a:pt x="151690" y="113949"/>
                  </a:lnTo>
                  <a:cubicBezTo>
                    <a:pt x="150738" y="114901"/>
                    <a:pt x="150738" y="115854"/>
                    <a:pt x="149785" y="115854"/>
                  </a:cubicBezTo>
                  <a:cubicBezTo>
                    <a:pt x="138355" y="122521"/>
                    <a:pt x="32628" y="170146"/>
                    <a:pt x="8815" y="170146"/>
                  </a:cubicBezTo>
                  <a:close/>
                  <a:moveTo>
                    <a:pt x="98350" y="9174"/>
                  </a:moveTo>
                  <a:cubicBezTo>
                    <a:pt x="93588" y="14889"/>
                    <a:pt x="71680" y="47274"/>
                    <a:pt x="49773" y="82516"/>
                  </a:cubicBezTo>
                  <a:cubicBezTo>
                    <a:pt x="14530" y="139666"/>
                    <a:pt x="9768" y="156811"/>
                    <a:pt x="9768" y="160621"/>
                  </a:cubicBezTo>
                  <a:cubicBezTo>
                    <a:pt x="26913" y="159669"/>
                    <a:pt x="100255" y="129189"/>
                    <a:pt x="145023" y="108234"/>
                  </a:cubicBezTo>
                  <a:lnTo>
                    <a:pt x="183123" y="37749"/>
                  </a:lnTo>
                  <a:cubicBezTo>
                    <a:pt x="155500" y="27271"/>
                    <a:pt x="126925" y="17746"/>
                    <a:pt x="98350" y="9174"/>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31" name="Freeform 131"/>
            <p:cNvSpPr/>
            <p:nvPr/>
          </p:nvSpPr>
          <p:spPr>
            <a:xfrm>
              <a:off x="7311633" y="4861836"/>
              <a:ext cx="329564" cy="288481"/>
            </a:xfrm>
            <a:custGeom>
              <a:avLst/>
              <a:gdLst/>
              <a:ahLst/>
              <a:cxnLst/>
              <a:rect l="l" t="t" r="r" b="b"/>
              <a:pathLst>
                <a:path w="329564" h="288481">
                  <a:moveTo>
                    <a:pt x="329565" y="122873"/>
                  </a:moveTo>
                  <a:cubicBezTo>
                    <a:pt x="329565" y="122873"/>
                    <a:pt x="160020" y="100013"/>
                    <a:pt x="115252" y="0"/>
                  </a:cubicBezTo>
                  <a:lnTo>
                    <a:pt x="0" y="151448"/>
                  </a:lnTo>
                  <a:cubicBezTo>
                    <a:pt x="0" y="151448"/>
                    <a:pt x="83820" y="306705"/>
                    <a:pt x="232410" y="286703"/>
                  </a:cubicBezTo>
                  <a:lnTo>
                    <a:pt x="329565" y="122873"/>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32" name="Freeform 132"/>
            <p:cNvSpPr/>
            <p:nvPr/>
          </p:nvSpPr>
          <p:spPr>
            <a:xfrm>
              <a:off x="7306156" y="4858025"/>
              <a:ext cx="339566" cy="297180"/>
            </a:xfrm>
            <a:custGeom>
              <a:avLst/>
              <a:gdLst/>
              <a:ahLst/>
              <a:cxnLst/>
              <a:rect l="l" t="t" r="r" b="b"/>
              <a:pathLst>
                <a:path w="339566" h="297180">
                  <a:moveTo>
                    <a:pt x="211217" y="297180"/>
                  </a:moveTo>
                  <a:cubicBezTo>
                    <a:pt x="77867" y="297180"/>
                    <a:pt x="1667" y="159068"/>
                    <a:pt x="714" y="157163"/>
                  </a:cubicBezTo>
                  <a:cubicBezTo>
                    <a:pt x="-238" y="155258"/>
                    <a:pt x="-238" y="153353"/>
                    <a:pt x="714" y="152400"/>
                  </a:cubicBezTo>
                  <a:lnTo>
                    <a:pt x="115967" y="1905"/>
                  </a:lnTo>
                  <a:cubicBezTo>
                    <a:pt x="116919" y="953"/>
                    <a:pt x="118824" y="0"/>
                    <a:pt x="120729" y="0"/>
                  </a:cubicBezTo>
                  <a:cubicBezTo>
                    <a:pt x="122634" y="0"/>
                    <a:pt x="123587" y="953"/>
                    <a:pt x="124539" y="2858"/>
                  </a:cubicBezTo>
                  <a:cubicBezTo>
                    <a:pt x="168354" y="98108"/>
                    <a:pt x="334089" y="121920"/>
                    <a:pt x="335042" y="122873"/>
                  </a:cubicBezTo>
                  <a:cubicBezTo>
                    <a:pt x="336947" y="122873"/>
                    <a:pt x="337899" y="123825"/>
                    <a:pt x="338852" y="125730"/>
                  </a:cubicBezTo>
                  <a:cubicBezTo>
                    <a:pt x="339804" y="127635"/>
                    <a:pt x="339804" y="128588"/>
                    <a:pt x="338852" y="130493"/>
                  </a:cubicBezTo>
                  <a:lnTo>
                    <a:pt x="241697" y="293370"/>
                  </a:lnTo>
                  <a:cubicBezTo>
                    <a:pt x="240744" y="294323"/>
                    <a:pt x="239792" y="295275"/>
                    <a:pt x="237887" y="295275"/>
                  </a:cubicBezTo>
                  <a:cubicBezTo>
                    <a:pt x="229314" y="296228"/>
                    <a:pt x="220742" y="297180"/>
                    <a:pt x="211217" y="297180"/>
                  </a:cubicBezTo>
                  <a:close/>
                  <a:moveTo>
                    <a:pt x="11192" y="155258"/>
                  </a:moveTo>
                  <a:cubicBezTo>
                    <a:pt x="22622" y="175260"/>
                    <a:pt x="103584" y="301943"/>
                    <a:pt x="234077" y="285750"/>
                  </a:cubicBezTo>
                  <a:lnTo>
                    <a:pt x="327422" y="130493"/>
                  </a:lnTo>
                  <a:cubicBezTo>
                    <a:pt x="295037" y="124777"/>
                    <a:pt x="164544" y="98108"/>
                    <a:pt x="119777" y="13335"/>
                  </a:cubicBezTo>
                  <a:lnTo>
                    <a:pt x="11192" y="155258"/>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33" name="Freeform 133"/>
            <p:cNvSpPr/>
            <p:nvPr/>
          </p:nvSpPr>
          <p:spPr>
            <a:xfrm>
              <a:off x="6722988" y="5529325"/>
              <a:ext cx="315277" cy="260245"/>
            </a:xfrm>
            <a:custGeom>
              <a:avLst/>
              <a:gdLst/>
              <a:ahLst/>
              <a:cxnLst/>
              <a:rect l="l" t="t" r="r" b="b"/>
              <a:pathLst>
                <a:path w="315277" h="260245">
                  <a:moveTo>
                    <a:pt x="314325" y="35455"/>
                  </a:moveTo>
                  <a:cubicBezTo>
                    <a:pt x="314325" y="35455"/>
                    <a:pt x="153353" y="-53127"/>
                    <a:pt x="0" y="49743"/>
                  </a:cubicBezTo>
                  <a:lnTo>
                    <a:pt x="62865" y="260245"/>
                  </a:lnTo>
                  <a:cubicBezTo>
                    <a:pt x="62865" y="260245"/>
                    <a:pt x="204788" y="153565"/>
                    <a:pt x="315278" y="182140"/>
                  </a:cubicBezTo>
                  <a:lnTo>
                    <a:pt x="315278" y="35455"/>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34" name="Freeform 134"/>
            <p:cNvSpPr/>
            <p:nvPr/>
          </p:nvSpPr>
          <p:spPr>
            <a:xfrm>
              <a:off x="6716899" y="5525271"/>
              <a:ext cx="325176" cy="270014"/>
            </a:xfrm>
            <a:custGeom>
              <a:avLst/>
              <a:gdLst/>
              <a:ahLst/>
              <a:cxnLst/>
              <a:rect l="l" t="t" r="r" b="b"/>
              <a:pathLst>
                <a:path w="325176" h="270014">
                  <a:moveTo>
                    <a:pt x="68001" y="270015"/>
                  </a:moveTo>
                  <a:cubicBezTo>
                    <a:pt x="67049" y="270015"/>
                    <a:pt x="67049" y="270015"/>
                    <a:pt x="66096" y="270015"/>
                  </a:cubicBezTo>
                  <a:cubicBezTo>
                    <a:pt x="64191" y="269062"/>
                    <a:pt x="63239" y="268110"/>
                    <a:pt x="63239" y="267157"/>
                  </a:cubicBezTo>
                  <a:lnTo>
                    <a:pt x="374" y="55702"/>
                  </a:lnTo>
                  <a:cubicBezTo>
                    <a:pt x="-579" y="53797"/>
                    <a:pt x="374" y="51892"/>
                    <a:pt x="2279" y="49987"/>
                  </a:cubicBezTo>
                  <a:cubicBezTo>
                    <a:pt x="156584" y="-52883"/>
                    <a:pt x="320414" y="34747"/>
                    <a:pt x="322319" y="35700"/>
                  </a:cubicBezTo>
                  <a:cubicBezTo>
                    <a:pt x="324224" y="36652"/>
                    <a:pt x="325176" y="38557"/>
                    <a:pt x="325176" y="39510"/>
                  </a:cubicBezTo>
                  <a:lnTo>
                    <a:pt x="325176" y="186195"/>
                  </a:lnTo>
                  <a:cubicBezTo>
                    <a:pt x="325176" y="188100"/>
                    <a:pt x="324224" y="189052"/>
                    <a:pt x="323271" y="190005"/>
                  </a:cubicBezTo>
                  <a:cubicBezTo>
                    <a:pt x="322319" y="190957"/>
                    <a:pt x="320414" y="190957"/>
                    <a:pt x="319461" y="190957"/>
                  </a:cubicBezTo>
                  <a:cubicBezTo>
                    <a:pt x="212781" y="163335"/>
                    <a:pt x="72764" y="267157"/>
                    <a:pt x="71811" y="268110"/>
                  </a:cubicBezTo>
                  <a:cubicBezTo>
                    <a:pt x="69906" y="269062"/>
                    <a:pt x="68954" y="270015"/>
                    <a:pt x="68001" y="270015"/>
                  </a:cubicBezTo>
                  <a:close/>
                  <a:moveTo>
                    <a:pt x="10851" y="55702"/>
                  </a:moveTo>
                  <a:lnTo>
                    <a:pt x="70859" y="256680"/>
                  </a:lnTo>
                  <a:cubicBezTo>
                    <a:pt x="98481" y="237630"/>
                    <a:pt x="216591" y="159525"/>
                    <a:pt x="315651" y="180480"/>
                  </a:cubicBezTo>
                  <a:lnTo>
                    <a:pt x="315651" y="43320"/>
                  </a:lnTo>
                  <a:cubicBezTo>
                    <a:pt x="294696" y="32842"/>
                    <a:pt x="149916" y="-33833"/>
                    <a:pt x="10851" y="55702"/>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35" name="Freeform 135"/>
            <p:cNvSpPr/>
            <p:nvPr/>
          </p:nvSpPr>
          <p:spPr>
            <a:xfrm>
              <a:off x="6997413" y="5079698"/>
              <a:ext cx="142769" cy="193617"/>
            </a:xfrm>
            <a:custGeom>
              <a:avLst/>
              <a:gdLst/>
              <a:ahLst/>
              <a:cxnLst/>
              <a:rect l="l" t="t" r="r" b="b"/>
              <a:pathLst>
                <a:path w="142769" h="193617">
                  <a:moveTo>
                    <a:pt x="12277" y="21215"/>
                  </a:moveTo>
                  <a:cubicBezTo>
                    <a:pt x="12277" y="21215"/>
                    <a:pt x="11324" y="4070"/>
                    <a:pt x="60854" y="260"/>
                  </a:cubicBezTo>
                  <a:cubicBezTo>
                    <a:pt x="90382" y="-1645"/>
                    <a:pt x="119909" y="6927"/>
                    <a:pt x="142769" y="25977"/>
                  </a:cubicBezTo>
                  <a:lnTo>
                    <a:pt x="12277" y="193617"/>
                  </a:lnTo>
                  <a:cubicBezTo>
                    <a:pt x="12277" y="193617"/>
                    <a:pt x="-15346" y="58362"/>
                    <a:pt x="12277" y="21215"/>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36" name="Freeform 136"/>
            <p:cNvSpPr/>
            <p:nvPr/>
          </p:nvSpPr>
          <p:spPr>
            <a:xfrm>
              <a:off x="6992436" y="5074956"/>
              <a:ext cx="151229" cy="203121"/>
            </a:xfrm>
            <a:custGeom>
              <a:avLst/>
              <a:gdLst/>
              <a:ahLst/>
              <a:cxnLst/>
              <a:rect l="l" t="t" r="r" b="b"/>
              <a:pathLst>
                <a:path w="151229" h="203121">
                  <a:moveTo>
                    <a:pt x="17254" y="203122"/>
                  </a:moveTo>
                  <a:lnTo>
                    <a:pt x="16301" y="203122"/>
                  </a:lnTo>
                  <a:cubicBezTo>
                    <a:pt x="14396" y="203122"/>
                    <a:pt x="13444" y="201217"/>
                    <a:pt x="12491" y="199312"/>
                  </a:cubicBezTo>
                  <a:cubicBezTo>
                    <a:pt x="11539" y="193597"/>
                    <a:pt x="-15131" y="64057"/>
                    <a:pt x="12491" y="24052"/>
                  </a:cubicBezTo>
                  <a:cubicBezTo>
                    <a:pt x="13444" y="18337"/>
                    <a:pt x="20111" y="3097"/>
                    <a:pt x="64879" y="239"/>
                  </a:cubicBezTo>
                  <a:cubicBezTo>
                    <a:pt x="95359" y="-1666"/>
                    <a:pt x="125839" y="7859"/>
                    <a:pt x="149651" y="26909"/>
                  </a:cubicBezTo>
                  <a:cubicBezTo>
                    <a:pt x="151556" y="28814"/>
                    <a:pt x="151556" y="31672"/>
                    <a:pt x="150604" y="33577"/>
                  </a:cubicBezTo>
                  <a:lnTo>
                    <a:pt x="21064" y="201217"/>
                  </a:lnTo>
                  <a:cubicBezTo>
                    <a:pt x="20111" y="202169"/>
                    <a:pt x="19159" y="203122"/>
                    <a:pt x="17254" y="203122"/>
                  </a:cubicBezTo>
                  <a:close/>
                  <a:moveTo>
                    <a:pt x="74404" y="9764"/>
                  </a:moveTo>
                  <a:cubicBezTo>
                    <a:pt x="71546" y="9764"/>
                    <a:pt x="68689" y="9764"/>
                    <a:pt x="66784" y="9764"/>
                  </a:cubicBezTo>
                  <a:cubicBezTo>
                    <a:pt x="31541" y="12622"/>
                    <a:pt x="23921" y="22147"/>
                    <a:pt x="22969" y="25957"/>
                  </a:cubicBezTo>
                  <a:cubicBezTo>
                    <a:pt x="22969" y="26909"/>
                    <a:pt x="22969" y="27862"/>
                    <a:pt x="22016" y="28814"/>
                  </a:cubicBezTo>
                  <a:cubicBezTo>
                    <a:pt x="109" y="57389"/>
                    <a:pt x="15349" y="154544"/>
                    <a:pt x="21064" y="186929"/>
                  </a:cubicBezTo>
                  <a:lnTo>
                    <a:pt x="141079" y="31672"/>
                  </a:lnTo>
                  <a:cubicBezTo>
                    <a:pt x="121076" y="17384"/>
                    <a:pt x="98216" y="9764"/>
                    <a:pt x="74404" y="9764"/>
                  </a:cubicBezTo>
                  <a:lnTo>
                    <a:pt x="74404" y="9764"/>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37" name="Freeform 137"/>
            <p:cNvSpPr/>
            <p:nvPr/>
          </p:nvSpPr>
          <p:spPr>
            <a:xfrm>
              <a:off x="6930632" y="5100913"/>
              <a:ext cx="172410" cy="251459"/>
            </a:xfrm>
            <a:custGeom>
              <a:avLst/>
              <a:gdLst/>
              <a:ahLst/>
              <a:cxnLst/>
              <a:rect l="l" t="t" r="r" b="b"/>
              <a:pathLst>
                <a:path w="172410" h="251459">
                  <a:moveTo>
                    <a:pt x="79058" y="0"/>
                  </a:moveTo>
                  <a:lnTo>
                    <a:pt x="0" y="161925"/>
                  </a:lnTo>
                  <a:cubicBezTo>
                    <a:pt x="22860" y="200025"/>
                    <a:pt x="56197" y="231458"/>
                    <a:pt x="95250" y="251460"/>
                  </a:cubicBezTo>
                  <a:lnTo>
                    <a:pt x="172403" y="106680"/>
                  </a:lnTo>
                  <a:cubicBezTo>
                    <a:pt x="173355" y="105727"/>
                    <a:pt x="90488" y="70485"/>
                    <a:pt x="79058" y="0"/>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38" name="Freeform 138"/>
            <p:cNvSpPr/>
            <p:nvPr/>
          </p:nvSpPr>
          <p:spPr>
            <a:xfrm>
              <a:off x="6926108" y="5095198"/>
              <a:ext cx="183356" cy="261937"/>
            </a:xfrm>
            <a:custGeom>
              <a:avLst/>
              <a:gdLst/>
              <a:ahLst/>
              <a:cxnLst/>
              <a:rect l="l" t="t" r="r" b="b"/>
              <a:pathLst>
                <a:path w="183356" h="261937">
                  <a:moveTo>
                    <a:pt x="100727" y="261938"/>
                  </a:moveTo>
                  <a:cubicBezTo>
                    <a:pt x="99774" y="261938"/>
                    <a:pt x="98822" y="261938"/>
                    <a:pt x="98822" y="260985"/>
                  </a:cubicBezTo>
                  <a:cubicBezTo>
                    <a:pt x="57864" y="240030"/>
                    <a:pt x="23574" y="208598"/>
                    <a:pt x="714" y="169545"/>
                  </a:cubicBezTo>
                  <a:cubicBezTo>
                    <a:pt x="-238" y="168593"/>
                    <a:pt x="-238" y="166688"/>
                    <a:pt x="714" y="164783"/>
                  </a:cubicBezTo>
                  <a:lnTo>
                    <a:pt x="79772" y="2858"/>
                  </a:lnTo>
                  <a:cubicBezTo>
                    <a:pt x="80724" y="953"/>
                    <a:pt x="82629" y="0"/>
                    <a:pt x="84534" y="0"/>
                  </a:cubicBezTo>
                  <a:cubicBezTo>
                    <a:pt x="86439" y="0"/>
                    <a:pt x="88344" y="1905"/>
                    <a:pt x="88344" y="3810"/>
                  </a:cubicBezTo>
                  <a:cubicBezTo>
                    <a:pt x="98822" y="70485"/>
                    <a:pt x="178832" y="106680"/>
                    <a:pt x="179784" y="106680"/>
                  </a:cubicBezTo>
                  <a:cubicBezTo>
                    <a:pt x="180737" y="107633"/>
                    <a:pt x="181689" y="108585"/>
                    <a:pt x="182642" y="109538"/>
                  </a:cubicBezTo>
                  <a:cubicBezTo>
                    <a:pt x="183594" y="110490"/>
                    <a:pt x="183594" y="112395"/>
                    <a:pt x="182642" y="113348"/>
                  </a:cubicBezTo>
                  <a:lnTo>
                    <a:pt x="105489" y="259080"/>
                  </a:lnTo>
                  <a:cubicBezTo>
                    <a:pt x="104537" y="260985"/>
                    <a:pt x="102632" y="261938"/>
                    <a:pt x="100727" y="261938"/>
                  </a:cubicBezTo>
                  <a:close/>
                  <a:moveTo>
                    <a:pt x="10239" y="166688"/>
                  </a:moveTo>
                  <a:cubicBezTo>
                    <a:pt x="32147" y="201930"/>
                    <a:pt x="62627" y="230505"/>
                    <a:pt x="97869" y="250508"/>
                  </a:cubicBezTo>
                  <a:lnTo>
                    <a:pt x="170259" y="114300"/>
                  </a:lnTo>
                  <a:cubicBezTo>
                    <a:pt x="153114" y="105728"/>
                    <a:pt x="96917" y="74295"/>
                    <a:pt x="81677" y="20003"/>
                  </a:cubicBezTo>
                  <a:lnTo>
                    <a:pt x="10239" y="166688"/>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39" name="Freeform 139"/>
            <p:cNvSpPr/>
            <p:nvPr/>
          </p:nvSpPr>
          <p:spPr>
            <a:xfrm>
              <a:off x="8246035" y="5863866"/>
              <a:ext cx="229552" cy="200508"/>
            </a:xfrm>
            <a:custGeom>
              <a:avLst/>
              <a:gdLst/>
              <a:ahLst/>
              <a:cxnLst/>
              <a:rect l="l" t="t" r="r" b="b"/>
              <a:pathLst>
                <a:path w="229552" h="200508">
                  <a:moveTo>
                    <a:pt x="160020" y="0"/>
                  </a:moveTo>
                  <a:cubicBezTo>
                    <a:pt x="160020" y="0"/>
                    <a:pt x="148590" y="28575"/>
                    <a:pt x="105728" y="53340"/>
                  </a:cubicBezTo>
                  <a:cubicBezTo>
                    <a:pt x="62865" y="77152"/>
                    <a:pt x="0" y="53340"/>
                    <a:pt x="0" y="53340"/>
                  </a:cubicBezTo>
                  <a:lnTo>
                    <a:pt x="16192" y="191452"/>
                  </a:lnTo>
                  <a:cubicBezTo>
                    <a:pt x="16192" y="191452"/>
                    <a:pt x="71438" y="217170"/>
                    <a:pt x="148590" y="181927"/>
                  </a:cubicBezTo>
                  <a:cubicBezTo>
                    <a:pt x="225742" y="146685"/>
                    <a:pt x="229553" y="110490"/>
                    <a:pt x="229553" y="110490"/>
                  </a:cubicBezTo>
                  <a:lnTo>
                    <a:pt x="160020" y="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40" name="Freeform 140"/>
            <p:cNvSpPr/>
            <p:nvPr/>
          </p:nvSpPr>
          <p:spPr>
            <a:xfrm>
              <a:off x="8241273" y="5858150"/>
              <a:ext cx="240029" cy="210502"/>
            </a:xfrm>
            <a:custGeom>
              <a:avLst/>
              <a:gdLst/>
              <a:ahLst/>
              <a:cxnLst/>
              <a:rect l="l" t="t" r="r" b="b"/>
              <a:pathLst>
                <a:path w="240029" h="210502">
                  <a:moveTo>
                    <a:pt x="72390" y="210503"/>
                  </a:moveTo>
                  <a:cubicBezTo>
                    <a:pt x="54292" y="210503"/>
                    <a:pt x="36195" y="207645"/>
                    <a:pt x="19050" y="200978"/>
                  </a:cubicBezTo>
                  <a:cubicBezTo>
                    <a:pt x="17145" y="200025"/>
                    <a:pt x="16192" y="199073"/>
                    <a:pt x="16192" y="197167"/>
                  </a:cubicBezTo>
                  <a:lnTo>
                    <a:pt x="0" y="59055"/>
                  </a:lnTo>
                  <a:cubicBezTo>
                    <a:pt x="0" y="57150"/>
                    <a:pt x="953" y="56198"/>
                    <a:pt x="1905" y="54293"/>
                  </a:cubicBezTo>
                  <a:cubicBezTo>
                    <a:pt x="2858" y="53340"/>
                    <a:pt x="4763" y="53340"/>
                    <a:pt x="6667" y="53340"/>
                  </a:cubicBezTo>
                  <a:cubicBezTo>
                    <a:pt x="7620" y="53340"/>
                    <a:pt x="68580" y="76200"/>
                    <a:pt x="108585" y="53340"/>
                  </a:cubicBezTo>
                  <a:cubicBezTo>
                    <a:pt x="148590" y="30480"/>
                    <a:pt x="160972" y="2858"/>
                    <a:pt x="160972" y="2858"/>
                  </a:cubicBezTo>
                  <a:cubicBezTo>
                    <a:pt x="161925" y="953"/>
                    <a:pt x="162878" y="0"/>
                    <a:pt x="164783" y="0"/>
                  </a:cubicBezTo>
                  <a:cubicBezTo>
                    <a:pt x="166688" y="0"/>
                    <a:pt x="168592" y="953"/>
                    <a:pt x="169545" y="1905"/>
                  </a:cubicBezTo>
                  <a:lnTo>
                    <a:pt x="239078" y="112395"/>
                  </a:lnTo>
                  <a:cubicBezTo>
                    <a:pt x="240030" y="113348"/>
                    <a:pt x="240030" y="114300"/>
                    <a:pt x="240030" y="115253"/>
                  </a:cubicBezTo>
                  <a:cubicBezTo>
                    <a:pt x="240030" y="117158"/>
                    <a:pt x="235267" y="155258"/>
                    <a:pt x="156210" y="190500"/>
                  </a:cubicBezTo>
                  <a:cubicBezTo>
                    <a:pt x="129540" y="202883"/>
                    <a:pt x="100965" y="209550"/>
                    <a:pt x="72390" y="210503"/>
                  </a:cubicBezTo>
                  <a:close/>
                  <a:moveTo>
                    <a:pt x="25717" y="193358"/>
                  </a:moveTo>
                  <a:cubicBezTo>
                    <a:pt x="37147" y="197167"/>
                    <a:pt x="86678" y="212408"/>
                    <a:pt x="151447" y="182880"/>
                  </a:cubicBezTo>
                  <a:cubicBezTo>
                    <a:pt x="216217" y="153353"/>
                    <a:pt x="227647" y="123825"/>
                    <a:pt x="228600" y="117158"/>
                  </a:cubicBezTo>
                  <a:lnTo>
                    <a:pt x="164783" y="15240"/>
                  </a:lnTo>
                  <a:cubicBezTo>
                    <a:pt x="151447" y="35243"/>
                    <a:pt x="133350" y="51435"/>
                    <a:pt x="112395" y="62865"/>
                  </a:cubicBezTo>
                  <a:cubicBezTo>
                    <a:pt x="76200" y="82868"/>
                    <a:pt x="28575" y="71438"/>
                    <a:pt x="10478" y="65723"/>
                  </a:cubicBezTo>
                  <a:lnTo>
                    <a:pt x="25717" y="193358"/>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41" name="Freeform 141"/>
            <p:cNvSpPr/>
            <p:nvPr/>
          </p:nvSpPr>
          <p:spPr>
            <a:xfrm>
              <a:off x="8881352" y="5476198"/>
              <a:ext cx="204787" cy="108585"/>
            </a:xfrm>
            <a:custGeom>
              <a:avLst/>
              <a:gdLst/>
              <a:ahLst/>
              <a:cxnLst/>
              <a:rect l="l" t="t" r="r" b="b"/>
              <a:pathLst>
                <a:path w="204787" h="108585">
                  <a:moveTo>
                    <a:pt x="70485" y="0"/>
                  </a:moveTo>
                  <a:cubicBezTo>
                    <a:pt x="35242" y="26670"/>
                    <a:pt x="10478" y="63818"/>
                    <a:pt x="0" y="106680"/>
                  </a:cubicBezTo>
                  <a:lnTo>
                    <a:pt x="204788" y="108585"/>
                  </a:lnTo>
                  <a:cubicBezTo>
                    <a:pt x="204788" y="107633"/>
                    <a:pt x="100013" y="0"/>
                    <a:pt x="70485" y="0"/>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42" name="Freeform 142"/>
            <p:cNvSpPr/>
            <p:nvPr/>
          </p:nvSpPr>
          <p:spPr>
            <a:xfrm>
              <a:off x="8876590" y="5471435"/>
              <a:ext cx="214788" cy="117157"/>
            </a:xfrm>
            <a:custGeom>
              <a:avLst/>
              <a:gdLst/>
              <a:ahLst/>
              <a:cxnLst/>
              <a:rect l="l" t="t" r="r" b="b"/>
              <a:pathLst>
                <a:path w="214788" h="117157">
                  <a:moveTo>
                    <a:pt x="209550" y="117158"/>
                  </a:moveTo>
                  <a:lnTo>
                    <a:pt x="209550" y="117158"/>
                  </a:lnTo>
                  <a:lnTo>
                    <a:pt x="4763" y="115252"/>
                  </a:lnTo>
                  <a:cubicBezTo>
                    <a:pt x="2858" y="115252"/>
                    <a:pt x="1905" y="114300"/>
                    <a:pt x="953" y="113348"/>
                  </a:cubicBezTo>
                  <a:cubicBezTo>
                    <a:pt x="0" y="112395"/>
                    <a:pt x="0" y="110490"/>
                    <a:pt x="0" y="109538"/>
                  </a:cubicBezTo>
                  <a:cubicBezTo>
                    <a:pt x="10478" y="65723"/>
                    <a:pt x="36195" y="27623"/>
                    <a:pt x="72390" y="952"/>
                  </a:cubicBezTo>
                  <a:cubicBezTo>
                    <a:pt x="73342" y="0"/>
                    <a:pt x="74295" y="0"/>
                    <a:pt x="75248" y="0"/>
                  </a:cubicBezTo>
                  <a:cubicBezTo>
                    <a:pt x="105728" y="952"/>
                    <a:pt x="201930" y="98108"/>
                    <a:pt x="213360" y="109538"/>
                  </a:cubicBezTo>
                  <a:cubicBezTo>
                    <a:pt x="215265" y="111443"/>
                    <a:pt x="215265" y="114300"/>
                    <a:pt x="213360" y="116205"/>
                  </a:cubicBezTo>
                  <a:cubicBezTo>
                    <a:pt x="212408" y="117158"/>
                    <a:pt x="211455" y="117158"/>
                    <a:pt x="209550" y="117158"/>
                  </a:cubicBezTo>
                  <a:lnTo>
                    <a:pt x="209550" y="117158"/>
                  </a:lnTo>
                  <a:close/>
                  <a:moveTo>
                    <a:pt x="11430" y="105727"/>
                  </a:moveTo>
                  <a:lnTo>
                    <a:pt x="198120" y="107633"/>
                  </a:lnTo>
                  <a:cubicBezTo>
                    <a:pt x="157163" y="66675"/>
                    <a:pt x="97155" y="12383"/>
                    <a:pt x="77153" y="9525"/>
                  </a:cubicBezTo>
                  <a:cubicBezTo>
                    <a:pt x="45720" y="33338"/>
                    <a:pt x="21908" y="67627"/>
                    <a:pt x="11430" y="105727"/>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43" name="Freeform 143"/>
            <p:cNvSpPr/>
            <p:nvPr/>
          </p:nvSpPr>
          <p:spPr>
            <a:xfrm>
              <a:off x="8951838" y="5445718"/>
              <a:ext cx="259279" cy="228600"/>
            </a:xfrm>
            <a:custGeom>
              <a:avLst/>
              <a:gdLst/>
              <a:ahLst/>
              <a:cxnLst/>
              <a:rect l="l" t="t" r="r" b="b"/>
              <a:pathLst>
                <a:path w="259279" h="228600">
                  <a:moveTo>
                    <a:pt x="250507" y="164782"/>
                  </a:moveTo>
                  <a:cubicBezTo>
                    <a:pt x="250507" y="164782"/>
                    <a:pt x="298132" y="74295"/>
                    <a:pt x="171450" y="0"/>
                  </a:cubicBezTo>
                  <a:lnTo>
                    <a:pt x="0" y="29527"/>
                  </a:lnTo>
                  <a:cubicBezTo>
                    <a:pt x="0" y="29527"/>
                    <a:pt x="160020" y="76200"/>
                    <a:pt x="63817" y="228600"/>
                  </a:cubicBezTo>
                  <a:lnTo>
                    <a:pt x="250507" y="164782"/>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44" name="Freeform 144"/>
            <p:cNvSpPr/>
            <p:nvPr/>
          </p:nvSpPr>
          <p:spPr>
            <a:xfrm>
              <a:off x="8946123" y="5440956"/>
              <a:ext cx="269676" cy="239077"/>
            </a:xfrm>
            <a:custGeom>
              <a:avLst/>
              <a:gdLst/>
              <a:ahLst/>
              <a:cxnLst/>
              <a:rect l="l" t="t" r="r" b="b"/>
              <a:pathLst>
                <a:path w="269676" h="239077">
                  <a:moveTo>
                    <a:pt x="69533" y="239077"/>
                  </a:moveTo>
                  <a:cubicBezTo>
                    <a:pt x="67628" y="239077"/>
                    <a:pt x="66675" y="238125"/>
                    <a:pt x="65722" y="237173"/>
                  </a:cubicBezTo>
                  <a:cubicBezTo>
                    <a:pt x="64770" y="235267"/>
                    <a:pt x="64770" y="233363"/>
                    <a:pt x="65722" y="231457"/>
                  </a:cubicBezTo>
                  <a:cubicBezTo>
                    <a:pt x="94297" y="185738"/>
                    <a:pt x="102870" y="145732"/>
                    <a:pt x="90488" y="111442"/>
                  </a:cubicBezTo>
                  <a:cubicBezTo>
                    <a:pt x="70485" y="59055"/>
                    <a:pt x="5715" y="39052"/>
                    <a:pt x="4763" y="39052"/>
                  </a:cubicBezTo>
                  <a:cubicBezTo>
                    <a:pt x="1905" y="39052"/>
                    <a:pt x="0" y="36195"/>
                    <a:pt x="0" y="34290"/>
                  </a:cubicBezTo>
                  <a:cubicBezTo>
                    <a:pt x="0" y="32385"/>
                    <a:pt x="2858" y="29527"/>
                    <a:pt x="4763" y="29527"/>
                  </a:cubicBezTo>
                  <a:lnTo>
                    <a:pt x="176213" y="0"/>
                  </a:lnTo>
                  <a:cubicBezTo>
                    <a:pt x="177165" y="0"/>
                    <a:pt x="178117" y="0"/>
                    <a:pt x="179070" y="952"/>
                  </a:cubicBezTo>
                  <a:cubicBezTo>
                    <a:pt x="246697" y="40005"/>
                    <a:pt x="264795" y="83820"/>
                    <a:pt x="268605" y="114300"/>
                  </a:cubicBezTo>
                  <a:cubicBezTo>
                    <a:pt x="271463" y="134302"/>
                    <a:pt x="268605" y="153352"/>
                    <a:pt x="260032" y="171450"/>
                  </a:cubicBezTo>
                  <a:cubicBezTo>
                    <a:pt x="259080" y="172402"/>
                    <a:pt x="258128" y="173355"/>
                    <a:pt x="257175" y="173355"/>
                  </a:cubicBezTo>
                  <a:lnTo>
                    <a:pt x="70485" y="238125"/>
                  </a:lnTo>
                  <a:cubicBezTo>
                    <a:pt x="71438" y="239077"/>
                    <a:pt x="70485" y="239077"/>
                    <a:pt x="69533" y="239077"/>
                  </a:cubicBezTo>
                  <a:close/>
                  <a:moveTo>
                    <a:pt x="23813" y="36195"/>
                  </a:moveTo>
                  <a:cubicBezTo>
                    <a:pt x="45720" y="45720"/>
                    <a:pt x="83820" y="67627"/>
                    <a:pt x="99060" y="108585"/>
                  </a:cubicBezTo>
                  <a:cubicBezTo>
                    <a:pt x="111442" y="142875"/>
                    <a:pt x="105728" y="181927"/>
                    <a:pt x="80963" y="225742"/>
                  </a:cubicBezTo>
                  <a:lnTo>
                    <a:pt x="252413" y="165735"/>
                  </a:lnTo>
                  <a:cubicBezTo>
                    <a:pt x="258128" y="153352"/>
                    <a:pt x="287655" y="76200"/>
                    <a:pt x="176213" y="10477"/>
                  </a:cubicBezTo>
                  <a:lnTo>
                    <a:pt x="23813" y="36195"/>
                  </a:lnTo>
                  <a:close/>
                  <a:moveTo>
                    <a:pt x="256222" y="168592"/>
                  </a:moveTo>
                  <a:lnTo>
                    <a:pt x="256222" y="168592"/>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45" name="Freeform 145"/>
            <p:cNvSpPr/>
            <p:nvPr/>
          </p:nvSpPr>
          <p:spPr>
            <a:xfrm>
              <a:off x="7270675" y="5423810"/>
              <a:ext cx="192405" cy="139105"/>
            </a:xfrm>
            <a:custGeom>
              <a:avLst/>
              <a:gdLst/>
              <a:ahLst/>
              <a:cxnLst/>
              <a:rect l="l" t="t" r="r" b="b"/>
              <a:pathLst>
                <a:path w="192405" h="139105">
                  <a:moveTo>
                    <a:pt x="192405" y="51435"/>
                  </a:moveTo>
                  <a:cubicBezTo>
                    <a:pt x="164783" y="32385"/>
                    <a:pt x="131445" y="22860"/>
                    <a:pt x="97155" y="24765"/>
                  </a:cubicBezTo>
                  <a:cubicBezTo>
                    <a:pt x="42863" y="29527"/>
                    <a:pt x="25718" y="0"/>
                    <a:pt x="25718" y="0"/>
                  </a:cubicBezTo>
                  <a:lnTo>
                    <a:pt x="0" y="101918"/>
                  </a:lnTo>
                  <a:cubicBezTo>
                    <a:pt x="0" y="101918"/>
                    <a:pt x="28575" y="138113"/>
                    <a:pt x="55245" y="139065"/>
                  </a:cubicBezTo>
                  <a:cubicBezTo>
                    <a:pt x="80963" y="140018"/>
                    <a:pt x="101918" y="123825"/>
                    <a:pt x="142875" y="139065"/>
                  </a:cubicBezTo>
                  <a:lnTo>
                    <a:pt x="192405" y="51435"/>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46" name="Freeform 146"/>
            <p:cNvSpPr/>
            <p:nvPr/>
          </p:nvSpPr>
          <p:spPr>
            <a:xfrm>
              <a:off x="7266865" y="5420000"/>
              <a:ext cx="202015" cy="148590"/>
            </a:xfrm>
            <a:custGeom>
              <a:avLst/>
              <a:gdLst/>
              <a:ahLst/>
              <a:cxnLst/>
              <a:rect l="l" t="t" r="r" b="b"/>
              <a:pathLst>
                <a:path w="202015" h="148590">
                  <a:moveTo>
                    <a:pt x="60960" y="148590"/>
                  </a:moveTo>
                  <a:lnTo>
                    <a:pt x="59055" y="148590"/>
                  </a:lnTo>
                  <a:cubicBezTo>
                    <a:pt x="31432" y="147638"/>
                    <a:pt x="1905" y="111443"/>
                    <a:pt x="952" y="109538"/>
                  </a:cubicBezTo>
                  <a:cubicBezTo>
                    <a:pt x="0" y="108585"/>
                    <a:pt x="0" y="106680"/>
                    <a:pt x="0" y="105728"/>
                  </a:cubicBezTo>
                  <a:lnTo>
                    <a:pt x="25718" y="3810"/>
                  </a:lnTo>
                  <a:cubicBezTo>
                    <a:pt x="25718" y="1905"/>
                    <a:pt x="27622" y="0"/>
                    <a:pt x="29527" y="0"/>
                  </a:cubicBezTo>
                  <a:cubicBezTo>
                    <a:pt x="31432" y="0"/>
                    <a:pt x="33338" y="953"/>
                    <a:pt x="34290" y="1905"/>
                  </a:cubicBezTo>
                  <a:cubicBezTo>
                    <a:pt x="35243" y="2858"/>
                    <a:pt x="51435" y="28575"/>
                    <a:pt x="100965" y="23813"/>
                  </a:cubicBezTo>
                  <a:cubicBezTo>
                    <a:pt x="136208" y="20955"/>
                    <a:pt x="170497" y="31433"/>
                    <a:pt x="200025" y="51435"/>
                  </a:cubicBezTo>
                  <a:cubicBezTo>
                    <a:pt x="201930" y="53340"/>
                    <a:pt x="202883" y="55245"/>
                    <a:pt x="200978" y="58103"/>
                  </a:cubicBezTo>
                  <a:lnTo>
                    <a:pt x="151447" y="145733"/>
                  </a:lnTo>
                  <a:cubicBezTo>
                    <a:pt x="150495" y="147638"/>
                    <a:pt x="147637" y="148590"/>
                    <a:pt x="145733" y="147638"/>
                  </a:cubicBezTo>
                  <a:cubicBezTo>
                    <a:pt x="126682" y="140018"/>
                    <a:pt x="104775" y="139065"/>
                    <a:pt x="85725" y="144780"/>
                  </a:cubicBezTo>
                  <a:cubicBezTo>
                    <a:pt x="77153" y="146685"/>
                    <a:pt x="68580" y="147638"/>
                    <a:pt x="60960" y="148590"/>
                  </a:cubicBezTo>
                  <a:close/>
                  <a:moveTo>
                    <a:pt x="9525" y="105728"/>
                  </a:moveTo>
                  <a:cubicBezTo>
                    <a:pt x="15240" y="112395"/>
                    <a:pt x="39052" y="138113"/>
                    <a:pt x="59055" y="139065"/>
                  </a:cubicBezTo>
                  <a:cubicBezTo>
                    <a:pt x="66675" y="139065"/>
                    <a:pt x="75247" y="138113"/>
                    <a:pt x="82868" y="136208"/>
                  </a:cubicBezTo>
                  <a:cubicBezTo>
                    <a:pt x="102870" y="130493"/>
                    <a:pt x="124778" y="131445"/>
                    <a:pt x="144780" y="138113"/>
                  </a:cubicBezTo>
                  <a:lnTo>
                    <a:pt x="190500" y="57150"/>
                  </a:lnTo>
                  <a:cubicBezTo>
                    <a:pt x="163830" y="40005"/>
                    <a:pt x="133350" y="32385"/>
                    <a:pt x="101918" y="34290"/>
                  </a:cubicBezTo>
                  <a:cubicBezTo>
                    <a:pt x="62865" y="37148"/>
                    <a:pt x="41910" y="24765"/>
                    <a:pt x="32385" y="15240"/>
                  </a:cubicBezTo>
                  <a:lnTo>
                    <a:pt x="9525" y="105728"/>
                  </a:lnTo>
                  <a:close/>
                </a:path>
              </a:pathLst>
            </a:custGeom>
            <a:solidFill>
              <a:srgbClr val="D1D3D4"/>
            </a:solidFill>
            <a:ln cap="flat">
              <a:prstDash val="solid"/>
            </a:ln>
          </p:spPr>
          <p:txBody>
            <a:bodyPr vert="horz" lIns="91440" tIns="45720" rIns="91440" bIns="45720" anchor="ctr">
              <a:spAutoFit/>
            </a:bodyPr>
            <a:lstStyle/>
            <a:p>
              <a:pPr marL="0" algn="l"/>
              <a:endParaRPr/>
            </a:p>
          </p:txBody>
        </p:sp>
      </p:grpSp>
      <p:grpSp>
        <p:nvGrpSpPr>
          <p:cNvPr id="147" name="Group 147"/>
          <p:cNvGrpSpPr/>
          <p:nvPr/>
        </p:nvGrpSpPr>
        <p:grpSpPr>
          <a:xfrm>
            <a:off x="1596248" y="2025574"/>
            <a:ext cx="1869066" cy="1525543"/>
            <a:chOff x="4321950" y="5030105"/>
            <a:chExt cx="2872993" cy="2345054"/>
          </a:xfrm>
        </p:grpSpPr>
        <p:sp>
          <p:nvSpPr>
            <p:cNvPr id="148" name="Freeform 148"/>
            <p:cNvSpPr/>
            <p:nvPr/>
          </p:nvSpPr>
          <p:spPr>
            <a:xfrm>
              <a:off x="4341958" y="7069407"/>
              <a:ext cx="2852985" cy="10725"/>
            </a:xfrm>
            <a:custGeom>
              <a:avLst/>
              <a:gdLst/>
              <a:ahLst/>
              <a:cxnLst/>
              <a:rect l="l" t="t" r="r" b="b"/>
              <a:pathLst>
                <a:path w="2852985" h="10725">
                  <a:moveTo>
                    <a:pt x="2848223" y="10477"/>
                  </a:moveTo>
                  <a:lnTo>
                    <a:pt x="6915" y="10477"/>
                  </a:lnTo>
                  <a:cubicBezTo>
                    <a:pt x="4058" y="11430"/>
                    <a:pt x="1200" y="9525"/>
                    <a:pt x="248" y="6667"/>
                  </a:cubicBezTo>
                  <a:cubicBezTo>
                    <a:pt x="-705" y="3810"/>
                    <a:pt x="1200" y="952"/>
                    <a:pt x="4058" y="0"/>
                  </a:cubicBezTo>
                  <a:cubicBezTo>
                    <a:pt x="5010" y="0"/>
                    <a:pt x="5963" y="0"/>
                    <a:pt x="6915" y="0"/>
                  </a:cubicBezTo>
                  <a:lnTo>
                    <a:pt x="2849176" y="0"/>
                  </a:lnTo>
                  <a:cubicBezTo>
                    <a:pt x="2852033" y="952"/>
                    <a:pt x="2852985" y="3810"/>
                    <a:pt x="2852985" y="6667"/>
                  </a:cubicBezTo>
                  <a:cubicBezTo>
                    <a:pt x="2852033" y="8572"/>
                    <a:pt x="2851080" y="9525"/>
                    <a:pt x="2848223" y="10477"/>
                  </a:cubicBezTo>
                  <a:lnTo>
                    <a:pt x="2848223" y="10477"/>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49" name="Freeform 149"/>
            <p:cNvSpPr/>
            <p:nvPr/>
          </p:nvSpPr>
          <p:spPr>
            <a:xfrm>
              <a:off x="4514609" y="5104400"/>
              <a:ext cx="2510790" cy="1466850"/>
            </a:xfrm>
            <a:custGeom>
              <a:avLst/>
              <a:gdLst/>
              <a:ahLst/>
              <a:cxnLst/>
              <a:rect l="l" t="t" r="r" b="b"/>
              <a:pathLst>
                <a:path w="2510790" h="1466850">
                  <a:moveTo>
                    <a:pt x="0" y="0"/>
                  </a:moveTo>
                  <a:lnTo>
                    <a:pt x="2510790" y="0"/>
                  </a:lnTo>
                  <a:lnTo>
                    <a:pt x="2510790" y="1466850"/>
                  </a:lnTo>
                  <a:lnTo>
                    <a:pt x="0" y="146685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50" name="Freeform 150"/>
            <p:cNvSpPr/>
            <p:nvPr/>
          </p:nvSpPr>
          <p:spPr>
            <a:xfrm>
              <a:off x="4509846" y="5099637"/>
              <a:ext cx="2520314" cy="1476375"/>
            </a:xfrm>
            <a:custGeom>
              <a:avLst/>
              <a:gdLst/>
              <a:ahLst/>
              <a:cxnLst/>
              <a:rect l="l" t="t" r="r" b="b"/>
              <a:pathLst>
                <a:path w="2520314" h="1476375">
                  <a:moveTo>
                    <a:pt x="2515553" y="1476375"/>
                  </a:moveTo>
                  <a:lnTo>
                    <a:pt x="4763" y="1476375"/>
                  </a:lnTo>
                  <a:cubicBezTo>
                    <a:pt x="1905" y="1476375"/>
                    <a:pt x="0" y="1474470"/>
                    <a:pt x="0" y="1471613"/>
                  </a:cubicBezTo>
                  <a:lnTo>
                    <a:pt x="0" y="1471613"/>
                  </a:lnTo>
                  <a:lnTo>
                    <a:pt x="0" y="4763"/>
                  </a:lnTo>
                  <a:cubicBezTo>
                    <a:pt x="0" y="1905"/>
                    <a:pt x="1905" y="0"/>
                    <a:pt x="4763" y="0"/>
                  </a:cubicBezTo>
                  <a:lnTo>
                    <a:pt x="2515553" y="0"/>
                  </a:lnTo>
                  <a:cubicBezTo>
                    <a:pt x="2518410" y="0"/>
                    <a:pt x="2520315" y="1905"/>
                    <a:pt x="2520315" y="4763"/>
                  </a:cubicBezTo>
                  <a:cubicBezTo>
                    <a:pt x="2520315" y="4763"/>
                    <a:pt x="2520315" y="4763"/>
                    <a:pt x="2520315" y="4763"/>
                  </a:cubicBezTo>
                  <a:lnTo>
                    <a:pt x="2520315" y="1471613"/>
                  </a:lnTo>
                  <a:cubicBezTo>
                    <a:pt x="2520315" y="1474470"/>
                    <a:pt x="2518410" y="1476375"/>
                    <a:pt x="2515553" y="1476375"/>
                  </a:cubicBezTo>
                  <a:close/>
                  <a:moveTo>
                    <a:pt x="9525" y="1466850"/>
                  </a:moveTo>
                  <a:lnTo>
                    <a:pt x="2509838" y="1466850"/>
                  </a:lnTo>
                  <a:lnTo>
                    <a:pt x="2509838" y="10477"/>
                  </a:lnTo>
                  <a:lnTo>
                    <a:pt x="9525" y="10477"/>
                  </a:lnTo>
                  <a:lnTo>
                    <a:pt x="9525" y="1466850"/>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51" name="Freeform 151"/>
            <p:cNvSpPr/>
            <p:nvPr/>
          </p:nvSpPr>
          <p:spPr>
            <a:xfrm>
              <a:off x="4514609" y="5034867"/>
              <a:ext cx="2510790" cy="69532"/>
            </a:xfrm>
            <a:custGeom>
              <a:avLst/>
              <a:gdLst/>
              <a:ahLst/>
              <a:cxnLst/>
              <a:rect l="l" t="t" r="r" b="b"/>
              <a:pathLst>
                <a:path w="2510790" h="69532">
                  <a:moveTo>
                    <a:pt x="0" y="0"/>
                  </a:moveTo>
                  <a:lnTo>
                    <a:pt x="2510790" y="0"/>
                  </a:lnTo>
                  <a:lnTo>
                    <a:pt x="2510790" y="69533"/>
                  </a:lnTo>
                  <a:lnTo>
                    <a:pt x="0" y="69533"/>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52" name="Freeform 152"/>
            <p:cNvSpPr/>
            <p:nvPr/>
          </p:nvSpPr>
          <p:spPr>
            <a:xfrm>
              <a:off x="4509846" y="5030105"/>
              <a:ext cx="2520314" cy="80009"/>
            </a:xfrm>
            <a:custGeom>
              <a:avLst/>
              <a:gdLst/>
              <a:ahLst/>
              <a:cxnLst/>
              <a:rect l="l" t="t" r="r" b="b"/>
              <a:pathLst>
                <a:path w="2520314" h="80009">
                  <a:moveTo>
                    <a:pt x="2515553" y="80010"/>
                  </a:moveTo>
                  <a:lnTo>
                    <a:pt x="4763" y="80010"/>
                  </a:lnTo>
                  <a:cubicBezTo>
                    <a:pt x="1905" y="80010"/>
                    <a:pt x="0" y="78105"/>
                    <a:pt x="0" y="75248"/>
                  </a:cubicBezTo>
                  <a:lnTo>
                    <a:pt x="0" y="4763"/>
                  </a:lnTo>
                  <a:cubicBezTo>
                    <a:pt x="0" y="1905"/>
                    <a:pt x="1905" y="0"/>
                    <a:pt x="4763" y="0"/>
                  </a:cubicBezTo>
                  <a:lnTo>
                    <a:pt x="2515553" y="0"/>
                  </a:lnTo>
                  <a:cubicBezTo>
                    <a:pt x="2518410" y="0"/>
                    <a:pt x="2520315" y="1905"/>
                    <a:pt x="2520315" y="4763"/>
                  </a:cubicBezTo>
                  <a:cubicBezTo>
                    <a:pt x="2520315" y="4763"/>
                    <a:pt x="2520315" y="4763"/>
                    <a:pt x="2520315" y="4763"/>
                  </a:cubicBezTo>
                  <a:lnTo>
                    <a:pt x="2520315" y="74295"/>
                  </a:lnTo>
                  <a:cubicBezTo>
                    <a:pt x="2520315" y="77153"/>
                    <a:pt x="2518410" y="80010"/>
                    <a:pt x="2515553" y="80010"/>
                  </a:cubicBezTo>
                  <a:close/>
                  <a:moveTo>
                    <a:pt x="9525" y="69533"/>
                  </a:moveTo>
                  <a:lnTo>
                    <a:pt x="2509838" y="69533"/>
                  </a:lnTo>
                  <a:lnTo>
                    <a:pt x="2509838" y="9525"/>
                  </a:lnTo>
                  <a:lnTo>
                    <a:pt x="9525" y="9525"/>
                  </a:lnTo>
                  <a:lnTo>
                    <a:pt x="9525" y="69533"/>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53" name="Freeform 153"/>
            <p:cNvSpPr/>
            <p:nvPr/>
          </p:nvSpPr>
          <p:spPr>
            <a:xfrm>
              <a:off x="5714759" y="6026420"/>
              <a:ext cx="136207" cy="438150"/>
            </a:xfrm>
            <a:custGeom>
              <a:avLst/>
              <a:gdLst/>
              <a:ahLst/>
              <a:cxnLst/>
              <a:rect l="l" t="t" r="r" b="b"/>
              <a:pathLst>
                <a:path w="136207" h="438150">
                  <a:moveTo>
                    <a:pt x="0" y="0"/>
                  </a:moveTo>
                  <a:lnTo>
                    <a:pt x="136208" y="0"/>
                  </a:lnTo>
                  <a:lnTo>
                    <a:pt x="136208" y="438150"/>
                  </a:lnTo>
                  <a:lnTo>
                    <a:pt x="0" y="43815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54" name="Freeform 154"/>
            <p:cNvSpPr/>
            <p:nvPr/>
          </p:nvSpPr>
          <p:spPr>
            <a:xfrm>
              <a:off x="5710949" y="6021657"/>
              <a:ext cx="145732" cy="447675"/>
            </a:xfrm>
            <a:custGeom>
              <a:avLst/>
              <a:gdLst/>
              <a:ahLst/>
              <a:cxnLst/>
              <a:rect l="l" t="t" r="r" b="b"/>
              <a:pathLst>
                <a:path w="145732" h="447675">
                  <a:moveTo>
                    <a:pt x="140970" y="447675"/>
                  </a:moveTo>
                  <a:lnTo>
                    <a:pt x="4763" y="447675"/>
                  </a:lnTo>
                  <a:cubicBezTo>
                    <a:pt x="1905" y="447675"/>
                    <a:pt x="0" y="445770"/>
                    <a:pt x="0" y="442913"/>
                  </a:cubicBezTo>
                  <a:cubicBezTo>
                    <a:pt x="0" y="442913"/>
                    <a:pt x="0" y="442913"/>
                    <a:pt x="0" y="442913"/>
                  </a:cubicBezTo>
                  <a:lnTo>
                    <a:pt x="0" y="4763"/>
                  </a:lnTo>
                  <a:cubicBezTo>
                    <a:pt x="0" y="1905"/>
                    <a:pt x="1905" y="0"/>
                    <a:pt x="4763" y="0"/>
                  </a:cubicBezTo>
                  <a:cubicBezTo>
                    <a:pt x="4763" y="0"/>
                    <a:pt x="4763" y="0"/>
                    <a:pt x="4763" y="0"/>
                  </a:cubicBezTo>
                  <a:lnTo>
                    <a:pt x="140970" y="0"/>
                  </a:lnTo>
                  <a:cubicBezTo>
                    <a:pt x="143827" y="0"/>
                    <a:pt x="145733" y="1905"/>
                    <a:pt x="145733" y="4763"/>
                  </a:cubicBezTo>
                  <a:cubicBezTo>
                    <a:pt x="145733" y="4763"/>
                    <a:pt x="145733" y="4763"/>
                    <a:pt x="145733" y="4763"/>
                  </a:cubicBezTo>
                  <a:lnTo>
                    <a:pt x="145733" y="442913"/>
                  </a:lnTo>
                  <a:cubicBezTo>
                    <a:pt x="145733" y="445770"/>
                    <a:pt x="143827" y="447675"/>
                    <a:pt x="140970" y="447675"/>
                  </a:cubicBezTo>
                  <a:cubicBezTo>
                    <a:pt x="140970" y="447675"/>
                    <a:pt x="140970" y="447675"/>
                    <a:pt x="140970" y="447675"/>
                  </a:cubicBezTo>
                  <a:close/>
                  <a:moveTo>
                    <a:pt x="9525" y="438150"/>
                  </a:moveTo>
                  <a:lnTo>
                    <a:pt x="135255" y="438150"/>
                  </a:lnTo>
                  <a:lnTo>
                    <a:pt x="135255" y="9525"/>
                  </a:lnTo>
                  <a:lnTo>
                    <a:pt x="8572" y="9525"/>
                  </a:lnTo>
                  <a:lnTo>
                    <a:pt x="9525" y="438150"/>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55" name="Freeform 155"/>
            <p:cNvSpPr/>
            <p:nvPr/>
          </p:nvSpPr>
          <p:spPr>
            <a:xfrm>
              <a:off x="5193741" y="6254067"/>
              <a:ext cx="1210627" cy="319087"/>
            </a:xfrm>
            <a:custGeom>
              <a:avLst/>
              <a:gdLst/>
              <a:ahLst/>
              <a:cxnLst/>
              <a:rect l="l" t="t" r="r" b="b"/>
              <a:pathLst>
                <a:path w="1210627" h="319087">
                  <a:moveTo>
                    <a:pt x="0" y="317183"/>
                  </a:moveTo>
                  <a:cubicBezTo>
                    <a:pt x="0" y="317183"/>
                    <a:pt x="29527" y="150495"/>
                    <a:pt x="141923" y="105728"/>
                  </a:cubicBezTo>
                  <a:cubicBezTo>
                    <a:pt x="254317" y="60960"/>
                    <a:pt x="315278" y="154305"/>
                    <a:pt x="315278" y="154305"/>
                  </a:cubicBezTo>
                  <a:cubicBezTo>
                    <a:pt x="315278" y="154305"/>
                    <a:pt x="343853" y="0"/>
                    <a:pt x="522922" y="0"/>
                  </a:cubicBezTo>
                  <a:cubicBezTo>
                    <a:pt x="701993" y="0"/>
                    <a:pt x="742950" y="121920"/>
                    <a:pt x="742950" y="121920"/>
                  </a:cubicBezTo>
                  <a:cubicBezTo>
                    <a:pt x="742950" y="121920"/>
                    <a:pt x="779145" y="48578"/>
                    <a:pt x="860108" y="53340"/>
                  </a:cubicBezTo>
                  <a:cubicBezTo>
                    <a:pt x="941070" y="58103"/>
                    <a:pt x="952500" y="160020"/>
                    <a:pt x="952500" y="160020"/>
                  </a:cubicBezTo>
                  <a:cubicBezTo>
                    <a:pt x="1000125" y="139065"/>
                    <a:pt x="1054418" y="139065"/>
                    <a:pt x="1101090" y="160020"/>
                  </a:cubicBezTo>
                  <a:cubicBezTo>
                    <a:pt x="1178243" y="196215"/>
                    <a:pt x="1210628" y="319088"/>
                    <a:pt x="1210628" y="319088"/>
                  </a:cubicBezTo>
                  <a:lnTo>
                    <a:pt x="0" y="317183"/>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56" name="Freeform 156"/>
            <p:cNvSpPr/>
            <p:nvPr/>
          </p:nvSpPr>
          <p:spPr>
            <a:xfrm>
              <a:off x="5188979" y="6248352"/>
              <a:ext cx="1220152" cy="327660"/>
            </a:xfrm>
            <a:custGeom>
              <a:avLst/>
              <a:gdLst/>
              <a:ahLst/>
              <a:cxnLst/>
              <a:rect l="l" t="t" r="r" b="b"/>
              <a:pathLst>
                <a:path w="1220152" h="327660">
                  <a:moveTo>
                    <a:pt x="1216343" y="327660"/>
                  </a:moveTo>
                  <a:lnTo>
                    <a:pt x="4763" y="327660"/>
                  </a:lnTo>
                  <a:cubicBezTo>
                    <a:pt x="2858" y="327660"/>
                    <a:pt x="1905" y="326707"/>
                    <a:pt x="952" y="325755"/>
                  </a:cubicBezTo>
                  <a:cubicBezTo>
                    <a:pt x="0" y="324803"/>
                    <a:pt x="0" y="322898"/>
                    <a:pt x="0" y="321945"/>
                  </a:cubicBezTo>
                  <a:cubicBezTo>
                    <a:pt x="952" y="315278"/>
                    <a:pt x="31433" y="152400"/>
                    <a:pt x="144780" y="106680"/>
                  </a:cubicBezTo>
                  <a:cubicBezTo>
                    <a:pt x="204788" y="79057"/>
                    <a:pt x="276225" y="96202"/>
                    <a:pt x="318135" y="148590"/>
                  </a:cubicBezTo>
                  <a:cubicBezTo>
                    <a:pt x="328613" y="113348"/>
                    <a:pt x="374333" y="0"/>
                    <a:pt x="527685" y="0"/>
                  </a:cubicBezTo>
                  <a:cubicBezTo>
                    <a:pt x="678180" y="0"/>
                    <a:pt x="733425" y="86677"/>
                    <a:pt x="747713" y="116205"/>
                  </a:cubicBezTo>
                  <a:cubicBezTo>
                    <a:pt x="761047" y="96202"/>
                    <a:pt x="799147" y="49530"/>
                    <a:pt x="864870" y="53340"/>
                  </a:cubicBezTo>
                  <a:cubicBezTo>
                    <a:pt x="936308" y="58102"/>
                    <a:pt x="956310" y="134302"/>
                    <a:pt x="961072" y="157162"/>
                  </a:cubicBezTo>
                  <a:cubicBezTo>
                    <a:pt x="1008697" y="138112"/>
                    <a:pt x="1062038" y="139065"/>
                    <a:pt x="1107758" y="160020"/>
                  </a:cubicBezTo>
                  <a:cubicBezTo>
                    <a:pt x="1186815" y="196215"/>
                    <a:pt x="1219200" y="317182"/>
                    <a:pt x="1220153" y="322898"/>
                  </a:cubicBezTo>
                  <a:cubicBezTo>
                    <a:pt x="1220153" y="324803"/>
                    <a:pt x="1220153" y="325755"/>
                    <a:pt x="1219200" y="326707"/>
                  </a:cubicBezTo>
                  <a:cubicBezTo>
                    <a:pt x="1220153" y="327660"/>
                    <a:pt x="1218248" y="327660"/>
                    <a:pt x="1216343" y="327660"/>
                  </a:cubicBezTo>
                  <a:close/>
                  <a:moveTo>
                    <a:pt x="11430" y="318135"/>
                  </a:moveTo>
                  <a:lnTo>
                    <a:pt x="1209675" y="318135"/>
                  </a:lnTo>
                  <a:cubicBezTo>
                    <a:pt x="1202055" y="293370"/>
                    <a:pt x="1168718" y="198120"/>
                    <a:pt x="1103948" y="168593"/>
                  </a:cubicBezTo>
                  <a:cubicBezTo>
                    <a:pt x="1057275" y="148590"/>
                    <a:pt x="1004888" y="148590"/>
                    <a:pt x="959168" y="168593"/>
                  </a:cubicBezTo>
                  <a:cubicBezTo>
                    <a:pt x="958215" y="169545"/>
                    <a:pt x="956310" y="169545"/>
                    <a:pt x="954405" y="168593"/>
                  </a:cubicBezTo>
                  <a:cubicBezTo>
                    <a:pt x="953453" y="167640"/>
                    <a:pt x="951547" y="166687"/>
                    <a:pt x="951547" y="164782"/>
                  </a:cubicBezTo>
                  <a:cubicBezTo>
                    <a:pt x="951547" y="163830"/>
                    <a:pt x="939165" y="67627"/>
                    <a:pt x="862965" y="62865"/>
                  </a:cubicBezTo>
                  <a:cubicBezTo>
                    <a:pt x="787718" y="58102"/>
                    <a:pt x="750570" y="127635"/>
                    <a:pt x="750570" y="128587"/>
                  </a:cubicBezTo>
                  <a:cubicBezTo>
                    <a:pt x="749618" y="130493"/>
                    <a:pt x="747713" y="131445"/>
                    <a:pt x="745808" y="131445"/>
                  </a:cubicBezTo>
                  <a:cubicBezTo>
                    <a:pt x="743903" y="131445"/>
                    <a:pt x="741997" y="130493"/>
                    <a:pt x="741045" y="128587"/>
                  </a:cubicBezTo>
                  <a:cubicBezTo>
                    <a:pt x="740093" y="127635"/>
                    <a:pt x="698183" y="10477"/>
                    <a:pt x="525780" y="10477"/>
                  </a:cubicBezTo>
                  <a:cubicBezTo>
                    <a:pt x="453390" y="10477"/>
                    <a:pt x="398145" y="35243"/>
                    <a:pt x="359092" y="85725"/>
                  </a:cubicBezTo>
                  <a:cubicBezTo>
                    <a:pt x="341948" y="107632"/>
                    <a:pt x="329565" y="133350"/>
                    <a:pt x="322898" y="160973"/>
                  </a:cubicBezTo>
                  <a:cubicBezTo>
                    <a:pt x="322898" y="162877"/>
                    <a:pt x="320992" y="164782"/>
                    <a:pt x="319088" y="164782"/>
                  </a:cubicBezTo>
                  <a:cubicBezTo>
                    <a:pt x="317183" y="164782"/>
                    <a:pt x="315278" y="164782"/>
                    <a:pt x="314325" y="162877"/>
                  </a:cubicBezTo>
                  <a:cubicBezTo>
                    <a:pt x="277178" y="108585"/>
                    <a:pt x="206692" y="89535"/>
                    <a:pt x="146685" y="116205"/>
                  </a:cubicBezTo>
                  <a:cubicBezTo>
                    <a:pt x="52388" y="155257"/>
                    <a:pt x="18098" y="287655"/>
                    <a:pt x="11430" y="318135"/>
                  </a:cubicBezTo>
                  <a:lnTo>
                    <a:pt x="11430" y="318135"/>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57" name="Freeform 157"/>
            <p:cNvSpPr/>
            <p:nvPr/>
          </p:nvSpPr>
          <p:spPr>
            <a:xfrm>
              <a:off x="5689994" y="6024515"/>
              <a:ext cx="183832" cy="71437"/>
            </a:xfrm>
            <a:custGeom>
              <a:avLst/>
              <a:gdLst/>
              <a:ahLst/>
              <a:cxnLst/>
              <a:rect l="l" t="t" r="r" b="b"/>
              <a:pathLst>
                <a:path w="183832" h="71437">
                  <a:moveTo>
                    <a:pt x="165735" y="71438"/>
                  </a:moveTo>
                  <a:lnTo>
                    <a:pt x="17145" y="71438"/>
                  </a:lnTo>
                  <a:lnTo>
                    <a:pt x="0" y="0"/>
                  </a:lnTo>
                  <a:lnTo>
                    <a:pt x="183832" y="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58" name="Freeform 158"/>
            <p:cNvSpPr/>
            <p:nvPr/>
          </p:nvSpPr>
          <p:spPr>
            <a:xfrm>
              <a:off x="5685231" y="6018800"/>
              <a:ext cx="193357" cy="81914"/>
            </a:xfrm>
            <a:custGeom>
              <a:avLst/>
              <a:gdLst/>
              <a:ahLst/>
              <a:cxnLst/>
              <a:rect l="l" t="t" r="r" b="b"/>
              <a:pathLst>
                <a:path w="193357" h="81914">
                  <a:moveTo>
                    <a:pt x="170497" y="81915"/>
                  </a:moveTo>
                  <a:lnTo>
                    <a:pt x="22860" y="81915"/>
                  </a:lnTo>
                  <a:cubicBezTo>
                    <a:pt x="20955" y="81915"/>
                    <a:pt x="18097" y="80010"/>
                    <a:pt x="18097" y="78105"/>
                  </a:cubicBezTo>
                  <a:lnTo>
                    <a:pt x="0" y="6667"/>
                  </a:lnTo>
                  <a:cubicBezTo>
                    <a:pt x="0" y="4763"/>
                    <a:pt x="0" y="3810"/>
                    <a:pt x="952" y="1905"/>
                  </a:cubicBezTo>
                  <a:cubicBezTo>
                    <a:pt x="1905" y="952"/>
                    <a:pt x="3810" y="0"/>
                    <a:pt x="4763" y="0"/>
                  </a:cubicBezTo>
                  <a:lnTo>
                    <a:pt x="188595" y="0"/>
                  </a:lnTo>
                  <a:cubicBezTo>
                    <a:pt x="190500" y="0"/>
                    <a:pt x="191452" y="952"/>
                    <a:pt x="192405" y="1905"/>
                  </a:cubicBezTo>
                  <a:cubicBezTo>
                    <a:pt x="193357" y="2857"/>
                    <a:pt x="193357" y="4763"/>
                    <a:pt x="193357" y="6667"/>
                  </a:cubicBezTo>
                  <a:lnTo>
                    <a:pt x="175260" y="78105"/>
                  </a:lnTo>
                  <a:cubicBezTo>
                    <a:pt x="174307" y="80010"/>
                    <a:pt x="172402" y="81915"/>
                    <a:pt x="170497" y="81915"/>
                  </a:cubicBezTo>
                  <a:close/>
                  <a:moveTo>
                    <a:pt x="25717" y="72390"/>
                  </a:moveTo>
                  <a:lnTo>
                    <a:pt x="165735" y="72390"/>
                  </a:lnTo>
                  <a:lnTo>
                    <a:pt x="180975" y="11430"/>
                  </a:lnTo>
                  <a:lnTo>
                    <a:pt x="10477" y="11430"/>
                  </a:lnTo>
                  <a:lnTo>
                    <a:pt x="25717" y="72390"/>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59" name="Freeform 159"/>
            <p:cNvSpPr/>
            <p:nvPr/>
          </p:nvSpPr>
          <p:spPr>
            <a:xfrm>
              <a:off x="5503826" y="5802582"/>
              <a:ext cx="182357" cy="366712"/>
            </a:xfrm>
            <a:custGeom>
              <a:avLst/>
              <a:gdLst/>
              <a:ahLst/>
              <a:cxnLst/>
              <a:rect l="l" t="t" r="r" b="b"/>
              <a:pathLst>
                <a:path w="182357" h="366712">
                  <a:moveTo>
                    <a:pt x="111873" y="0"/>
                  </a:moveTo>
                  <a:cubicBezTo>
                    <a:pt x="111873" y="0"/>
                    <a:pt x="34720" y="48577"/>
                    <a:pt x="7098" y="129540"/>
                  </a:cubicBezTo>
                  <a:cubicBezTo>
                    <a:pt x="-20525" y="210502"/>
                    <a:pt x="41388" y="366713"/>
                    <a:pt x="41388" y="366713"/>
                  </a:cubicBezTo>
                  <a:lnTo>
                    <a:pt x="182358" y="213360"/>
                  </a:lnTo>
                  <a:lnTo>
                    <a:pt x="111873" y="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60" name="Freeform 160"/>
            <p:cNvSpPr/>
            <p:nvPr/>
          </p:nvSpPr>
          <p:spPr>
            <a:xfrm>
              <a:off x="5498823" y="5797105"/>
              <a:ext cx="192517" cy="376951"/>
            </a:xfrm>
            <a:custGeom>
              <a:avLst/>
              <a:gdLst/>
              <a:ahLst/>
              <a:cxnLst/>
              <a:rect l="l" t="t" r="r" b="b"/>
              <a:pathLst>
                <a:path w="192517" h="376951">
                  <a:moveTo>
                    <a:pt x="46390" y="376952"/>
                  </a:moveTo>
                  <a:lnTo>
                    <a:pt x="45438" y="376952"/>
                  </a:lnTo>
                  <a:cubicBezTo>
                    <a:pt x="43533" y="376952"/>
                    <a:pt x="42580" y="375047"/>
                    <a:pt x="41628" y="374094"/>
                  </a:cubicBezTo>
                  <a:cubicBezTo>
                    <a:pt x="38770" y="367427"/>
                    <a:pt x="-20285" y="215027"/>
                    <a:pt x="7338" y="133112"/>
                  </a:cubicBezTo>
                  <a:cubicBezTo>
                    <a:pt x="34960" y="51197"/>
                    <a:pt x="111160" y="2619"/>
                    <a:pt x="114018" y="714"/>
                  </a:cubicBezTo>
                  <a:cubicBezTo>
                    <a:pt x="114970" y="-238"/>
                    <a:pt x="116875" y="-238"/>
                    <a:pt x="117828" y="714"/>
                  </a:cubicBezTo>
                  <a:cubicBezTo>
                    <a:pt x="119733" y="1667"/>
                    <a:pt x="120685" y="2619"/>
                    <a:pt x="120685" y="3572"/>
                  </a:cubicBezTo>
                  <a:lnTo>
                    <a:pt x="192123" y="216932"/>
                  </a:lnTo>
                  <a:cubicBezTo>
                    <a:pt x="193075" y="218837"/>
                    <a:pt x="192123" y="220742"/>
                    <a:pt x="191170" y="221694"/>
                  </a:cubicBezTo>
                  <a:lnTo>
                    <a:pt x="50200" y="375047"/>
                  </a:lnTo>
                  <a:cubicBezTo>
                    <a:pt x="49248" y="375999"/>
                    <a:pt x="47343" y="376952"/>
                    <a:pt x="46390" y="376952"/>
                  </a:cubicBezTo>
                  <a:close/>
                  <a:moveTo>
                    <a:pt x="114018" y="13097"/>
                  </a:moveTo>
                  <a:cubicBezTo>
                    <a:pt x="95920" y="25479"/>
                    <a:pt x="38770" y="70247"/>
                    <a:pt x="16863" y="135969"/>
                  </a:cubicBezTo>
                  <a:cubicBezTo>
                    <a:pt x="-5997" y="204549"/>
                    <a:pt x="36865" y="330279"/>
                    <a:pt x="48295" y="362664"/>
                  </a:cubicBezTo>
                  <a:lnTo>
                    <a:pt x="182598" y="217884"/>
                  </a:lnTo>
                  <a:lnTo>
                    <a:pt x="114018" y="13097"/>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61" name="Freeform 161"/>
            <p:cNvSpPr/>
            <p:nvPr/>
          </p:nvSpPr>
          <p:spPr>
            <a:xfrm>
              <a:off x="5880494" y="5802582"/>
              <a:ext cx="182357" cy="366712"/>
            </a:xfrm>
            <a:custGeom>
              <a:avLst/>
              <a:gdLst/>
              <a:ahLst/>
              <a:cxnLst/>
              <a:rect l="l" t="t" r="r" b="b"/>
              <a:pathLst>
                <a:path w="182357" h="366712">
                  <a:moveTo>
                    <a:pt x="70485" y="0"/>
                  </a:moveTo>
                  <a:cubicBezTo>
                    <a:pt x="70485" y="0"/>
                    <a:pt x="147638" y="48577"/>
                    <a:pt x="175260" y="129540"/>
                  </a:cubicBezTo>
                  <a:cubicBezTo>
                    <a:pt x="202882" y="210502"/>
                    <a:pt x="140970" y="366713"/>
                    <a:pt x="140970" y="366713"/>
                  </a:cubicBezTo>
                  <a:lnTo>
                    <a:pt x="0" y="213360"/>
                  </a:lnTo>
                  <a:lnTo>
                    <a:pt x="70485" y="0"/>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62" name="Freeform 162"/>
            <p:cNvSpPr/>
            <p:nvPr/>
          </p:nvSpPr>
          <p:spPr>
            <a:xfrm>
              <a:off x="5875336" y="5797105"/>
              <a:ext cx="192084" cy="376951"/>
            </a:xfrm>
            <a:custGeom>
              <a:avLst/>
              <a:gdLst/>
              <a:ahLst/>
              <a:cxnLst/>
              <a:rect l="l" t="t" r="r" b="b"/>
              <a:pathLst>
                <a:path w="192084" h="376951">
                  <a:moveTo>
                    <a:pt x="146127" y="376952"/>
                  </a:moveTo>
                  <a:cubicBezTo>
                    <a:pt x="145175" y="376952"/>
                    <a:pt x="143270" y="375999"/>
                    <a:pt x="142317" y="375047"/>
                  </a:cubicBezTo>
                  <a:lnTo>
                    <a:pt x="1347" y="221694"/>
                  </a:lnTo>
                  <a:cubicBezTo>
                    <a:pt x="395" y="220742"/>
                    <a:pt x="-558" y="218837"/>
                    <a:pt x="395" y="216932"/>
                  </a:cubicBezTo>
                  <a:lnTo>
                    <a:pt x="71832" y="3572"/>
                  </a:lnTo>
                  <a:cubicBezTo>
                    <a:pt x="72784" y="1667"/>
                    <a:pt x="73737" y="714"/>
                    <a:pt x="74689" y="714"/>
                  </a:cubicBezTo>
                  <a:cubicBezTo>
                    <a:pt x="75642" y="-238"/>
                    <a:pt x="77547" y="-238"/>
                    <a:pt x="78500" y="714"/>
                  </a:cubicBezTo>
                  <a:cubicBezTo>
                    <a:pt x="81357" y="2619"/>
                    <a:pt x="158509" y="51197"/>
                    <a:pt x="185180" y="133112"/>
                  </a:cubicBezTo>
                  <a:cubicBezTo>
                    <a:pt x="211850" y="215027"/>
                    <a:pt x="152795" y="367427"/>
                    <a:pt x="150889" y="374094"/>
                  </a:cubicBezTo>
                  <a:cubicBezTo>
                    <a:pt x="149937" y="375047"/>
                    <a:pt x="148984" y="375999"/>
                    <a:pt x="146127" y="376952"/>
                  </a:cubicBezTo>
                  <a:lnTo>
                    <a:pt x="146127" y="376952"/>
                  </a:lnTo>
                  <a:close/>
                  <a:moveTo>
                    <a:pt x="10872" y="217884"/>
                  </a:moveTo>
                  <a:lnTo>
                    <a:pt x="145175" y="362664"/>
                  </a:lnTo>
                  <a:cubicBezTo>
                    <a:pt x="156605" y="330279"/>
                    <a:pt x="199467" y="204549"/>
                    <a:pt x="176607" y="135969"/>
                  </a:cubicBezTo>
                  <a:cubicBezTo>
                    <a:pt x="154700" y="70247"/>
                    <a:pt x="96597" y="25479"/>
                    <a:pt x="79452" y="13097"/>
                  </a:cubicBezTo>
                  <a:lnTo>
                    <a:pt x="10872" y="217884"/>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63" name="Freeform 163"/>
            <p:cNvSpPr/>
            <p:nvPr/>
          </p:nvSpPr>
          <p:spPr>
            <a:xfrm>
              <a:off x="5590933" y="5289423"/>
              <a:ext cx="380047" cy="780811"/>
            </a:xfrm>
            <a:custGeom>
              <a:avLst/>
              <a:gdLst/>
              <a:ahLst/>
              <a:cxnLst/>
              <a:rect l="l" t="t" r="r" b="b"/>
              <a:pathLst>
                <a:path w="380047" h="780811">
                  <a:moveTo>
                    <a:pt x="317183" y="761762"/>
                  </a:moveTo>
                  <a:cubicBezTo>
                    <a:pt x="356235" y="669369"/>
                    <a:pt x="380048" y="535067"/>
                    <a:pt x="380048" y="386477"/>
                  </a:cubicBezTo>
                  <a:cubicBezTo>
                    <a:pt x="380048" y="160734"/>
                    <a:pt x="255270" y="42624"/>
                    <a:pt x="208598" y="6429"/>
                  </a:cubicBezTo>
                  <a:cubicBezTo>
                    <a:pt x="198120" y="-2143"/>
                    <a:pt x="182880" y="-2143"/>
                    <a:pt x="172403" y="6429"/>
                  </a:cubicBezTo>
                  <a:cubicBezTo>
                    <a:pt x="124778" y="42624"/>
                    <a:pt x="0" y="160734"/>
                    <a:pt x="0" y="386477"/>
                  </a:cubicBezTo>
                  <a:cubicBezTo>
                    <a:pt x="0" y="535067"/>
                    <a:pt x="24765" y="669369"/>
                    <a:pt x="62865" y="761762"/>
                  </a:cubicBezTo>
                  <a:cubicBezTo>
                    <a:pt x="62865" y="761762"/>
                    <a:pt x="101917" y="780812"/>
                    <a:pt x="189548" y="780812"/>
                  </a:cubicBezTo>
                  <a:cubicBezTo>
                    <a:pt x="277178" y="780812"/>
                    <a:pt x="317183" y="761762"/>
                    <a:pt x="317183" y="761762"/>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64" name="Freeform 164"/>
            <p:cNvSpPr/>
            <p:nvPr/>
          </p:nvSpPr>
          <p:spPr>
            <a:xfrm>
              <a:off x="5587124" y="5284898"/>
              <a:ext cx="390525" cy="791051"/>
            </a:xfrm>
            <a:custGeom>
              <a:avLst/>
              <a:gdLst/>
              <a:ahLst/>
              <a:cxnLst/>
              <a:rect l="l" t="t" r="r" b="b"/>
              <a:pathLst>
                <a:path w="390525" h="791051">
                  <a:moveTo>
                    <a:pt x="194310" y="791051"/>
                  </a:moveTo>
                  <a:cubicBezTo>
                    <a:pt x="105727" y="791051"/>
                    <a:pt x="66675" y="772001"/>
                    <a:pt x="64770" y="771049"/>
                  </a:cubicBezTo>
                  <a:cubicBezTo>
                    <a:pt x="63817" y="770096"/>
                    <a:pt x="62865" y="770096"/>
                    <a:pt x="62865" y="768191"/>
                  </a:cubicBezTo>
                  <a:cubicBezTo>
                    <a:pt x="22860" y="671036"/>
                    <a:pt x="0" y="533876"/>
                    <a:pt x="0" y="391001"/>
                  </a:cubicBezTo>
                  <a:cubicBezTo>
                    <a:pt x="0" y="165259"/>
                    <a:pt x="121920" y="47149"/>
                    <a:pt x="174308" y="7144"/>
                  </a:cubicBezTo>
                  <a:cubicBezTo>
                    <a:pt x="186690" y="-2381"/>
                    <a:pt x="203835" y="-2381"/>
                    <a:pt x="216217" y="7144"/>
                  </a:cubicBezTo>
                  <a:cubicBezTo>
                    <a:pt x="268605" y="47149"/>
                    <a:pt x="390525" y="165259"/>
                    <a:pt x="390525" y="391001"/>
                  </a:cubicBezTo>
                  <a:cubicBezTo>
                    <a:pt x="390525" y="534829"/>
                    <a:pt x="367665" y="671989"/>
                    <a:pt x="327660" y="768191"/>
                  </a:cubicBezTo>
                  <a:cubicBezTo>
                    <a:pt x="327660" y="769144"/>
                    <a:pt x="326708" y="770096"/>
                    <a:pt x="325755" y="771049"/>
                  </a:cubicBezTo>
                  <a:cubicBezTo>
                    <a:pt x="321945" y="772001"/>
                    <a:pt x="282892" y="791051"/>
                    <a:pt x="194310" y="791051"/>
                  </a:cubicBezTo>
                  <a:close/>
                  <a:moveTo>
                    <a:pt x="71438" y="762476"/>
                  </a:moveTo>
                  <a:cubicBezTo>
                    <a:pt x="80010" y="766286"/>
                    <a:pt x="118110" y="780574"/>
                    <a:pt x="194310" y="780574"/>
                  </a:cubicBezTo>
                  <a:cubicBezTo>
                    <a:pt x="270510" y="780574"/>
                    <a:pt x="309563" y="766286"/>
                    <a:pt x="317183" y="762476"/>
                  </a:cubicBezTo>
                  <a:cubicBezTo>
                    <a:pt x="356235" y="667226"/>
                    <a:pt x="379095" y="531971"/>
                    <a:pt x="379095" y="391001"/>
                  </a:cubicBezTo>
                  <a:cubicBezTo>
                    <a:pt x="379095" y="170021"/>
                    <a:pt x="260033" y="53816"/>
                    <a:pt x="209550" y="14764"/>
                  </a:cubicBezTo>
                  <a:cubicBezTo>
                    <a:pt x="200977" y="8096"/>
                    <a:pt x="188595" y="8096"/>
                    <a:pt x="180022" y="14764"/>
                  </a:cubicBezTo>
                  <a:cubicBezTo>
                    <a:pt x="128588" y="54769"/>
                    <a:pt x="10477" y="169069"/>
                    <a:pt x="10477" y="391001"/>
                  </a:cubicBezTo>
                  <a:cubicBezTo>
                    <a:pt x="9525" y="532924"/>
                    <a:pt x="32385" y="668179"/>
                    <a:pt x="71438" y="762476"/>
                  </a:cubicBezTo>
                  <a:close/>
                  <a:moveTo>
                    <a:pt x="320992" y="766286"/>
                  </a:moveTo>
                  <a:lnTo>
                    <a:pt x="320992" y="766286"/>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65" name="Freeform 165"/>
            <p:cNvSpPr/>
            <p:nvPr/>
          </p:nvSpPr>
          <p:spPr>
            <a:xfrm>
              <a:off x="5630938" y="5289423"/>
              <a:ext cx="300037" cy="181689"/>
            </a:xfrm>
            <a:custGeom>
              <a:avLst/>
              <a:gdLst/>
              <a:ahLst/>
              <a:cxnLst/>
              <a:rect l="l" t="t" r="r" b="b"/>
              <a:pathLst>
                <a:path w="300037" h="181689">
                  <a:moveTo>
                    <a:pt x="132398" y="6429"/>
                  </a:moveTo>
                  <a:cubicBezTo>
                    <a:pt x="74295" y="53102"/>
                    <a:pt x="28575" y="113109"/>
                    <a:pt x="0" y="181689"/>
                  </a:cubicBezTo>
                  <a:lnTo>
                    <a:pt x="300038" y="181689"/>
                  </a:lnTo>
                  <a:cubicBezTo>
                    <a:pt x="271463" y="113109"/>
                    <a:pt x="226695" y="53102"/>
                    <a:pt x="168593" y="6429"/>
                  </a:cubicBezTo>
                  <a:cubicBezTo>
                    <a:pt x="158115" y="-2143"/>
                    <a:pt x="142875" y="-2143"/>
                    <a:pt x="132398" y="6429"/>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66" name="Freeform 166"/>
            <p:cNvSpPr/>
            <p:nvPr/>
          </p:nvSpPr>
          <p:spPr>
            <a:xfrm>
              <a:off x="5627129" y="5284898"/>
              <a:ext cx="309004" cy="190976"/>
            </a:xfrm>
            <a:custGeom>
              <a:avLst/>
              <a:gdLst/>
              <a:ahLst/>
              <a:cxnLst/>
              <a:rect l="l" t="t" r="r" b="b"/>
              <a:pathLst>
                <a:path w="309004" h="190976">
                  <a:moveTo>
                    <a:pt x="304800" y="190976"/>
                  </a:moveTo>
                  <a:lnTo>
                    <a:pt x="4763" y="190976"/>
                  </a:lnTo>
                  <a:cubicBezTo>
                    <a:pt x="2858" y="190976"/>
                    <a:pt x="1905" y="190024"/>
                    <a:pt x="953" y="189071"/>
                  </a:cubicBezTo>
                  <a:cubicBezTo>
                    <a:pt x="0" y="188119"/>
                    <a:pt x="0" y="186214"/>
                    <a:pt x="0" y="184309"/>
                  </a:cubicBezTo>
                  <a:cubicBezTo>
                    <a:pt x="28575" y="114776"/>
                    <a:pt x="74295" y="53816"/>
                    <a:pt x="133350" y="7144"/>
                  </a:cubicBezTo>
                  <a:lnTo>
                    <a:pt x="133350" y="7144"/>
                  </a:lnTo>
                  <a:cubicBezTo>
                    <a:pt x="145733" y="-2381"/>
                    <a:pt x="162878" y="-2381"/>
                    <a:pt x="175260" y="7144"/>
                  </a:cubicBezTo>
                  <a:cubicBezTo>
                    <a:pt x="234315" y="53816"/>
                    <a:pt x="280035" y="114776"/>
                    <a:pt x="308610" y="184309"/>
                  </a:cubicBezTo>
                  <a:cubicBezTo>
                    <a:pt x="309563" y="186214"/>
                    <a:pt x="308610" y="187166"/>
                    <a:pt x="307658" y="189071"/>
                  </a:cubicBezTo>
                  <a:cubicBezTo>
                    <a:pt x="307658" y="190024"/>
                    <a:pt x="305753" y="190976"/>
                    <a:pt x="304800" y="190976"/>
                  </a:cubicBezTo>
                  <a:close/>
                  <a:moveTo>
                    <a:pt x="12383" y="181451"/>
                  </a:moveTo>
                  <a:lnTo>
                    <a:pt x="297180" y="181451"/>
                  </a:lnTo>
                  <a:cubicBezTo>
                    <a:pt x="268605" y="116681"/>
                    <a:pt x="224790" y="59531"/>
                    <a:pt x="169545" y="15716"/>
                  </a:cubicBezTo>
                  <a:cubicBezTo>
                    <a:pt x="160972" y="9049"/>
                    <a:pt x="148590" y="9049"/>
                    <a:pt x="140017" y="15716"/>
                  </a:cubicBezTo>
                  <a:lnTo>
                    <a:pt x="140017" y="15716"/>
                  </a:lnTo>
                  <a:cubicBezTo>
                    <a:pt x="83820" y="59531"/>
                    <a:pt x="40005" y="116681"/>
                    <a:pt x="12383" y="181451"/>
                  </a:cubicBezTo>
                  <a:lnTo>
                    <a:pt x="12383" y="181451"/>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67" name="Freeform 167"/>
            <p:cNvSpPr/>
            <p:nvPr/>
          </p:nvSpPr>
          <p:spPr>
            <a:xfrm>
              <a:off x="5672849" y="5522547"/>
              <a:ext cx="232409" cy="232409"/>
            </a:xfrm>
            <a:custGeom>
              <a:avLst/>
              <a:gdLst/>
              <a:ahLst/>
              <a:cxnLst/>
              <a:rect l="l" t="t" r="r" b="b"/>
              <a:pathLst>
                <a:path w="232409" h="232409">
                  <a:moveTo>
                    <a:pt x="232410" y="116205"/>
                  </a:moveTo>
                  <a:cubicBezTo>
                    <a:pt x="232410" y="180383"/>
                    <a:pt x="180383" y="232410"/>
                    <a:pt x="116205" y="232410"/>
                  </a:cubicBezTo>
                  <a:cubicBezTo>
                    <a:pt x="52027" y="232410"/>
                    <a:pt x="0" y="180383"/>
                    <a:pt x="0" y="116205"/>
                  </a:cubicBezTo>
                  <a:cubicBezTo>
                    <a:pt x="0" y="52027"/>
                    <a:pt x="52027" y="0"/>
                    <a:pt x="116205" y="0"/>
                  </a:cubicBezTo>
                  <a:cubicBezTo>
                    <a:pt x="180383" y="0"/>
                    <a:pt x="232410" y="52027"/>
                    <a:pt x="232410" y="116205"/>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68" name="Freeform 168"/>
            <p:cNvSpPr/>
            <p:nvPr/>
          </p:nvSpPr>
          <p:spPr>
            <a:xfrm>
              <a:off x="5668086" y="5517785"/>
              <a:ext cx="241934" cy="241934"/>
            </a:xfrm>
            <a:custGeom>
              <a:avLst/>
              <a:gdLst/>
              <a:ahLst/>
              <a:cxnLst/>
              <a:rect l="l" t="t" r="r" b="b"/>
              <a:pathLst>
                <a:path w="241934" h="241934">
                  <a:moveTo>
                    <a:pt x="120967" y="241935"/>
                  </a:moveTo>
                  <a:cubicBezTo>
                    <a:pt x="54292" y="241935"/>
                    <a:pt x="0" y="187643"/>
                    <a:pt x="0" y="120968"/>
                  </a:cubicBezTo>
                  <a:cubicBezTo>
                    <a:pt x="0" y="54293"/>
                    <a:pt x="54292" y="0"/>
                    <a:pt x="120967" y="0"/>
                  </a:cubicBezTo>
                  <a:cubicBezTo>
                    <a:pt x="187642" y="0"/>
                    <a:pt x="241935" y="54293"/>
                    <a:pt x="241935" y="120968"/>
                  </a:cubicBezTo>
                  <a:lnTo>
                    <a:pt x="241935" y="120968"/>
                  </a:lnTo>
                  <a:cubicBezTo>
                    <a:pt x="241935" y="187643"/>
                    <a:pt x="187642" y="241935"/>
                    <a:pt x="120967" y="241935"/>
                  </a:cubicBezTo>
                  <a:close/>
                  <a:moveTo>
                    <a:pt x="120967" y="9525"/>
                  </a:moveTo>
                  <a:cubicBezTo>
                    <a:pt x="60008" y="9525"/>
                    <a:pt x="10477" y="59055"/>
                    <a:pt x="10477" y="120015"/>
                  </a:cubicBezTo>
                  <a:cubicBezTo>
                    <a:pt x="10477" y="180975"/>
                    <a:pt x="60008" y="230505"/>
                    <a:pt x="120967" y="230505"/>
                  </a:cubicBezTo>
                  <a:cubicBezTo>
                    <a:pt x="181927" y="230505"/>
                    <a:pt x="231458" y="180975"/>
                    <a:pt x="231458" y="120015"/>
                  </a:cubicBezTo>
                  <a:cubicBezTo>
                    <a:pt x="231458" y="120015"/>
                    <a:pt x="231458" y="120015"/>
                    <a:pt x="231458" y="120015"/>
                  </a:cubicBezTo>
                  <a:cubicBezTo>
                    <a:pt x="231458" y="60007"/>
                    <a:pt x="181927" y="10477"/>
                    <a:pt x="120967" y="9525"/>
                  </a:cubicBezTo>
                  <a:lnTo>
                    <a:pt x="120967" y="9525"/>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69" name="Freeform 169"/>
            <p:cNvSpPr/>
            <p:nvPr/>
          </p:nvSpPr>
          <p:spPr>
            <a:xfrm>
              <a:off x="5717616" y="5567315"/>
              <a:ext cx="142875" cy="142875"/>
            </a:xfrm>
            <a:custGeom>
              <a:avLst/>
              <a:gdLst/>
              <a:ahLst/>
              <a:cxnLst/>
              <a:rect l="l" t="t" r="r" b="b"/>
              <a:pathLst>
                <a:path w="142875" h="142875">
                  <a:moveTo>
                    <a:pt x="142875" y="71438"/>
                  </a:moveTo>
                  <a:cubicBezTo>
                    <a:pt x="142875" y="110891"/>
                    <a:pt x="110891" y="142875"/>
                    <a:pt x="71438" y="142875"/>
                  </a:cubicBezTo>
                  <a:cubicBezTo>
                    <a:pt x="31984" y="142875"/>
                    <a:pt x="0" y="110891"/>
                    <a:pt x="0" y="71438"/>
                  </a:cubicBezTo>
                  <a:cubicBezTo>
                    <a:pt x="0" y="31984"/>
                    <a:pt x="31984" y="0"/>
                    <a:pt x="71438" y="0"/>
                  </a:cubicBezTo>
                  <a:cubicBezTo>
                    <a:pt x="110891" y="0"/>
                    <a:pt x="142875" y="31984"/>
                    <a:pt x="142875" y="71438"/>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70" name="Freeform 170"/>
            <p:cNvSpPr/>
            <p:nvPr/>
          </p:nvSpPr>
          <p:spPr>
            <a:xfrm>
              <a:off x="5712854" y="5562552"/>
              <a:ext cx="152400" cy="152400"/>
            </a:xfrm>
            <a:custGeom>
              <a:avLst/>
              <a:gdLst/>
              <a:ahLst/>
              <a:cxnLst/>
              <a:rect l="l" t="t" r="r" b="b"/>
              <a:pathLst>
                <a:path w="152400" h="152400">
                  <a:moveTo>
                    <a:pt x="76200" y="152400"/>
                  </a:moveTo>
                  <a:cubicBezTo>
                    <a:pt x="34290" y="152400"/>
                    <a:pt x="0" y="118110"/>
                    <a:pt x="0" y="76200"/>
                  </a:cubicBezTo>
                  <a:cubicBezTo>
                    <a:pt x="0" y="34290"/>
                    <a:pt x="34290" y="0"/>
                    <a:pt x="76200" y="0"/>
                  </a:cubicBezTo>
                  <a:cubicBezTo>
                    <a:pt x="118110" y="0"/>
                    <a:pt x="152400" y="34290"/>
                    <a:pt x="152400" y="76200"/>
                  </a:cubicBezTo>
                  <a:cubicBezTo>
                    <a:pt x="152400" y="118110"/>
                    <a:pt x="118110" y="152400"/>
                    <a:pt x="76200" y="152400"/>
                  </a:cubicBezTo>
                  <a:cubicBezTo>
                    <a:pt x="76200" y="152400"/>
                    <a:pt x="76200" y="152400"/>
                    <a:pt x="76200" y="152400"/>
                  </a:cubicBezTo>
                  <a:close/>
                  <a:moveTo>
                    <a:pt x="76200" y="9525"/>
                  </a:moveTo>
                  <a:cubicBezTo>
                    <a:pt x="39053" y="9525"/>
                    <a:pt x="9525" y="39052"/>
                    <a:pt x="9525" y="76200"/>
                  </a:cubicBezTo>
                  <a:cubicBezTo>
                    <a:pt x="9525" y="113348"/>
                    <a:pt x="39053" y="142875"/>
                    <a:pt x="76200" y="142875"/>
                  </a:cubicBezTo>
                  <a:cubicBezTo>
                    <a:pt x="113347" y="142875"/>
                    <a:pt x="142875" y="113348"/>
                    <a:pt x="142875" y="76200"/>
                  </a:cubicBezTo>
                  <a:cubicBezTo>
                    <a:pt x="142875" y="76200"/>
                    <a:pt x="142875" y="76200"/>
                    <a:pt x="142875" y="76200"/>
                  </a:cubicBezTo>
                  <a:cubicBezTo>
                    <a:pt x="142875" y="40005"/>
                    <a:pt x="112395" y="9525"/>
                    <a:pt x="76200" y="952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71" name="Freeform 171"/>
            <p:cNvSpPr/>
            <p:nvPr/>
          </p:nvSpPr>
          <p:spPr>
            <a:xfrm>
              <a:off x="5784291" y="5576812"/>
              <a:ext cx="66675" cy="60035"/>
            </a:xfrm>
            <a:custGeom>
              <a:avLst/>
              <a:gdLst/>
              <a:ahLst/>
              <a:cxnLst/>
              <a:rect l="l" t="t" r="r" b="b"/>
              <a:pathLst>
                <a:path w="66675" h="60035">
                  <a:moveTo>
                    <a:pt x="60960" y="60035"/>
                  </a:moveTo>
                  <a:cubicBezTo>
                    <a:pt x="58103" y="60035"/>
                    <a:pt x="56197" y="58130"/>
                    <a:pt x="56197" y="56225"/>
                  </a:cubicBezTo>
                  <a:cubicBezTo>
                    <a:pt x="54292" y="29555"/>
                    <a:pt x="31433" y="8600"/>
                    <a:pt x="4763" y="9553"/>
                  </a:cubicBezTo>
                  <a:cubicBezTo>
                    <a:pt x="1905" y="9553"/>
                    <a:pt x="0" y="7648"/>
                    <a:pt x="0" y="4790"/>
                  </a:cubicBezTo>
                  <a:cubicBezTo>
                    <a:pt x="0" y="1933"/>
                    <a:pt x="1905" y="28"/>
                    <a:pt x="4763" y="28"/>
                  </a:cubicBezTo>
                  <a:cubicBezTo>
                    <a:pt x="36195" y="-925"/>
                    <a:pt x="63817" y="22888"/>
                    <a:pt x="66675" y="54320"/>
                  </a:cubicBezTo>
                  <a:cubicBezTo>
                    <a:pt x="66675" y="57178"/>
                    <a:pt x="64770" y="60035"/>
                    <a:pt x="60960" y="60035"/>
                  </a:cubicBezTo>
                  <a:lnTo>
                    <a:pt x="60960" y="60035"/>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72" name="Freeform 172"/>
            <p:cNvSpPr/>
            <p:nvPr/>
          </p:nvSpPr>
          <p:spPr>
            <a:xfrm>
              <a:off x="5759440" y="5579697"/>
              <a:ext cx="21993" cy="14287"/>
            </a:xfrm>
            <a:custGeom>
              <a:avLst/>
              <a:gdLst/>
              <a:ahLst/>
              <a:cxnLst/>
              <a:rect l="l" t="t" r="r" b="b"/>
              <a:pathLst>
                <a:path w="21993" h="14287">
                  <a:moveTo>
                    <a:pt x="4848" y="14288"/>
                  </a:moveTo>
                  <a:cubicBezTo>
                    <a:pt x="2943" y="14288"/>
                    <a:pt x="1991" y="13335"/>
                    <a:pt x="1038" y="12382"/>
                  </a:cubicBezTo>
                  <a:cubicBezTo>
                    <a:pt x="-867" y="10477"/>
                    <a:pt x="86" y="7620"/>
                    <a:pt x="1991" y="5715"/>
                  </a:cubicBezTo>
                  <a:cubicBezTo>
                    <a:pt x="5801" y="2857"/>
                    <a:pt x="10563" y="952"/>
                    <a:pt x="16278" y="0"/>
                  </a:cubicBezTo>
                  <a:cubicBezTo>
                    <a:pt x="19136" y="0"/>
                    <a:pt x="21041" y="1905"/>
                    <a:pt x="21993" y="3810"/>
                  </a:cubicBezTo>
                  <a:cubicBezTo>
                    <a:pt x="21993" y="3810"/>
                    <a:pt x="21993" y="3810"/>
                    <a:pt x="21993" y="3810"/>
                  </a:cubicBezTo>
                  <a:cubicBezTo>
                    <a:pt x="21993" y="6668"/>
                    <a:pt x="20088" y="8572"/>
                    <a:pt x="18183" y="9525"/>
                  </a:cubicBezTo>
                  <a:cubicBezTo>
                    <a:pt x="14373" y="10477"/>
                    <a:pt x="11516" y="11430"/>
                    <a:pt x="8658" y="13335"/>
                  </a:cubicBezTo>
                  <a:cubicBezTo>
                    <a:pt x="6753" y="13335"/>
                    <a:pt x="5801" y="14288"/>
                    <a:pt x="4848" y="14288"/>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73" name="Freeform 173"/>
            <p:cNvSpPr/>
            <p:nvPr/>
          </p:nvSpPr>
          <p:spPr>
            <a:xfrm>
              <a:off x="5889661" y="5818527"/>
              <a:ext cx="58707" cy="203389"/>
            </a:xfrm>
            <a:custGeom>
              <a:avLst/>
              <a:gdLst/>
              <a:ahLst/>
              <a:cxnLst/>
              <a:rect l="l" t="t" r="r" b="b"/>
              <a:pathLst>
                <a:path w="58707" h="203389">
                  <a:moveTo>
                    <a:pt x="5120" y="203130"/>
                  </a:moveTo>
                  <a:cubicBezTo>
                    <a:pt x="4167" y="203130"/>
                    <a:pt x="4167" y="203130"/>
                    <a:pt x="3215" y="203130"/>
                  </a:cubicBezTo>
                  <a:cubicBezTo>
                    <a:pt x="357" y="202178"/>
                    <a:pt x="-595" y="199320"/>
                    <a:pt x="357" y="197415"/>
                  </a:cubicBezTo>
                  <a:cubicBezTo>
                    <a:pt x="20360" y="133598"/>
                    <a:pt x="36552" y="69780"/>
                    <a:pt x="48935" y="4058"/>
                  </a:cubicBezTo>
                  <a:cubicBezTo>
                    <a:pt x="48935" y="1200"/>
                    <a:pt x="51792" y="-705"/>
                    <a:pt x="54650" y="248"/>
                  </a:cubicBezTo>
                  <a:cubicBezTo>
                    <a:pt x="54650" y="248"/>
                    <a:pt x="54650" y="248"/>
                    <a:pt x="54650" y="248"/>
                  </a:cubicBezTo>
                  <a:cubicBezTo>
                    <a:pt x="57507" y="1200"/>
                    <a:pt x="59412" y="3105"/>
                    <a:pt x="58460" y="5963"/>
                  </a:cubicBezTo>
                  <a:cubicBezTo>
                    <a:pt x="46077" y="71685"/>
                    <a:pt x="29885" y="136455"/>
                    <a:pt x="9882" y="201225"/>
                  </a:cubicBezTo>
                  <a:cubicBezTo>
                    <a:pt x="8930" y="202178"/>
                    <a:pt x="7025" y="204083"/>
                    <a:pt x="5120" y="203130"/>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74" name="Freeform 174"/>
            <p:cNvSpPr/>
            <p:nvPr/>
          </p:nvSpPr>
          <p:spPr>
            <a:xfrm>
              <a:off x="5794769" y="6100715"/>
              <a:ext cx="9525" cy="100964"/>
            </a:xfrm>
            <a:custGeom>
              <a:avLst/>
              <a:gdLst/>
              <a:ahLst/>
              <a:cxnLst/>
              <a:rect l="l" t="t" r="r" b="b"/>
              <a:pathLst>
                <a:path w="9525" h="100964">
                  <a:moveTo>
                    <a:pt x="4763" y="100965"/>
                  </a:moveTo>
                  <a:cubicBezTo>
                    <a:pt x="1905" y="100965"/>
                    <a:pt x="0" y="99060"/>
                    <a:pt x="0" y="96202"/>
                  </a:cubicBezTo>
                  <a:lnTo>
                    <a:pt x="0" y="4763"/>
                  </a:lnTo>
                  <a:cubicBezTo>
                    <a:pt x="0" y="1905"/>
                    <a:pt x="1905" y="0"/>
                    <a:pt x="4763" y="0"/>
                  </a:cubicBezTo>
                  <a:cubicBezTo>
                    <a:pt x="7620" y="0"/>
                    <a:pt x="9525" y="1905"/>
                    <a:pt x="9525" y="4763"/>
                  </a:cubicBezTo>
                  <a:lnTo>
                    <a:pt x="9525" y="96202"/>
                  </a:lnTo>
                  <a:cubicBezTo>
                    <a:pt x="9525" y="99060"/>
                    <a:pt x="7620" y="100965"/>
                    <a:pt x="4763" y="10096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75" name="Freeform 175"/>
            <p:cNvSpPr/>
            <p:nvPr/>
          </p:nvSpPr>
          <p:spPr>
            <a:xfrm>
              <a:off x="5745238" y="6144530"/>
              <a:ext cx="9525" cy="105727"/>
            </a:xfrm>
            <a:custGeom>
              <a:avLst/>
              <a:gdLst/>
              <a:ahLst/>
              <a:cxnLst/>
              <a:rect l="l" t="t" r="r" b="b"/>
              <a:pathLst>
                <a:path w="9525" h="105727">
                  <a:moveTo>
                    <a:pt x="4763" y="105728"/>
                  </a:moveTo>
                  <a:cubicBezTo>
                    <a:pt x="1905" y="105728"/>
                    <a:pt x="0" y="103823"/>
                    <a:pt x="0" y="100965"/>
                  </a:cubicBezTo>
                  <a:lnTo>
                    <a:pt x="0" y="4763"/>
                  </a:lnTo>
                  <a:cubicBezTo>
                    <a:pt x="0" y="1905"/>
                    <a:pt x="1905" y="0"/>
                    <a:pt x="4763" y="0"/>
                  </a:cubicBezTo>
                  <a:cubicBezTo>
                    <a:pt x="7620" y="0"/>
                    <a:pt x="9525" y="1905"/>
                    <a:pt x="9525" y="4763"/>
                  </a:cubicBezTo>
                  <a:lnTo>
                    <a:pt x="9525" y="100965"/>
                  </a:lnTo>
                  <a:cubicBezTo>
                    <a:pt x="9525" y="102870"/>
                    <a:pt x="7620" y="105728"/>
                    <a:pt x="4763" y="105728"/>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76" name="Freeform 176"/>
            <p:cNvSpPr/>
            <p:nvPr/>
          </p:nvSpPr>
          <p:spPr>
            <a:xfrm>
              <a:off x="5449964" y="6398542"/>
              <a:ext cx="170854" cy="87934"/>
            </a:xfrm>
            <a:custGeom>
              <a:avLst/>
              <a:gdLst/>
              <a:ahLst/>
              <a:cxnLst/>
              <a:rect l="l" t="t" r="r" b="b"/>
              <a:pathLst>
                <a:path w="170854" h="87934">
                  <a:moveTo>
                    <a:pt x="4763" y="87935"/>
                  </a:moveTo>
                  <a:lnTo>
                    <a:pt x="4763" y="87935"/>
                  </a:lnTo>
                  <a:cubicBezTo>
                    <a:pt x="952" y="86982"/>
                    <a:pt x="0" y="85077"/>
                    <a:pt x="0" y="82220"/>
                  </a:cubicBezTo>
                  <a:cubicBezTo>
                    <a:pt x="0" y="82220"/>
                    <a:pt x="0" y="82220"/>
                    <a:pt x="0" y="82220"/>
                  </a:cubicBezTo>
                  <a:cubicBezTo>
                    <a:pt x="0" y="80315"/>
                    <a:pt x="9525" y="32690"/>
                    <a:pt x="51435" y="10782"/>
                  </a:cubicBezTo>
                  <a:cubicBezTo>
                    <a:pt x="81915" y="-5410"/>
                    <a:pt x="120968" y="-3505"/>
                    <a:pt x="167640" y="17450"/>
                  </a:cubicBezTo>
                  <a:cubicBezTo>
                    <a:pt x="170498" y="18402"/>
                    <a:pt x="171450" y="21260"/>
                    <a:pt x="170498" y="23165"/>
                  </a:cubicBezTo>
                  <a:cubicBezTo>
                    <a:pt x="169545" y="26022"/>
                    <a:pt x="166687" y="26975"/>
                    <a:pt x="164782" y="26022"/>
                  </a:cubicBezTo>
                  <a:cubicBezTo>
                    <a:pt x="164782" y="26022"/>
                    <a:pt x="163830" y="26022"/>
                    <a:pt x="163830" y="26022"/>
                  </a:cubicBezTo>
                  <a:cubicBezTo>
                    <a:pt x="120015" y="6972"/>
                    <a:pt x="83820" y="5067"/>
                    <a:pt x="56198" y="19355"/>
                  </a:cubicBezTo>
                  <a:cubicBezTo>
                    <a:pt x="19050" y="38405"/>
                    <a:pt x="9525" y="83172"/>
                    <a:pt x="9525" y="84125"/>
                  </a:cubicBezTo>
                  <a:cubicBezTo>
                    <a:pt x="9525" y="86030"/>
                    <a:pt x="7620" y="87935"/>
                    <a:pt x="4763" y="8793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77" name="Freeform 177"/>
            <p:cNvSpPr/>
            <p:nvPr/>
          </p:nvSpPr>
          <p:spPr>
            <a:xfrm>
              <a:off x="5872304" y="6366729"/>
              <a:ext cx="137253" cy="62597"/>
            </a:xfrm>
            <a:custGeom>
              <a:avLst/>
              <a:gdLst/>
              <a:ahLst/>
              <a:cxnLst/>
              <a:rect l="l" t="t" r="r" b="b"/>
              <a:pathLst>
                <a:path w="137253" h="62597">
                  <a:moveTo>
                    <a:pt x="132015" y="62598"/>
                  </a:moveTo>
                  <a:cubicBezTo>
                    <a:pt x="131062" y="62598"/>
                    <a:pt x="129157" y="61646"/>
                    <a:pt x="128205" y="60693"/>
                  </a:cubicBezTo>
                  <a:cubicBezTo>
                    <a:pt x="59625" y="-15507"/>
                    <a:pt x="7237" y="15925"/>
                    <a:pt x="7237" y="15925"/>
                  </a:cubicBezTo>
                  <a:cubicBezTo>
                    <a:pt x="5332" y="17830"/>
                    <a:pt x="2475" y="16878"/>
                    <a:pt x="570" y="14973"/>
                  </a:cubicBezTo>
                  <a:cubicBezTo>
                    <a:pt x="570" y="14973"/>
                    <a:pt x="570" y="14973"/>
                    <a:pt x="570" y="14973"/>
                  </a:cubicBezTo>
                  <a:cubicBezTo>
                    <a:pt x="-383" y="13068"/>
                    <a:pt x="-383" y="9258"/>
                    <a:pt x="2475" y="8305"/>
                  </a:cubicBezTo>
                  <a:cubicBezTo>
                    <a:pt x="4380" y="6400"/>
                    <a:pt x="61530" y="-26937"/>
                    <a:pt x="135825" y="54978"/>
                  </a:cubicBezTo>
                  <a:cubicBezTo>
                    <a:pt x="137730" y="56883"/>
                    <a:pt x="137730" y="59741"/>
                    <a:pt x="135825" y="61646"/>
                  </a:cubicBezTo>
                  <a:cubicBezTo>
                    <a:pt x="135825" y="61646"/>
                    <a:pt x="135825" y="61646"/>
                    <a:pt x="135825" y="61646"/>
                  </a:cubicBezTo>
                  <a:cubicBezTo>
                    <a:pt x="134872" y="61646"/>
                    <a:pt x="132967" y="62598"/>
                    <a:pt x="132015" y="62598"/>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78" name="Freeform 178"/>
            <p:cNvSpPr/>
            <p:nvPr/>
          </p:nvSpPr>
          <p:spPr>
            <a:xfrm>
              <a:off x="6057658" y="5447299"/>
              <a:ext cx="283845" cy="9525"/>
            </a:xfrm>
            <a:custGeom>
              <a:avLst/>
              <a:gdLst/>
              <a:ahLst/>
              <a:cxnLst/>
              <a:rect l="l" t="t" r="r" b="b"/>
              <a:pathLst>
                <a:path w="283845" h="9525">
                  <a:moveTo>
                    <a:pt x="279083" y="9525"/>
                  </a:moveTo>
                  <a:lnTo>
                    <a:pt x="4763" y="9525"/>
                  </a:lnTo>
                  <a:cubicBezTo>
                    <a:pt x="1905" y="9525"/>
                    <a:pt x="0" y="7620"/>
                    <a:pt x="0" y="4763"/>
                  </a:cubicBezTo>
                  <a:cubicBezTo>
                    <a:pt x="0" y="1905"/>
                    <a:pt x="1905" y="0"/>
                    <a:pt x="4763" y="0"/>
                  </a:cubicBezTo>
                  <a:lnTo>
                    <a:pt x="279083" y="0"/>
                  </a:lnTo>
                  <a:cubicBezTo>
                    <a:pt x="281940" y="0"/>
                    <a:pt x="283845" y="1905"/>
                    <a:pt x="283845" y="4763"/>
                  </a:cubicBezTo>
                  <a:cubicBezTo>
                    <a:pt x="283845" y="7620"/>
                    <a:pt x="281940" y="9525"/>
                    <a:pt x="279083" y="952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79" name="Freeform 179"/>
            <p:cNvSpPr/>
            <p:nvPr/>
          </p:nvSpPr>
          <p:spPr>
            <a:xfrm>
              <a:off x="6057658" y="5509212"/>
              <a:ext cx="283845" cy="9525"/>
            </a:xfrm>
            <a:custGeom>
              <a:avLst/>
              <a:gdLst/>
              <a:ahLst/>
              <a:cxnLst/>
              <a:rect l="l" t="t" r="r" b="b"/>
              <a:pathLst>
                <a:path w="283845" h="9525">
                  <a:moveTo>
                    <a:pt x="279083" y="9525"/>
                  </a:moveTo>
                  <a:lnTo>
                    <a:pt x="4763" y="9525"/>
                  </a:lnTo>
                  <a:cubicBezTo>
                    <a:pt x="1905" y="9525"/>
                    <a:pt x="0" y="7620"/>
                    <a:pt x="0" y="4763"/>
                  </a:cubicBezTo>
                  <a:cubicBezTo>
                    <a:pt x="0" y="1905"/>
                    <a:pt x="1905" y="0"/>
                    <a:pt x="4763" y="0"/>
                  </a:cubicBezTo>
                  <a:lnTo>
                    <a:pt x="279083" y="0"/>
                  </a:lnTo>
                  <a:cubicBezTo>
                    <a:pt x="281940" y="0"/>
                    <a:pt x="283845" y="1905"/>
                    <a:pt x="283845" y="4763"/>
                  </a:cubicBezTo>
                  <a:cubicBezTo>
                    <a:pt x="283845" y="7620"/>
                    <a:pt x="281940" y="9525"/>
                    <a:pt x="279083" y="952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0" name="Freeform 180"/>
            <p:cNvSpPr/>
            <p:nvPr/>
          </p:nvSpPr>
          <p:spPr>
            <a:xfrm>
              <a:off x="6057658" y="5572077"/>
              <a:ext cx="283845" cy="9525"/>
            </a:xfrm>
            <a:custGeom>
              <a:avLst/>
              <a:gdLst/>
              <a:ahLst/>
              <a:cxnLst/>
              <a:rect l="l" t="t" r="r" b="b"/>
              <a:pathLst>
                <a:path w="283845" h="9525">
                  <a:moveTo>
                    <a:pt x="279083" y="9525"/>
                  </a:moveTo>
                  <a:lnTo>
                    <a:pt x="4763" y="9525"/>
                  </a:lnTo>
                  <a:cubicBezTo>
                    <a:pt x="1905" y="9525"/>
                    <a:pt x="0" y="7620"/>
                    <a:pt x="0" y="4763"/>
                  </a:cubicBezTo>
                  <a:cubicBezTo>
                    <a:pt x="0" y="1905"/>
                    <a:pt x="1905" y="0"/>
                    <a:pt x="4763" y="0"/>
                  </a:cubicBezTo>
                  <a:lnTo>
                    <a:pt x="279083" y="0"/>
                  </a:lnTo>
                  <a:cubicBezTo>
                    <a:pt x="281940" y="0"/>
                    <a:pt x="283845" y="1905"/>
                    <a:pt x="283845" y="4763"/>
                  </a:cubicBezTo>
                  <a:cubicBezTo>
                    <a:pt x="283845" y="6667"/>
                    <a:pt x="281940" y="9525"/>
                    <a:pt x="279083" y="952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1" name="Freeform 181"/>
            <p:cNvSpPr/>
            <p:nvPr/>
          </p:nvSpPr>
          <p:spPr>
            <a:xfrm>
              <a:off x="6057658" y="5633990"/>
              <a:ext cx="186690" cy="9525"/>
            </a:xfrm>
            <a:custGeom>
              <a:avLst/>
              <a:gdLst/>
              <a:ahLst/>
              <a:cxnLst/>
              <a:rect l="l" t="t" r="r" b="b"/>
              <a:pathLst>
                <a:path w="186690" h="9525">
                  <a:moveTo>
                    <a:pt x="181928" y="9525"/>
                  </a:moveTo>
                  <a:lnTo>
                    <a:pt x="4763" y="9525"/>
                  </a:lnTo>
                  <a:cubicBezTo>
                    <a:pt x="1905" y="9525"/>
                    <a:pt x="0" y="7620"/>
                    <a:pt x="0" y="4763"/>
                  </a:cubicBezTo>
                  <a:cubicBezTo>
                    <a:pt x="0" y="1905"/>
                    <a:pt x="1905" y="0"/>
                    <a:pt x="4763" y="0"/>
                  </a:cubicBezTo>
                  <a:lnTo>
                    <a:pt x="181928" y="0"/>
                  </a:lnTo>
                  <a:cubicBezTo>
                    <a:pt x="184785" y="0"/>
                    <a:pt x="186690" y="1905"/>
                    <a:pt x="186690" y="4763"/>
                  </a:cubicBezTo>
                  <a:cubicBezTo>
                    <a:pt x="186690" y="7620"/>
                    <a:pt x="184785" y="9525"/>
                    <a:pt x="181928" y="952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2" name="Freeform 182"/>
            <p:cNvSpPr/>
            <p:nvPr/>
          </p:nvSpPr>
          <p:spPr>
            <a:xfrm>
              <a:off x="5823344" y="6188344"/>
              <a:ext cx="9525" cy="49530"/>
            </a:xfrm>
            <a:custGeom>
              <a:avLst/>
              <a:gdLst/>
              <a:ahLst/>
              <a:cxnLst/>
              <a:rect l="l" t="t" r="r" b="b"/>
              <a:pathLst>
                <a:path w="9525" h="49530">
                  <a:moveTo>
                    <a:pt x="4763" y="49530"/>
                  </a:moveTo>
                  <a:cubicBezTo>
                    <a:pt x="1905" y="49530"/>
                    <a:pt x="0" y="47625"/>
                    <a:pt x="0" y="44768"/>
                  </a:cubicBezTo>
                  <a:lnTo>
                    <a:pt x="0" y="4763"/>
                  </a:lnTo>
                  <a:cubicBezTo>
                    <a:pt x="0" y="1905"/>
                    <a:pt x="1905" y="0"/>
                    <a:pt x="4763" y="0"/>
                  </a:cubicBezTo>
                  <a:cubicBezTo>
                    <a:pt x="7620" y="0"/>
                    <a:pt x="9525" y="1905"/>
                    <a:pt x="9525" y="4763"/>
                  </a:cubicBezTo>
                  <a:lnTo>
                    <a:pt x="9525" y="44768"/>
                  </a:lnTo>
                  <a:cubicBezTo>
                    <a:pt x="9525" y="46673"/>
                    <a:pt x="7620" y="49530"/>
                    <a:pt x="4763" y="49530"/>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3" name="Freeform 183"/>
            <p:cNvSpPr/>
            <p:nvPr/>
          </p:nvSpPr>
          <p:spPr>
            <a:xfrm>
              <a:off x="5126114" y="5312045"/>
              <a:ext cx="400050" cy="238124"/>
            </a:xfrm>
            <a:custGeom>
              <a:avLst/>
              <a:gdLst/>
              <a:ahLst/>
              <a:cxnLst/>
              <a:rect l="l" t="t" r="r" b="b"/>
              <a:pathLst>
                <a:path w="400050" h="238124">
                  <a:moveTo>
                    <a:pt x="395288" y="238125"/>
                  </a:moveTo>
                  <a:lnTo>
                    <a:pt x="4763" y="238125"/>
                  </a:lnTo>
                  <a:cubicBezTo>
                    <a:pt x="1905" y="238125"/>
                    <a:pt x="0" y="236220"/>
                    <a:pt x="0" y="233362"/>
                  </a:cubicBezTo>
                  <a:lnTo>
                    <a:pt x="0" y="4763"/>
                  </a:lnTo>
                  <a:cubicBezTo>
                    <a:pt x="0" y="1905"/>
                    <a:pt x="1905" y="0"/>
                    <a:pt x="4763" y="0"/>
                  </a:cubicBezTo>
                  <a:cubicBezTo>
                    <a:pt x="7620" y="0"/>
                    <a:pt x="9525" y="1905"/>
                    <a:pt x="9525" y="4763"/>
                  </a:cubicBezTo>
                  <a:lnTo>
                    <a:pt x="9525" y="228600"/>
                  </a:lnTo>
                  <a:lnTo>
                    <a:pt x="395288" y="228600"/>
                  </a:lnTo>
                  <a:cubicBezTo>
                    <a:pt x="398145" y="228600"/>
                    <a:pt x="400050" y="230505"/>
                    <a:pt x="400050" y="233362"/>
                  </a:cubicBezTo>
                  <a:cubicBezTo>
                    <a:pt x="400050" y="236220"/>
                    <a:pt x="398145" y="238125"/>
                    <a:pt x="395288" y="23812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4" name="Freeform 184"/>
            <p:cNvSpPr/>
            <p:nvPr/>
          </p:nvSpPr>
          <p:spPr>
            <a:xfrm>
              <a:off x="5169571" y="5336452"/>
              <a:ext cx="287416" cy="178474"/>
            </a:xfrm>
            <a:custGeom>
              <a:avLst/>
              <a:gdLst/>
              <a:ahLst/>
              <a:cxnLst/>
              <a:rect l="l" t="t" r="r" b="b"/>
              <a:pathLst>
                <a:path w="287416" h="178474">
                  <a:moveTo>
                    <a:pt x="4167" y="178475"/>
                  </a:moveTo>
                  <a:cubicBezTo>
                    <a:pt x="4167" y="178475"/>
                    <a:pt x="3215" y="178475"/>
                    <a:pt x="3215" y="178475"/>
                  </a:cubicBezTo>
                  <a:cubicBezTo>
                    <a:pt x="357" y="177522"/>
                    <a:pt x="-595" y="174665"/>
                    <a:pt x="357" y="172760"/>
                  </a:cubicBezTo>
                  <a:lnTo>
                    <a:pt x="357" y="172760"/>
                  </a:lnTo>
                  <a:cubicBezTo>
                    <a:pt x="1310" y="168950"/>
                    <a:pt x="26075" y="89892"/>
                    <a:pt x="85130" y="74652"/>
                  </a:cubicBezTo>
                  <a:cubicBezTo>
                    <a:pt x="117515" y="66080"/>
                    <a:pt x="127040" y="82272"/>
                    <a:pt x="135612" y="97512"/>
                  </a:cubicBezTo>
                  <a:cubicBezTo>
                    <a:pt x="144185" y="112752"/>
                    <a:pt x="150852" y="126087"/>
                    <a:pt x="177522" y="127040"/>
                  </a:cubicBezTo>
                  <a:lnTo>
                    <a:pt x="179427" y="127040"/>
                  </a:lnTo>
                  <a:cubicBezTo>
                    <a:pt x="234672" y="127040"/>
                    <a:pt x="277535" y="5120"/>
                    <a:pt x="278487" y="3215"/>
                  </a:cubicBezTo>
                  <a:cubicBezTo>
                    <a:pt x="279440" y="357"/>
                    <a:pt x="282297" y="-595"/>
                    <a:pt x="284202" y="357"/>
                  </a:cubicBezTo>
                  <a:cubicBezTo>
                    <a:pt x="287060" y="1310"/>
                    <a:pt x="288012" y="4167"/>
                    <a:pt x="287060" y="6072"/>
                  </a:cubicBezTo>
                  <a:cubicBezTo>
                    <a:pt x="285155" y="11787"/>
                    <a:pt x="241340" y="135612"/>
                    <a:pt x="179427" y="135612"/>
                  </a:cubicBezTo>
                  <a:lnTo>
                    <a:pt x="177522" y="135612"/>
                  </a:lnTo>
                  <a:cubicBezTo>
                    <a:pt x="145137" y="133707"/>
                    <a:pt x="135612" y="116562"/>
                    <a:pt x="127040" y="101322"/>
                  </a:cubicBezTo>
                  <a:cubicBezTo>
                    <a:pt x="118467" y="86082"/>
                    <a:pt x="113705" y="75605"/>
                    <a:pt x="87987" y="82272"/>
                  </a:cubicBezTo>
                  <a:cubicBezTo>
                    <a:pt x="34647" y="96560"/>
                    <a:pt x="10835" y="173712"/>
                    <a:pt x="9882" y="174665"/>
                  </a:cubicBezTo>
                  <a:cubicBezTo>
                    <a:pt x="7977" y="177522"/>
                    <a:pt x="6072" y="178475"/>
                    <a:pt x="4167" y="17847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5" name="Freeform 185"/>
            <p:cNvSpPr/>
            <p:nvPr/>
          </p:nvSpPr>
          <p:spPr>
            <a:xfrm>
              <a:off x="6090044" y="6090237"/>
              <a:ext cx="169544" cy="169545"/>
            </a:xfrm>
            <a:custGeom>
              <a:avLst/>
              <a:gdLst/>
              <a:ahLst/>
              <a:cxnLst/>
              <a:rect l="l" t="t" r="r" b="b"/>
              <a:pathLst>
                <a:path w="169544" h="169545">
                  <a:moveTo>
                    <a:pt x="84772" y="169545"/>
                  </a:moveTo>
                  <a:cubicBezTo>
                    <a:pt x="38100" y="169545"/>
                    <a:pt x="0" y="131445"/>
                    <a:pt x="0" y="84772"/>
                  </a:cubicBezTo>
                  <a:cubicBezTo>
                    <a:pt x="0" y="38100"/>
                    <a:pt x="38100" y="0"/>
                    <a:pt x="84772" y="0"/>
                  </a:cubicBezTo>
                  <a:cubicBezTo>
                    <a:pt x="131445" y="0"/>
                    <a:pt x="169545" y="38100"/>
                    <a:pt x="169545" y="84772"/>
                  </a:cubicBezTo>
                  <a:cubicBezTo>
                    <a:pt x="169545" y="84772"/>
                    <a:pt x="169545" y="84772"/>
                    <a:pt x="169545" y="84772"/>
                  </a:cubicBezTo>
                  <a:cubicBezTo>
                    <a:pt x="169545" y="131445"/>
                    <a:pt x="131445" y="169545"/>
                    <a:pt x="84772" y="169545"/>
                  </a:cubicBezTo>
                  <a:close/>
                  <a:moveTo>
                    <a:pt x="84772" y="9525"/>
                  </a:moveTo>
                  <a:cubicBezTo>
                    <a:pt x="42863" y="9525"/>
                    <a:pt x="9525" y="42863"/>
                    <a:pt x="9525" y="84772"/>
                  </a:cubicBezTo>
                  <a:cubicBezTo>
                    <a:pt x="9525" y="126682"/>
                    <a:pt x="42863" y="160020"/>
                    <a:pt x="84772" y="160020"/>
                  </a:cubicBezTo>
                  <a:cubicBezTo>
                    <a:pt x="126682" y="160020"/>
                    <a:pt x="160020" y="126682"/>
                    <a:pt x="160020" y="84772"/>
                  </a:cubicBezTo>
                  <a:cubicBezTo>
                    <a:pt x="160020" y="84772"/>
                    <a:pt x="160020" y="84772"/>
                    <a:pt x="160020" y="84772"/>
                  </a:cubicBezTo>
                  <a:cubicBezTo>
                    <a:pt x="160020" y="42863"/>
                    <a:pt x="126682" y="9525"/>
                    <a:pt x="84772" y="952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6" name="Freeform 186"/>
            <p:cNvSpPr/>
            <p:nvPr/>
          </p:nvSpPr>
          <p:spPr>
            <a:xfrm>
              <a:off x="6170054" y="6090237"/>
              <a:ext cx="75333" cy="134302"/>
            </a:xfrm>
            <a:custGeom>
              <a:avLst/>
              <a:gdLst/>
              <a:ahLst/>
              <a:cxnLst/>
              <a:rect l="l" t="t" r="r" b="b"/>
              <a:pathLst>
                <a:path w="75333" h="134302">
                  <a:moveTo>
                    <a:pt x="70485" y="134302"/>
                  </a:moveTo>
                  <a:cubicBezTo>
                    <a:pt x="69533" y="134302"/>
                    <a:pt x="68580" y="134302"/>
                    <a:pt x="67628" y="133350"/>
                  </a:cubicBezTo>
                  <a:lnTo>
                    <a:pt x="1905" y="88582"/>
                  </a:lnTo>
                  <a:cubicBezTo>
                    <a:pt x="953" y="87630"/>
                    <a:pt x="0" y="86677"/>
                    <a:pt x="0" y="84772"/>
                  </a:cubicBezTo>
                  <a:lnTo>
                    <a:pt x="0" y="4763"/>
                  </a:lnTo>
                  <a:cubicBezTo>
                    <a:pt x="0" y="1905"/>
                    <a:pt x="1905" y="0"/>
                    <a:pt x="4763" y="0"/>
                  </a:cubicBezTo>
                  <a:cubicBezTo>
                    <a:pt x="7620" y="0"/>
                    <a:pt x="9525" y="1905"/>
                    <a:pt x="9525" y="4763"/>
                  </a:cubicBezTo>
                  <a:lnTo>
                    <a:pt x="9525" y="81915"/>
                  </a:lnTo>
                  <a:lnTo>
                    <a:pt x="73342" y="125730"/>
                  </a:lnTo>
                  <a:cubicBezTo>
                    <a:pt x="75247" y="127635"/>
                    <a:pt x="76200" y="130492"/>
                    <a:pt x="74295" y="132397"/>
                  </a:cubicBezTo>
                  <a:cubicBezTo>
                    <a:pt x="74295" y="134302"/>
                    <a:pt x="72390" y="134302"/>
                    <a:pt x="70485" y="134302"/>
                  </a:cubicBezTo>
                  <a:lnTo>
                    <a:pt x="70485" y="134302"/>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7" name="Freeform 187"/>
            <p:cNvSpPr/>
            <p:nvPr/>
          </p:nvSpPr>
          <p:spPr>
            <a:xfrm>
              <a:off x="6095511" y="6169999"/>
              <a:ext cx="85268" cy="26917"/>
            </a:xfrm>
            <a:custGeom>
              <a:avLst/>
              <a:gdLst/>
              <a:ahLst/>
              <a:cxnLst/>
              <a:rect l="l" t="t" r="r" b="b"/>
              <a:pathLst>
                <a:path w="85268" h="26917">
                  <a:moveTo>
                    <a:pt x="5010" y="26918"/>
                  </a:moveTo>
                  <a:cubicBezTo>
                    <a:pt x="3105" y="26918"/>
                    <a:pt x="1200" y="25013"/>
                    <a:pt x="248" y="23108"/>
                  </a:cubicBezTo>
                  <a:cubicBezTo>
                    <a:pt x="-705" y="20250"/>
                    <a:pt x="1200" y="18345"/>
                    <a:pt x="4058" y="17393"/>
                  </a:cubicBezTo>
                  <a:cubicBezTo>
                    <a:pt x="4058" y="17393"/>
                    <a:pt x="4058" y="17393"/>
                    <a:pt x="4058" y="17393"/>
                  </a:cubicBezTo>
                  <a:lnTo>
                    <a:pt x="79305" y="248"/>
                  </a:lnTo>
                  <a:cubicBezTo>
                    <a:pt x="82163" y="-705"/>
                    <a:pt x="85020" y="1200"/>
                    <a:pt x="85020" y="4058"/>
                  </a:cubicBezTo>
                  <a:cubicBezTo>
                    <a:pt x="85973" y="6915"/>
                    <a:pt x="84068" y="9773"/>
                    <a:pt x="81210" y="9773"/>
                  </a:cubicBezTo>
                  <a:lnTo>
                    <a:pt x="5963" y="26918"/>
                  </a:lnTo>
                  <a:lnTo>
                    <a:pt x="5010" y="26918"/>
                  </a:ln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8" name="Freeform 188"/>
            <p:cNvSpPr/>
            <p:nvPr/>
          </p:nvSpPr>
          <p:spPr>
            <a:xfrm>
              <a:off x="5298516" y="6178819"/>
              <a:ext cx="123825" cy="9525"/>
            </a:xfrm>
            <a:custGeom>
              <a:avLst/>
              <a:gdLst/>
              <a:ahLst/>
              <a:cxnLst/>
              <a:rect l="l" t="t" r="r" b="b"/>
              <a:pathLst>
                <a:path w="123825" h="9525">
                  <a:moveTo>
                    <a:pt x="119063" y="9525"/>
                  </a:moveTo>
                  <a:lnTo>
                    <a:pt x="4763" y="9525"/>
                  </a:lnTo>
                  <a:cubicBezTo>
                    <a:pt x="1905" y="9525"/>
                    <a:pt x="0" y="7620"/>
                    <a:pt x="0" y="4763"/>
                  </a:cubicBezTo>
                  <a:cubicBezTo>
                    <a:pt x="0" y="1905"/>
                    <a:pt x="1905" y="0"/>
                    <a:pt x="4763" y="0"/>
                  </a:cubicBezTo>
                  <a:lnTo>
                    <a:pt x="119063" y="0"/>
                  </a:lnTo>
                  <a:cubicBezTo>
                    <a:pt x="121920" y="0"/>
                    <a:pt x="123825" y="1905"/>
                    <a:pt x="123825" y="4763"/>
                  </a:cubicBezTo>
                  <a:cubicBezTo>
                    <a:pt x="123825" y="7620"/>
                    <a:pt x="121920" y="9525"/>
                    <a:pt x="119063" y="952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89" name="Freeform 189"/>
            <p:cNvSpPr/>
            <p:nvPr/>
          </p:nvSpPr>
          <p:spPr>
            <a:xfrm>
              <a:off x="5298516" y="6228350"/>
              <a:ext cx="81914" cy="9525"/>
            </a:xfrm>
            <a:custGeom>
              <a:avLst/>
              <a:gdLst/>
              <a:ahLst/>
              <a:cxnLst/>
              <a:rect l="l" t="t" r="r" b="b"/>
              <a:pathLst>
                <a:path w="81914" h="9525">
                  <a:moveTo>
                    <a:pt x="77152" y="9525"/>
                  </a:moveTo>
                  <a:lnTo>
                    <a:pt x="4763" y="9525"/>
                  </a:lnTo>
                  <a:cubicBezTo>
                    <a:pt x="1905" y="9525"/>
                    <a:pt x="0" y="7620"/>
                    <a:pt x="0" y="4763"/>
                  </a:cubicBezTo>
                  <a:cubicBezTo>
                    <a:pt x="0" y="1905"/>
                    <a:pt x="1905" y="0"/>
                    <a:pt x="4763" y="0"/>
                  </a:cubicBezTo>
                  <a:lnTo>
                    <a:pt x="77152" y="0"/>
                  </a:lnTo>
                  <a:cubicBezTo>
                    <a:pt x="80010" y="0"/>
                    <a:pt x="81915" y="1905"/>
                    <a:pt x="81915" y="4763"/>
                  </a:cubicBezTo>
                  <a:cubicBezTo>
                    <a:pt x="81915" y="6667"/>
                    <a:pt x="80010" y="9525"/>
                    <a:pt x="77152" y="9525"/>
                  </a:cubicBezTo>
                  <a:close/>
                </a:path>
              </a:pathLst>
            </a:custGeom>
            <a:solidFill>
              <a:srgbClr val="D1D3D4"/>
            </a:solidFill>
            <a:ln cap="flat">
              <a:prstDash val="solid"/>
            </a:ln>
          </p:spPr>
          <p:txBody>
            <a:bodyPr vert="horz" lIns="91440" tIns="45720" rIns="91440" bIns="45720" anchor="ctr">
              <a:spAutoFit/>
            </a:bodyPr>
            <a:lstStyle/>
            <a:p>
              <a:pPr marL="0" algn="l"/>
              <a:endParaRPr/>
            </a:p>
          </p:txBody>
        </p:sp>
        <p:sp>
          <p:nvSpPr>
            <p:cNvPr id="190" name="Freeform 190"/>
            <p:cNvSpPr/>
            <p:nvPr/>
          </p:nvSpPr>
          <p:spPr>
            <a:xfrm>
              <a:off x="6435247" y="5196732"/>
              <a:ext cx="414549" cy="374523"/>
            </a:xfrm>
            <a:custGeom>
              <a:avLst/>
              <a:gdLst/>
              <a:ahLst/>
              <a:cxnLst/>
              <a:rect l="l" t="t" r="r" b="b"/>
              <a:pathLst>
                <a:path w="414549" h="374523">
                  <a:moveTo>
                    <a:pt x="99614" y="349627"/>
                  </a:moveTo>
                  <a:cubicBezTo>
                    <a:pt x="87232" y="341055"/>
                    <a:pt x="80564" y="325815"/>
                    <a:pt x="82469" y="310575"/>
                  </a:cubicBezTo>
                  <a:cubicBezTo>
                    <a:pt x="67229" y="314385"/>
                    <a:pt x="51037" y="306765"/>
                    <a:pt x="43417" y="292477"/>
                  </a:cubicBezTo>
                  <a:cubicBezTo>
                    <a:pt x="36749" y="278190"/>
                    <a:pt x="34844" y="261997"/>
                    <a:pt x="37702" y="246757"/>
                  </a:cubicBezTo>
                  <a:cubicBezTo>
                    <a:pt x="4364" y="230565"/>
                    <a:pt x="-8971" y="190560"/>
                    <a:pt x="6269" y="157222"/>
                  </a:cubicBezTo>
                  <a:cubicBezTo>
                    <a:pt x="13889" y="141982"/>
                    <a:pt x="27224" y="129600"/>
                    <a:pt x="43417" y="123885"/>
                  </a:cubicBezTo>
                  <a:cubicBezTo>
                    <a:pt x="39607" y="121980"/>
                    <a:pt x="35797" y="118170"/>
                    <a:pt x="34844" y="113407"/>
                  </a:cubicBezTo>
                  <a:cubicBezTo>
                    <a:pt x="26272" y="84832"/>
                    <a:pt x="43417" y="51495"/>
                    <a:pt x="70087" y="37207"/>
                  </a:cubicBezTo>
                  <a:cubicBezTo>
                    <a:pt x="97709" y="23872"/>
                    <a:pt x="129142" y="22920"/>
                    <a:pt x="157717" y="34350"/>
                  </a:cubicBezTo>
                  <a:cubicBezTo>
                    <a:pt x="155812" y="26730"/>
                    <a:pt x="159622" y="18157"/>
                    <a:pt x="165337" y="13395"/>
                  </a:cubicBezTo>
                  <a:cubicBezTo>
                    <a:pt x="172004" y="8632"/>
                    <a:pt x="178672" y="5775"/>
                    <a:pt x="187244" y="4822"/>
                  </a:cubicBezTo>
                  <a:cubicBezTo>
                    <a:pt x="226297" y="-3750"/>
                    <a:pt x="266302" y="-893"/>
                    <a:pt x="303449" y="13395"/>
                  </a:cubicBezTo>
                  <a:cubicBezTo>
                    <a:pt x="321547" y="20062"/>
                    <a:pt x="340597" y="33397"/>
                    <a:pt x="338692" y="52447"/>
                  </a:cubicBezTo>
                  <a:cubicBezTo>
                    <a:pt x="370124" y="46732"/>
                    <a:pt x="400604" y="68640"/>
                    <a:pt x="405367" y="100072"/>
                  </a:cubicBezTo>
                  <a:cubicBezTo>
                    <a:pt x="408224" y="116265"/>
                    <a:pt x="403462" y="132457"/>
                    <a:pt x="393937" y="145792"/>
                  </a:cubicBezTo>
                  <a:cubicBezTo>
                    <a:pt x="420607" y="171510"/>
                    <a:pt x="421559" y="214372"/>
                    <a:pt x="395842" y="241042"/>
                  </a:cubicBezTo>
                  <a:cubicBezTo>
                    <a:pt x="387269" y="250567"/>
                    <a:pt x="375839" y="257235"/>
                    <a:pt x="362504" y="260092"/>
                  </a:cubicBezTo>
                  <a:cubicBezTo>
                    <a:pt x="363457" y="255330"/>
                    <a:pt x="370124" y="259140"/>
                    <a:pt x="372029" y="263902"/>
                  </a:cubicBezTo>
                  <a:cubicBezTo>
                    <a:pt x="383459" y="292477"/>
                    <a:pt x="362504" y="326767"/>
                    <a:pt x="335834" y="342960"/>
                  </a:cubicBezTo>
                  <a:cubicBezTo>
                    <a:pt x="309164" y="359152"/>
                    <a:pt x="269159" y="362010"/>
                    <a:pt x="247252" y="340102"/>
                  </a:cubicBezTo>
                  <a:cubicBezTo>
                    <a:pt x="247252" y="355342"/>
                    <a:pt x="236774" y="368677"/>
                    <a:pt x="222487" y="372487"/>
                  </a:cubicBezTo>
                  <a:cubicBezTo>
                    <a:pt x="208199" y="375345"/>
                    <a:pt x="192959" y="375345"/>
                    <a:pt x="177719" y="371535"/>
                  </a:cubicBezTo>
                  <a:cubicBezTo>
                    <a:pt x="163432" y="368677"/>
                    <a:pt x="150097" y="361057"/>
                    <a:pt x="135809" y="357247"/>
                  </a:cubicBezTo>
                  <a:cubicBezTo>
                    <a:pt x="124379" y="354390"/>
                    <a:pt x="111997" y="358200"/>
                    <a:pt x="99614" y="349627"/>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91" name="Freeform 191"/>
            <p:cNvSpPr/>
            <p:nvPr/>
          </p:nvSpPr>
          <p:spPr>
            <a:xfrm>
              <a:off x="6429938" y="5192922"/>
              <a:ext cx="426072" cy="382964"/>
            </a:xfrm>
            <a:custGeom>
              <a:avLst/>
              <a:gdLst/>
              <a:ahLst/>
              <a:cxnLst/>
              <a:rect l="l" t="t" r="r" b="b"/>
              <a:pathLst>
                <a:path w="426072" h="382964">
                  <a:moveTo>
                    <a:pt x="211603" y="382965"/>
                  </a:moveTo>
                  <a:cubicBezTo>
                    <a:pt x="202078" y="382965"/>
                    <a:pt x="192553" y="381060"/>
                    <a:pt x="183028" y="379155"/>
                  </a:cubicBezTo>
                  <a:cubicBezTo>
                    <a:pt x="175408" y="377250"/>
                    <a:pt x="167788" y="374392"/>
                    <a:pt x="160168" y="371535"/>
                  </a:cubicBezTo>
                  <a:cubicBezTo>
                    <a:pt x="153501" y="368677"/>
                    <a:pt x="147786" y="366772"/>
                    <a:pt x="141118" y="364867"/>
                  </a:cubicBezTo>
                  <a:cubicBezTo>
                    <a:pt x="136356" y="363915"/>
                    <a:pt x="132546" y="363915"/>
                    <a:pt x="127783" y="363915"/>
                  </a:cubicBezTo>
                  <a:cubicBezTo>
                    <a:pt x="118258" y="364867"/>
                    <a:pt x="108733" y="362010"/>
                    <a:pt x="101113" y="357247"/>
                  </a:cubicBezTo>
                  <a:lnTo>
                    <a:pt x="101113" y="357247"/>
                  </a:lnTo>
                  <a:cubicBezTo>
                    <a:pt x="89683" y="348675"/>
                    <a:pt x="82063" y="335340"/>
                    <a:pt x="82063" y="320100"/>
                  </a:cubicBezTo>
                  <a:cubicBezTo>
                    <a:pt x="65871" y="321052"/>
                    <a:pt x="51583" y="312480"/>
                    <a:pt x="43963" y="298192"/>
                  </a:cubicBezTo>
                  <a:cubicBezTo>
                    <a:pt x="37296" y="283905"/>
                    <a:pt x="34438" y="268665"/>
                    <a:pt x="37296" y="253425"/>
                  </a:cubicBezTo>
                  <a:cubicBezTo>
                    <a:pt x="3006" y="234375"/>
                    <a:pt x="-10329" y="190560"/>
                    <a:pt x="8721" y="156270"/>
                  </a:cubicBezTo>
                  <a:cubicBezTo>
                    <a:pt x="15388" y="143887"/>
                    <a:pt x="25866" y="133410"/>
                    <a:pt x="39200" y="126742"/>
                  </a:cubicBezTo>
                  <a:cubicBezTo>
                    <a:pt x="37296" y="124837"/>
                    <a:pt x="36343" y="121980"/>
                    <a:pt x="35391" y="119122"/>
                  </a:cubicBezTo>
                  <a:cubicBezTo>
                    <a:pt x="26818" y="90547"/>
                    <a:pt x="43011" y="54352"/>
                    <a:pt x="72538" y="37207"/>
                  </a:cubicBezTo>
                  <a:cubicBezTo>
                    <a:pt x="99208" y="23872"/>
                    <a:pt x="129688" y="21967"/>
                    <a:pt x="157311" y="31492"/>
                  </a:cubicBezTo>
                  <a:cubicBezTo>
                    <a:pt x="158263" y="24825"/>
                    <a:pt x="162073" y="18157"/>
                    <a:pt x="167788" y="14347"/>
                  </a:cubicBezTo>
                  <a:cubicBezTo>
                    <a:pt x="174456" y="9585"/>
                    <a:pt x="183028" y="5775"/>
                    <a:pt x="191601" y="4822"/>
                  </a:cubicBezTo>
                  <a:cubicBezTo>
                    <a:pt x="231606" y="-3750"/>
                    <a:pt x="272563" y="-893"/>
                    <a:pt x="310663" y="13395"/>
                  </a:cubicBezTo>
                  <a:cubicBezTo>
                    <a:pt x="333523" y="21967"/>
                    <a:pt x="347810" y="36255"/>
                    <a:pt x="349716" y="51495"/>
                  </a:cubicBezTo>
                  <a:cubicBezTo>
                    <a:pt x="384006" y="48637"/>
                    <a:pt x="414485" y="75307"/>
                    <a:pt x="417343" y="109597"/>
                  </a:cubicBezTo>
                  <a:cubicBezTo>
                    <a:pt x="418296" y="123885"/>
                    <a:pt x="414485" y="137220"/>
                    <a:pt x="406866" y="148650"/>
                  </a:cubicBezTo>
                  <a:cubicBezTo>
                    <a:pt x="433535" y="178177"/>
                    <a:pt x="432583" y="222945"/>
                    <a:pt x="403056" y="250567"/>
                  </a:cubicBezTo>
                  <a:cubicBezTo>
                    <a:pt x="397341" y="256282"/>
                    <a:pt x="390673" y="260092"/>
                    <a:pt x="383053" y="263902"/>
                  </a:cubicBezTo>
                  <a:cubicBezTo>
                    <a:pt x="383053" y="263902"/>
                    <a:pt x="384006" y="264855"/>
                    <a:pt x="384006" y="265807"/>
                  </a:cubicBezTo>
                  <a:cubicBezTo>
                    <a:pt x="396388" y="298192"/>
                    <a:pt x="373528" y="334387"/>
                    <a:pt x="344953" y="350580"/>
                  </a:cubicBezTo>
                  <a:cubicBezTo>
                    <a:pt x="319236" y="365820"/>
                    <a:pt x="283041" y="370582"/>
                    <a:pt x="258276" y="353437"/>
                  </a:cubicBezTo>
                  <a:cubicBezTo>
                    <a:pt x="254466" y="366772"/>
                    <a:pt x="243988" y="377250"/>
                    <a:pt x="230653" y="381060"/>
                  </a:cubicBezTo>
                  <a:cubicBezTo>
                    <a:pt x="223986" y="382965"/>
                    <a:pt x="218271" y="382965"/>
                    <a:pt x="211603" y="382965"/>
                  </a:cubicBezTo>
                  <a:close/>
                  <a:moveTo>
                    <a:pt x="87778" y="308670"/>
                  </a:moveTo>
                  <a:cubicBezTo>
                    <a:pt x="88731" y="308670"/>
                    <a:pt x="89683" y="308670"/>
                    <a:pt x="90636" y="309622"/>
                  </a:cubicBezTo>
                  <a:cubicBezTo>
                    <a:pt x="91588" y="310575"/>
                    <a:pt x="92541" y="312480"/>
                    <a:pt x="92541" y="313432"/>
                  </a:cubicBezTo>
                  <a:cubicBezTo>
                    <a:pt x="91588" y="326767"/>
                    <a:pt x="97303" y="340102"/>
                    <a:pt x="107781" y="347722"/>
                  </a:cubicBezTo>
                  <a:lnTo>
                    <a:pt x="107781" y="347722"/>
                  </a:lnTo>
                  <a:cubicBezTo>
                    <a:pt x="114448" y="351532"/>
                    <a:pt x="122068" y="353437"/>
                    <a:pt x="129688" y="353437"/>
                  </a:cubicBezTo>
                  <a:cubicBezTo>
                    <a:pt x="134451" y="353437"/>
                    <a:pt x="139213" y="354390"/>
                    <a:pt x="144928" y="355342"/>
                  </a:cubicBezTo>
                  <a:cubicBezTo>
                    <a:pt x="151596" y="357247"/>
                    <a:pt x="159216" y="359152"/>
                    <a:pt x="165883" y="362010"/>
                  </a:cubicBezTo>
                  <a:cubicBezTo>
                    <a:pt x="172551" y="364867"/>
                    <a:pt x="179218" y="367725"/>
                    <a:pt x="186838" y="368677"/>
                  </a:cubicBezTo>
                  <a:cubicBezTo>
                    <a:pt x="200173" y="372487"/>
                    <a:pt x="214461" y="373440"/>
                    <a:pt x="228748" y="369630"/>
                  </a:cubicBezTo>
                  <a:cubicBezTo>
                    <a:pt x="241131" y="366772"/>
                    <a:pt x="249703" y="355342"/>
                    <a:pt x="250656" y="342960"/>
                  </a:cubicBezTo>
                  <a:cubicBezTo>
                    <a:pt x="250656" y="341055"/>
                    <a:pt x="251608" y="339150"/>
                    <a:pt x="253513" y="338197"/>
                  </a:cubicBezTo>
                  <a:cubicBezTo>
                    <a:pt x="255418" y="337245"/>
                    <a:pt x="257323" y="337245"/>
                    <a:pt x="259228" y="339150"/>
                  </a:cubicBezTo>
                  <a:cubicBezTo>
                    <a:pt x="280183" y="360105"/>
                    <a:pt x="317331" y="356295"/>
                    <a:pt x="342096" y="342007"/>
                  </a:cubicBezTo>
                  <a:cubicBezTo>
                    <a:pt x="366860" y="326767"/>
                    <a:pt x="386863" y="295335"/>
                    <a:pt x="376385" y="268665"/>
                  </a:cubicBezTo>
                  <a:cubicBezTo>
                    <a:pt x="376385" y="267712"/>
                    <a:pt x="375433" y="267712"/>
                    <a:pt x="375433" y="266760"/>
                  </a:cubicBezTo>
                  <a:lnTo>
                    <a:pt x="372576" y="267712"/>
                  </a:lnTo>
                  <a:cubicBezTo>
                    <a:pt x="370671" y="267712"/>
                    <a:pt x="368766" y="267712"/>
                    <a:pt x="367813" y="266760"/>
                  </a:cubicBezTo>
                  <a:cubicBezTo>
                    <a:pt x="366860" y="265807"/>
                    <a:pt x="365908" y="263902"/>
                    <a:pt x="366860" y="261997"/>
                  </a:cubicBezTo>
                  <a:cubicBezTo>
                    <a:pt x="367813" y="259140"/>
                    <a:pt x="370671" y="256282"/>
                    <a:pt x="373528" y="256282"/>
                  </a:cubicBezTo>
                  <a:cubicBezTo>
                    <a:pt x="374481" y="256282"/>
                    <a:pt x="375433" y="256282"/>
                    <a:pt x="376385" y="256282"/>
                  </a:cubicBezTo>
                  <a:cubicBezTo>
                    <a:pt x="395435" y="249615"/>
                    <a:pt x="410676" y="233422"/>
                    <a:pt x="416391" y="213420"/>
                  </a:cubicBezTo>
                  <a:cubicBezTo>
                    <a:pt x="422106" y="191512"/>
                    <a:pt x="415438" y="167700"/>
                    <a:pt x="399246" y="152460"/>
                  </a:cubicBezTo>
                  <a:cubicBezTo>
                    <a:pt x="397341" y="150555"/>
                    <a:pt x="397341" y="147697"/>
                    <a:pt x="398293" y="145792"/>
                  </a:cubicBezTo>
                  <a:cubicBezTo>
                    <a:pt x="416391" y="121980"/>
                    <a:pt x="411628" y="88642"/>
                    <a:pt x="388768" y="70545"/>
                  </a:cubicBezTo>
                  <a:cubicBezTo>
                    <a:pt x="377338" y="61972"/>
                    <a:pt x="362098" y="58162"/>
                    <a:pt x="347810" y="60067"/>
                  </a:cubicBezTo>
                  <a:cubicBezTo>
                    <a:pt x="344953" y="60067"/>
                    <a:pt x="343048" y="58162"/>
                    <a:pt x="342096" y="56257"/>
                  </a:cubicBezTo>
                  <a:cubicBezTo>
                    <a:pt x="342096" y="56257"/>
                    <a:pt x="342096" y="55305"/>
                    <a:pt x="342096" y="55305"/>
                  </a:cubicBezTo>
                  <a:cubicBezTo>
                    <a:pt x="343048" y="40065"/>
                    <a:pt x="325903" y="27682"/>
                    <a:pt x="309711" y="21015"/>
                  </a:cubicBezTo>
                  <a:cubicBezTo>
                    <a:pt x="273516" y="7680"/>
                    <a:pt x="233511" y="4822"/>
                    <a:pt x="196363" y="12442"/>
                  </a:cubicBezTo>
                  <a:cubicBezTo>
                    <a:pt x="189696" y="13395"/>
                    <a:pt x="183028" y="16252"/>
                    <a:pt x="177313" y="20062"/>
                  </a:cubicBezTo>
                  <a:cubicBezTo>
                    <a:pt x="172551" y="23872"/>
                    <a:pt x="169693" y="29587"/>
                    <a:pt x="170646" y="35302"/>
                  </a:cubicBezTo>
                  <a:cubicBezTo>
                    <a:pt x="171598" y="37207"/>
                    <a:pt x="170646" y="39112"/>
                    <a:pt x="169693" y="40065"/>
                  </a:cubicBezTo>
                  <a:cubicBezTo>
                    <a:pt x="168741" y="41017"/>
                    <a:pt x="166836" y="41970"/>
                    <a:pt x="164931" y="41017"/>
                  </a:cubicBezTo>
                  <a:cubicBezTo>
                    <a:pt x="138261" y="29587"/>
                    <a:pt x="107781" y="30540"/>
                    <a:pt x="81111" y="42922"/>
                  </a:cubicBezTo>
                  <a:cubicBezTo>
                    <a:pt x="55393" y="57210"/>
                    <a:pt x="41106" y="87690"/>
                    <a:pt x="48725" y="113407"/>
                  </a:cubicBezTo>
                  <a:cubicBezTo>
                    <a:pt x="49678" y="115312"/>
                    <a:pt x="50631" y="120075"/>
                    <a:pt x="53488" y="121027"/>
                  </a:cubicBezTo>
                  <a:cubicBezTo>
                    <a:pt x="55393" y="121980"/>
                    <a:pt x="57298" y="122932"/>
                    <a:pt x="57298" y="125790"/>
                  </a:cubicBezTo>
                  <a:cubicBezTo>
                    <a:pt x="57298" y="127695"/>
                    <a:pt x="56346" y="129600"/>
                    <a:pt x="54441" y="130552"/>
                  </a:cubicBezTo>
                  <a:cubicBezTo>
                    <a:pt x="22056" y="141982"/>
                    <a:pt x="5863" y="178177"/>
                    <a:pt x="18246" y="210562"/>
                  </a:cubicBezTo>
                  <a:cubicBezTo>
                    <a:pt x="23961" y="225802"/>
                    <a:pt x="35391" y="238185"/>
                    <a:pt x="49678" y="244852"/>
                  </a:cubicBezTo>
                  <a:cubicBezTo>
                    <a:pt x="51583" y="245805"/>
                    <a:pt x="52536" y="247710"/>
                    <a:pt x="52536" y="249615"/>
                  </a:cubicBezTo>
                  <a:cubicBezTo>
                    <a:pt x="49678" y="263902"/>
                    <a:pt x="50631" y="279142"/>
                    <a:pt x="57298" y="291525"/>
                  </a:cubicBezTo>
                  <a:cubicBezTo>
                    <a:pt x="63966" y="303907"/>
                    <a:pt x="77300" y="310575"/>
                    <a:pt x="90636" y="307717"/>
                  </a:cubicBezTo>
                  <a:cubicBezTo>
                    <a:pt x="86825" y="309622"/>
                    <a:pt x="86825" y="309622"/>
                    <a:pt x="87778" y="308670"/>
                  </a:cubicBezTo>
                  <a:lnTo>
                    <a:pt x="87778" y="30867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92" name="Freeform 192"/>
            <p:cNvSpPr/>
            <p:nvPr/>
          </p:nvSpPr>
          <p:spPr>
            <a:xfrm>
              <a:off x="6285010" y="5659707"/>
              <a:ext cx="190795" cy="495116"/>
            </a:xfrm>
            <a:custGeom>
              <a:avLst/>
              <a:gdLst/>
              <a:ahLst/>
              <a:cxnLst/>
              <a:rect l="l" t="t" r="r" b="b"/>
              <a:pathLst>
                <a:path w="190795" h="495116">
                  <a:moveTo>
                    <a:pt x="190796" y="0"/>
                  </a:moveTo>
                  <a:cubicBezTo>
                    <a:pt x="190796" y="0"/>
                    <a:pt x="26013" y="296228"/>
                    <a:pt x="3153" y="347663"/>
                  </a:cubicBezTo>
                  <a:cubicBezTo>
                    <a:pt x="-18754" y="399098"/>
                    <a:pt x="79353" y="520065"/>
                    <a:pt x="116501" y="490538"/>
                  </a:cubicBezTo>
                  <a:cubicBezTo>
                    <a:pt x="155553" y="461963"/>
                    <a:pt x="190796" y="0"/>
                    <a:pt x="190796" y="0"/>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193" name="Freeform 193"/>
            <p:cNvSpPr/>
            <p:nvPr/>
          </p:nvSpPr>
          <p:spPr>
            <a:xfrm>
              <a:off x="6766319" y="7157037"/>
              <a:ext cx="145211" cy="213359"/>
            </a:xfrm>
            <a:custGeom>
              <a:avLst/>
              <a:gdLst/>
              <a:ahLst/>
              <a:cxnLst/>
              <a:rect l="l" t="t" r="r" b="b"/>
              <a:pathLst>
                <a:path w="145211" h="213359">
                  <a:moveTo>
                    <a:pt x="25717" y="47625"/>
                  </a:moveTo>
                  <a:cubicBezTo>
                    <a:pt x="25717" y="47625"/>
                    <a:pt x="32385" y="91440"/>
                    <a:pt x="22860" y="107633"/>
                  </a:cubicBezTo>
                  <a:cubicBezTo>
                    <a:pt x="9525" y="131445"/>
                    <a:pt x="1905" y="158115"/>
                    <a:pt x="0" y="184785"/>
                  </a:cubicBezTo>
                  <a:cubicBezTo>
                    <a:pt x="15240" y="202883"/>
                    <a:pt x="38100" y="213360"/>
                    <a:pt x="61913" y="213360"/>
                  </a:cubicBezTo>
                  <a:cubicBezTo>
                    <a:pt x="100965" y="213360"/>
                    <a:pt x="140017" y="182880"/>
                    <a:pt x="144780" y="168592"/>
                  </a:cubicBezTo>
                  <a:cubicBezTo>
                    <a:pt x="149542" y="154305"/>
                    <a:pt x="113347" y="0"/>
                    <a:pt x="113347" y="0"/>
                  </a:cubicBezTo>
                  <a:lnTo>
                    <a:pt x="25717" y="47625"/>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94" name="Freeform 194"/>
            <p:cNvSpPr/>
            <p:nvPr/>
          </p:nvSpPr>
          <p:spPr>
            <a:xfrm>
              <a:off x="6761556" y="7153465"/>
              <a:ext cx="153855" cy="221694"/>
            </a:xfrm>
            <a:custGeom>
              <a:avLst/>
              <a:gdLst/>
              <a:ahLst/>
              <a:cxnLst/>
              <a:rect l="l" t="t" r="r" b="b"/>
              <a:pathLst>
                <a:path w="153855" h="221694">
                  <a:moveTo>
                    <a:pt x="66675" y="221694"/>
                  </a:moveTo>
                  <a:cubicBezTo>
                    <a:pt x="41910" y="221694"/>
                    <a:pt x="18097" y="210264"/>
                    <a:pt x="953" y="191214"/>
                  </a:cubicBezTo>
                  <a:cubicBezTo>
                    <a:pt x="0" y="190262"/>
                    <a:pt x="0" y="189309"/>
                    <a:pt x="0" y="188357"/>
                  </a:cubicBezTo>
                  <a:cubicBezTo>
                    <a:pt x="1905" y="160734"/>
                    <a:pt x="9525" y="134064"/>
                    <a:pt x="23813" y="109299"/>
                  </a:cubicBezTo>
                  <a:cubicBezTo>
                    <a:pt x="31432" y="96917"/>
                    <a:pt x="28575" y="63579"/>
                    <a:pt x="26670" y="52149"/>
                  </a:cubicBezTo>
                  <a:cubicBezTo>
                    <a:pt x="26670" y="50244"/>
                    <a:pt x="27622" y="48339"/>
                    <a:pt x="28575" y="47387"/>
                  </a:cubicBezTo>
                  <a:lnTo>
                    <a:pt x="115253" y="714"/>
                  </a:lnTo>
                  <a:cubicBezTo>
                    <a:pt x="116205" y="-238"/>
                    <a:pt x="118110" y="-238"/>
                    <a:pt x="119063" y="714"/>
                  </a:cubicBezTo>
                  <a:cubicBezTo>
                    <a:pt x="120015" y="1667"/>
                    <a:pt x="120967" y="2619"/>
                    <a:pt x="121920" y="3572"/>
                  </a:cubicBezTo>
                  <a:cubicBezTo>
                    <a:pt x="127635" y="29289"/>
                    <a:pt x="158115" y="159782"/>
                    <a:pt x="153353" y="174069"/>
                  </a:cubicBezTo>
                  <a:cubicBezTo>
                    <a:pt x="149542" y="189309"/>
                    <a:pt x="107632" y="221694"/>
                    <a:pt x="66675" y="221694"/>
                  </a:cubicBezTo>
                  <a:close/>
                  <a:moveTo>
                    <a:pt x="9525" y="187404"/>
                  </a:moveTo>
                  <a:cubicBezTo>
                    <a:pt x="23813" y="203597"/>
                    <a:pt x="44767" y="213122"/>
                    <a:pt x="66675" y="213122"/>
                  </a:cubicBezTo>
                  <a:cubicBezTo>
                    <a:pt x="103822" y="213122"/>
                    <a:pt x="140970" y="184547"/>
                    <a:pt x="144780" y="171212"/>
                  </a:cubicBezTo>
                  <a:cubicBezTo>
                    <a:pt x="147638" y="162639"/>
                    <a:pt x="131445" y="83582"/>
                    <a:pt x="114300" y="10239"/>
                  </a:cubicBezTo>
                  <a:lnTo>
                    <a:pt x="35242" y="53102"/>
                  </a:lnTo>
                  <a:cubicBezTo>
                    <a:pt x="36195" y="63579"/>
                    <a:pt x="40005" y="97869"/>
                    <a:pt x="31432" y="113109"/>
                  </a:cubicBezTo>
                  <a:cubicBezTo>
                    <a:pt x="19050" y="135969"/>
                    <a:pt x="11430" y="160734"/>
                    <a:pt x="9525" y="187404"/>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95" name="Freeform 195"/>
            <p:cNvSpPr/>
            <p:nvPr/>
          </p:nvSpPr>
          <p:spPr>
            <a:xfrm>
              <a:off x="6523431" y="5617683"/>
              <a:ext cx="232409" cy="583996"/>
            </a:xfrm>
            <a:custGeom>
              <a:avLst/>
              <a:gdLst/>
              <a:ahLst/>
              <a:cxnLst/>
              <a:rect l="l" t="t" r="r" b="b"/>
              <a:pathLst>
                <a:path w="232409" h="583996">
                  <a:moveTo>
                    <a:pt x="0" y="530657"/>
                  </a:moveTo>
                  <a:lnTo>
                    <a:pt x="188595" y="583997"/>
                  </a:lnTo>
                  <a:lnTo>
                    <a:pt x="232410" y="24879"/>
                  </a:lnTo>
                  <a:cubicBezTo>
                    <a:pt x="232410" y="24879"/>
                    <a:pt x="76200" y="-13221"/>
                    <a:pt x="39052" y="4877"/>
                  </a:cubicBezTo>
                  <a:cubicBezTo>
                    <a:pt x="952" y="22974"/>
                    <a:pt x="0" y="530657"/>
                    <a:pt x="0" y="530657"/>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96" name="Freeform 196"/>
            <p:cNvSpPr/>
            <p:nvPr/>
          </p:nvSpPr>
          <p:spPr>
            <a:xfrm>
              <a:off x="6519621" y="5613690"/>
              <a:ext cx="241935" cy="593704"/>
            </a:xfrm>
            <a:custGeom>
              <a:avLst/>
              <a:gdLst/>
              <a:ahLst/>
              <a:cxnLst/>
              <a:rect l="l" t="t" r="r" b="b"/>
              <a:pathLst>
                <a:path w="241935" h="593704">
                  <a:moveTo>
                    <a:pt x="192405" y="593705"/>
                  </a:moveTo>
                  <a:lnTo>
                    <a:pt x="191453" y="593705"/>
                  </a:lnTo>
                  <a:lnTo>
                    <a:pt x="3810" y="540365"/>
                  </a:lnTo>
                  <a:cubicBezTo>
                    <a:pt x="1905" y="539412"/>
                    <a:pt x="0" y="537507"/>
                    <a:pt x="0" y="535602"/>
                  </a:cubicBezTo>
                  <a:cubicBezTo>
                    <a:pt x="0" y="449877"/>
                    <a:pt x="2858" y="23157"/>
                    <a:pt x="40958" y="5060"/>
                  </a:cubicBezTo>
                  <a:cubicBezTo>
                    <a:pt x="79058" y="-13038"/>
                    <a:pt x="231458" y="23157"/>
                    <a:pt x="238125" y="24110"/>
                  </a:cubicBezTo>
                  <a:cubicBezTo>
                    <a:pt x="240030" y="25062"/>
                    <a:pt x="241935" y="26967"/>
                    <a:pt x="241935" y="28872"/>
                  </a:cubicBezTo>
                  <a:lnTo>
                    <a:pt x="198120" y="587990"/>
                  </a:lnTo>
                  <a:cubicBezTo>
                    <a:pt x="198120" y="589895"/>
                    <a:pt x="197167" y="590847"/>
                    <a:pt x="196215" y="591800"/>
                  </a:cubicBezTo>
                  <a:cubicBezTo>
                    <a:pt x="194310" y="592752"/>
                    <a:pt x="193358" y="593705"/>
                    <a:pt x="192405" y="593705"/>
                  </a:cubicBezTo>
                  <a:close/>
                  <a:moveTo>
                    <a:pt x="8573" y="531792"/>
                  </a:moveTo>
                  <a:lnTo>
                    <a:pt x="187642" y="582275"/>
                  </a:lnTo>
                  <a:lnTo>
                    <a:pt x="230505" y="32682"/>
                  </a:lnTo>
                  <a:cubicBezTo>
                    <a:pt x="184785" y="22205"/>
                    <a:pt x="73342" y="-655"/>
                    <a:pt x="43815" y="13632"/>
                  </a:cubicBezTo>
                  <a:cubicBezTo>
                    <a:pt x="21908" y="24110"/>
                    <a:pt x="8573" y="287952"/>
                    <a:pt x="8573" y="531792"/>
                  </a:cubicBezTo>
                  <a:lnTo>
                    <a:pt x="8573" y="531792"/>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97" name="Freeform 197"/>
            <p:cNvSpPr/>
            <p:nvPr/>
          </p:nvSpPr>
          <p:spPr>
            <a:xfrm>
              <a:off x="6336737" y="7074170"/>
              <a:ext cx="249559" cy="196144"/>
            </a:xfrm>
            <a:custGeom>
              <a:avLst/>
              <a:gdLst/>
              <a:ahLst/>
              <a:cxnLst/>
              <a:rect l="l" t="t" r="r" b="b"/>
              <a:pathLst>
                <a:path w="249559" h="196144">
                  <a:moveTo>
                    <a:pt x="249559" y="29527"/>
                  </a:moveTo>
                  <a:lnTo>
                    <a:pt x="249559" y="160020"/>
                  </a:lnTo>
                  <a:lnTo>
                    <a:pt x="188599" y="178117"/>
                  </a:lnTo>
                  <a:lnTo>
                    <a:pt x="190504" y="151447"/>
                  </a:lnTo>
                  <a:lnTo>
                    <a:pt x="162882" y="180022"/>
                  </a:lnTo>
                  <a:cubicBezTo>
                    <a:pt x="162882" y="180022"/>
                    <a:pt x="-948" y="210502"/>
                    <a:pt x="4" y="187642"/>
                  </a:cubicBezTo>
                  <a:cubicBezTo>
                    <a:pt x="957" y="164782"/>
                    <a:pt x="17149" y="153352"/>
                    <a:pt x="38104" y="141922"/>
                  </a:cubicBezTo>
                  <a:cubicBezTo>
                    <a:pt x="60012" y="129540"/>
                    <a:pt x="118114" y="96202"/>
                    <a:pt x="118114" y="96202"/>
                  </a:cubicBezTo>
                  <a:lnTo>
                    <a:pt x="126687" y="0"/>
                  </a:ln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198" name="Freeform 198"/>
            <p:cNvSpPr/>
            <p:nvPr/>
          </p:nvSpPr>
          <p:spPr>
            <a:xfrm>
              <a:off x="6332678" y="7070359"/>
              <a:ext cx="259333" cy="204073"/>
            </a:xfrm>
            <a:custGeom>
              <a:avLst/>
              <a:gdLst/>
              <a:ahLst/>
              <a:cxnLst/>
              <a:rect l="l" t="t" r="r" b="b"/>
              <a:pathLst>
                <a:path w="259333" h="204073">
                  <a:moveTo>
                    <a:pt x="34543" y="203835"/>
                  </a:moveTo>
                  <a:cubicBezTo>
                    <a:pt x="24066" y="204788"/>
                    <a:pt x="12636" y="202883"/>
                    <a:pt x="3111" y="198120"/>
                  </a:cubicBezTo>
                  <a:cubicBezTo>
                    <a:pt x="1206" y="196215"/>
                    <a:pt x="-699" y="193358"/>
                    <a:pt x="253" y="191453"/>
                  </a:cubicBezTo>
                  <a:cubicBezTo>
                    <a:pt x="1206" y="166688"/>
                    <a:pt x="20256" y="152400"/>
                    <a:pt x="40258" y="141923"/>
                  </a:cubicBezTo>
                  <a:cubicBezTo>
                    <a:pt x="60261" y="131445"/>
                    <a:pt x="107886" y="102870"/>
                    <a:pt x="118363" y="97155"/>
                  </a:cubicBezTo>
                  <a:lnTo>
                    <a:pt x="126936" y="3810"/>
                  </a:lnTo>
                  <a:cubicBezTo>
                    <a:pt x="126936" y="953"/>
                    <a:pt x="129793" y="0"/>
                    <a:pt x="131698" y="0"/>
                  </a:cubicBezTo>
                  <a:cubicBezTo>
                    <a:pt x="134556" y="0"/>
                    <a:pt x="135508" y="1905"/>
                    <a:pt x="135508" y="4763"/>
                  </a:cubicBezTo>
                  <a:cubicBezTo>
                    <a:pt x="135508" y="4763"/>
                    <a:pt x="135508" y="4763"/>
                    <a:pt x="135508" y="4763"/>
                  </a:cubicBezTo>
                  <a:lnTo>
                    <a:pt x="126936" y="100965"/>
                  </a:lnTo>
                  <a:cubicBezTo>
                    <a:pt x="126936" y="101917"/>
                    <a:pt x="125983" y="103823"/>
                    <a:pt x="125031" y="104775"/>
                  </a:cubicBezTo>
                  <a:cubicBezTo>
                    <a:pt x="124078" y="104775"/>
                    <a:pt x="66928" y="139065"/>
                    <a:pt x="45021" y="150495"/>
                  </a:cubicBezTo>
                  <a:cubicBezTo>
                    <a:pt x="22161" y="161925"/>
                    <a:pt x="9778" y="173355"/>
                    <a:pt x="9778" y="192405"/>
                  </a:cubicBezTo>
                  <a:cubicBezTo>
                    <a:pt x="14541" y="200978"/>
                    <a:pt x="85978" y="195263"/>
                    <a:pt x="165988" y="180023"/>
                  </a:cubicBezTo>
                  <a:lnTo>
                    <a:pt x="192658" y="152400"/>
                  </a:lnTo>
                  <a:cubicBezTo>
                    <a:pt x="193611" y="151448"/>
                    <a:pt x="195516" y="150495"/>
                    <a:pt x="197421" y="151448"/>
                  </a:cubicBezTo>
                  <a:cubicBezTo>
                    <a:pt x="199326" y="152400"/>
                    <a:pt x="200278" y="154305"/>
                    <a:pt x="200278" y="155258"/>
                  </a:cubicBezTo>
                  <a:lnTo>
                    <a:pt x="199326" y="176213"/>
                  </a:lnTo>
                  <a:lnTo>
                    <a:pt x="250761" y="160973"/>
                  </a:lnTo>
                  <a:lnTo>
                    <a:pt x="250761" y="33338"/>
                  </a:lnTo>
                  <a:cubicBezTo>
                    <a:pt x="250761" y="30480"/>
                    <a:pt x="252666" y="28575"/>
                    <a:pt x="254571" y="28575"/>
                  </a:cubicBezTo>
                  <a:cubicBezTo>
                    <a:pt x="254571" y="28575"/>
                    <a:pt x="254571" y="28575"/>
                    <a:pt x="254571" y="28575"/>
                  </a:cubicBezTo>
                  <a:cubicBezTo>
                    <a:pt x="257428" y="28575"/>
                    <a:pt x="259333" y="30480"/>
                    <a:pt x="259333" y="33338"/>
                  </a:cubicBezTo>
                  <a:lnTo>
                    <a:pt x="259333" y="163830"/>
                  </a:lnTo>
                  <a:cubicBezTo>
                    <a:pt x="259333" y="165735"/>
                    <a:pt x="258381" y="167640"/>
                    <a:pt x="256476" y="167640"/>
                  </a:cubicBezTo>
                  <a:lnTo>
                    <a:pt x="195516" y="185738"/>
                  </a:lnTo>
                  <a:cubicBezTo>
                    <a:pt x="194563" y="185738"/>
                    <a:pt x="192658" y="185738"/>
                    <a:pt x="191706" y="184785"/>
                  </a:cubicBezTo>
                  <a:cubicBezTo>
                    <a:pt x="190753" y="183833"/>
                    <a:pt x="189801" y="182880"/>
                    <a:pt x="189801" y="180975"/>
                  </a:cubicBezTo>
                  <a:lnTo>
                    <a:pt x="190753" y="165735"/>
                  </a:lnTo>
                  <a:lnTo>
                    <a:pt x="171703" y="185738"/>
                  </a:lnTo>
                  <a:cubicBezTo>
                    <a:pt x="170751" y="186690"/>
                    <a:pt x="169798" y="186690"/>
                    <a:pt x="168846" y="186690"/>
                  </a:cubicBezTo>
                  <a:cubicBezTo>
                    <a:pt x="123126" y="197167"/>
                    <a:pt x="79311" y="201930"/>
                    <a:pt x="34543" y="20383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199" name="Freeform 199"/>
            <p:cNvSpPr/>
            <p:nvPr/>
          </p:nvSpPr>
          <p:spPr>
            <a:xfrm>
              <a:off x="6442469" y="6130242"/>
              <a:ext cx="485775" cy="1107569"/>
            </a:xfrm>
            <a:custGeom>
              <a:avLst/>
              <a:gdLst/>
              <a:ahLst/>
              <a:cxnLst/>
              <a:rect l="l" t="t" r="r" b="b"/>
              <a:pathLst>
                <a:path w="485775" h="1107569">
                  <a:moveTo>
                    <a:pt x="435292" y="71438"/>
                  </a:moveTo>
                  <a:lnTo>
                    <a:pt x="485775" y="1065848"/>
                  </a:lnTo>
                  <a:cubicBezTo>
                    <a:pt x="485775" y="1065848"/>
                    <a:pt x="481013" y="1102043"/>
                    <a:pt x="403860" y="1106805"/>
                  </a:cubicBezTo>
                  <a:cubicBezTo>
                    <a:pt x="326707" y="1111568"/>
                    <a:pt x="335280" y="1092518"/>
                    <a:pt x="335280" y="1092518"/>
                  </a:cubicBezTo>
                  <a:lnTo>
                    <a:pt x="215265" y="362903"/>
                  </a:lnTo>
                  <a:lnTo>
                    <a:pt x="165735" y="1010603"/>
                  </a:lnTo>
                  <a:lnTo>
                    <a:pt x="0" y="1021080"/>
                  </a:lnTo>
                  <a:lnTo>
                    <a:pt x="33338" y="0"/>
                  </a:lnTo>
                  <a:lnTo>
                    <a:pt x="435292" y="71438"/>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00" name="Freeform 200"/>
            <p:cNvSpPr/>
            <p:nvPr/>
          </p:nvSpPr>
          <p:spPr>
            <a:xfrm>
              <a:off x="6437706" y="6126432"/>
              <a:ext cx="495300" cy="1116330"/>
            </a:xfrm>
            <a:custGeom>
              <a:avLst/>
              <a:gdLst/>
              <a:ahLst/>
              <a:cxnLst/>
              <a:rect l="l" t="t" r="r" b="b"/>
              <a:pathLst>
                <a:path w="495300" h="1116330">
                  <a:moveTo>
                    <a:pt x="386715" y="1115378"/>
                  </a:moveTo>
                  <a:cubicBezTo>
                    <a:pt x="359092" y="1115378"/>
                    <a:pt x="342900" y="1111568"/>
                    <a:pt x="337185" y="1103948"/>
                  </a:cubicBezTo>
                  <a:cubicBezTo>
                    <a:pt x="335280" y="1102043"/>
                    <a:pt x="334328" y="1099185"/>
                    <a:pt x="335280" y="1096328"/>
                  </a:cubicBezTo>
                  <a:lnTo>
                    <a:pt x="221932" y="407670"/>
                  </a:lnTo>
                  <a:lnTo>
                    <a:pt x="176213" y="1015365"/>
                  </a:lnTo>
                  <a:cubicBezTo>
                    <a:pt x="176213" y="1018223"/>
                    <a:pt x="174307" y="1020128"/>
                    <a:pt x="171450" y="1020128"/>
                  </a:cubicBezTo>
                  <a:lnTo>
                    <a:pt x="5715" y="1030605"/>
                  </a:lnTo>
                  <a:cubicBezTo>
                    <a:pt x="4763" y="1030605"/>
                    <a:pt x="2857" y="1030605"/>
                    <a:pt x="1905" y="1029653"/>
                  </a:cubicBezTo>
                  <a:cubicBezTo>
                    <a:pt x="952" y="1028700"/>
                    <a:pt x="0" y="1027748"/>
                    <a:pt x="0" y="1025843"/>
                  </a:cubicBezTo>
                  <a:lnTo>
                    <a:pt x="33338" y="4763"/>
                  </a:lnTo>
                  <a:cubicBezTo>
                    <a:pt x="33338" y="1905"/>
                    <a:pt x="35242" y="0"/>
                    <a:pt x="38100" y="0"/>
                  </a:cubicBezTo>
                  <a:cubicBezTo>
                    <a:pt x="38100" y="0"/>
                    <a:pt x="39052" y="0"/>
                    <a:pt x="39052" y="0"/>
                  </a:cubicBezTo>
                  <a:lnTo>
                    <a:pt x="441007" y="71438"/>
                  </a:lnTo>
                  <a:cubicBezTo>
                    <a:pt x="442913" y="71438"/>
                    <a:pt x="444817" y="73343"/>
                    <a:pt x="444817" y="76200"/>
                  </a:cubicBezTo>
                  <a:lnTo>
                    <a:pt x="495300" y="1070610"/>
                  </a:lnTo>
                  <a:cubicBezTo>
                    <a:pt x="495300" y="1073468"/>
                    <a:pt x="488632" y="1111568"/>
                    <a:pt x="409575" y="1116330"/>
                  </a:cubicBezTo>
                  <a:cubicBezTo>
                    <a:pt x="401003" y="1115378"/>
                    <a:pt x="393382" y="1115378"/>
                    <a:pt x="386715" y="1115378"/>
                  </a:cubicBezTo>
                  <a:close/>
                  <a:moveTo>
                    <a:pt x="344805" y="1098233"/>
                  </a:moveTo>
                  <a:lnTo>
                    <a:pt x="344805" y="1098233"/>
                  </a:lnTo>
                  <a:cubicBezTo>
                    <a:pt x="348615" y="1102043"/>
                    <a:pt x="360997" y="1108710"/>
                    <a:pt x="408622" y="1105853"/>
                  </a:cubicBezTo>
                  <a:cubicBezTo>
                    <a:pt x="480060" y="1102043"/>
                    <a:pt x="485775" y="1069658"/>
                    <a:pt x="485775" y="1068705"/>
                  </a:cubicBezTo>
                  <a:lnTo>
                    <a:pt x="436245" y="79058"/>
                  </a:lnTo>
                  <a:lnTo>
                    <a:pt x="42863" y="10477"/>
                  </a:lnTo>
                  <a:lnTo>
                    <a:pt x="10477" y="1020128"/>
                  </a:lnTo>
                  <a:lnTo>
                    <a:pt x="166688" y="1010603"/>
                  </a:lnTo>
                  <a:lnTo>
                    <a:pt x="215265" y="366713"/>
                  </a:lnTo>
                  <a:cubicBezTo>
                    <a:pt x="215265" y="363855"/>
                    <a:pt x="217170" y="361950"/>
                    <a:pt x="220027" y="361950"/>
                  </a:cubicBezTo>
                  <a:cubicBezTo>
                    <a:pt x="222885" y="361950"/>
                    <a:pt x="224790" y="363855"/>
                    <a:pt x="224790" y="365760"/>
                  </a:cubicBezTo>
                  <a:lnTo>
                    <a:pt x="344805" y="1095375"/>
                  </a:lnTo>
                  <a:cubicBezTo>
                    <a:pt x="344805" y="1096328"/>
                    <a:pt x="344805" y="1097280"/>
                    <a:pt x="344805" y="1098233"/>
                  </a:cubicBezTo>
                  <a:lnTo>
                    <a:pt x="344805" y="1098233"/>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01" name="Freeform 201"/>
            <p:cNvSpPr/>
            <p:nvPr/>
          </p:nvSpPr>
          <p:spPr>
            <a:xfrm>
              <a:off x="6678596" y="5589222"/>
              <a:ext cx="239998" cy="753600"/>
            </a:xfrm>
            <a:custGeom>
              <a:avLst/>
              <a:gdLst/>
              <a:ahLst/>
              <a:cxnLst/>
              <a:rect l="l" t="t" r="r" b="b"/>
              <a:pathLst>
                <a:path w="239998" h="753600">
                  <a:moveTo>
                    <a:pt x="42955" y="0"/>
                  </a:moveTo>
                  <a:cubicBezTo>
                    <a:pt x="42955" y="0"/>
                    <a:pt x="-21814" y="675323"/>
                    <a:pt x="7713" y="713423"/>
                  </a:cubicBezTo>
                  <a:cubicBezTo>
                    <a:pt x="37241" y="751523"/>
                    <a:pt x="215358" y="782955"/>
                    <a:pt x="228693" y="707708"/>
                  </a:cubicBezTo>
                  <a:cubicBezTo>
                    <a:pt x="250601" y="583883"/>
                    <a:pt x="238218" y="140970"/>
                    <a:pt x="212501" y="99060"/>
                  </a:cubicBezTo>
                  <a:cubicBezTo>
                    <a:pt x="107726" y="7620"/>
                    <a:pt x="42955" y="0"/>
                    <a:pt x="42955" y="0"/>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202" name="Freeform 202"/>
            <p:cNvSpPr/>
            <p:nvPr/>
          </p:nvSpPr>
          <p:spPr>
            <a:xfrm>
              <a:off x="6398437" y="5592080"/>
              <a:ext cx="202146" cy="728454"/>
            </a:xfrm>
            <a:custGeom>
              <a:avLst/>
              <a:gdLst/>
              <a:ahLst/>
              <a:cxnLst/>
              <a:rect l="l" t="t" r="r" b="b"/>
              <a:pathLst>
                <a:path w="202146" h="728454">
                  <a:moveTo>
                    <a:pt x="77369" y="67627"/>
                  </a:moveTo>
                  <a:cubicBezTo>
                    <a:pt x="77369" y="67627"/>
                    <a:pt x="-15023" y="681038"/>
                    <a:pt x="2122" y="698183"/>
                  </a:cubicBezTo>
                  <a:cubicBezTo>
                    <a:pt x="19267" y="716280"/>
                    <a:pt x="114517" y="740093"/>
                    <a:pt x="140234" y="721995"/>
                  </a:cubicBezTo>
                  <a:cubicBezTo>
                    <a:pt x="165952" y="703897"/>
                    <a:pt x="202147" y="0"/>
                    <a:pt x="202147" y="0"/>
                  </a:cubicBezTo>
                  <a:cubicBezTo>
                    <a:pt x="155474" y="11430"/>
                    <a:pt x="112612" y="34290"/>
                    <a:pt x="77369" y="67627"/>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203" name="Freeform 203"/>
            <p:cNvSpPr/>
            <p:nvPr/>
          </p:nvSpPr>
          <p:spPr>
            <a:xfrm>
              <a:off x="6552006" y="5354907"/>
              <a:ext cx="170497" cy="328268"/>
            </a:xfrm>
            <a:custGeom>
              <a:avLst/>
              <a:gdLst/>
              <a:ahLst/>
              <a:cxnLst/>
              <a:rect l="l" t="t" r="r" b="b"/>
              <a:pathLst>
                <a:path w="170497" h="328268">
                  <a:moveTo>
                    <a:pt x="54292" y="225743"/>
                  </a:moveTo>
                  <a:lnTo>
                    <a:pt x="46672" y="291465"/>
                  </a:lnTo>
                  <a:cubicBezTo>
                    <a:pt x="55245" y="318135"/>
                    <a:pt x="83820" y="333375"/>
                    <a:pt x="111442" y="326708"/>
                  </a:cubicBezTo>
                  <a:cubicBezTo>
                    <a:pt x="160972" y="316230"/>
                    <a:pt x="161925" y="287655"/>
                    <a:pt x="161925" y="287655"/>
                  </a:cubicBezTo>
                  <a:cubicBezTo>
                    <a:pt x="161925" y="287655"/>
                    <a:pt x="168592" y="140018"/>
                    <a:pt x="168592" y="140018"/>
                  </a:cubicBezTo>
                  <a:cubicBezTo>
                    <a:pt x="167640" y="136208"/>
                    <a:pt x="165735" y="133350"/>
                    <a:pt x="163830" y="130493"/>
                  </a:cubicBezTo>
                  <a:cubicBezTo>
                    <a:pt x="156210" y="113348"/>
                    <a:pt x="145732" y="90488"/>
                    <a:pt x="148590" y="71438"/>
                  </a:cubicBezTo>
                  <a:cubicBezTo>
                    <a:pt x="151447" y="56198"/>
                    <a:pt x="159067" y="41910"/>
                    <a:pt x="170497" y="31433"/>
                  </a:cubicBezTo>
                  <a:cubicBezTo>
                    <a:pt x="149542" y="40958"/>
                    <a:pt x="124777" y="31433"/>
                    <a:pt x="115252" y="10478"/>
                  </a:cubicBezTo>
                  <a:cubicBezTo>
                    <a:pt x="113347" y="6668"/>
                    <a:pt x="112395" y="3810"/>
                    <a:pt x="112395" y="0"/>
                  </a:cubicBezTo>
                  <a:cubicBezTo>
                    <a:pt x="112395" y="6668"/>
                    <a:pt x="106680" y="11430"/>
                    <a:pt x="100965" y="15240"/>
                  </a:cubicBezTo>
                  <a:cubicBezTo>
                    <a:pt x="92392" y="21908"/>
                    <a:pt x="82867" y="24765"/>
                    <a:pt x="72390" y="24765"/>
                  </a:cubicBezTo>
                  <a:cubicBezTo>
                    <a:pt x="59055" y="22860"/>
                    <a:pt x="48577" y="11430"/>
                    <a:pt x="35242" y="6668"/>
                  </a:cubicBezTo>
                  <a:cubicBezTo>
                    <a:pt x="39052" y="16193"/>
                    <a:pt x="36195" y="26670"/>
                    <a:pt x="27622" y="31433"/>
                  </a:cubicBezTo>
                  <a:cubicBezTo>
                    <a:pt x="19050" y="36195"/>
                    <a:pt x="9525" y="38100"/>
                    <a:pt x="0" y="35243"/>
                  </a:cubicBezTo>
                  <a:cubicBezTo>
                    <a:pt x="6667" y="36195"/>
                    <a:pt x="952" y="106680"/>
                    <a:pt x="952" y="112395"/>
                  </a:cubicBezTo>
                  <a:cubicBezTo>
                    <a:pt x="0" y="134303"/>
                    <a:pt x="952" y="156210"/>
                    <a:pt x="2857" y="177165"/>
                  </a:cubicBezTo>
                  <a:cubicBezTo>
                    <a:pt x="5715" y="215265"/>
                    <a:pt x="54292" y="225743"/>
                    <a:pt x="54292" y="225743"/>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04" name="Freeform 204"/>
            <p:cNvSpPr/>
            <p:nvPr/>
          </p:nvSpPr>
          <p:spPr>
            <a:xfrm>
              <a:off x="6546291" y="5349192"/>
              <a:ext cx="178743" cy="338560"/>
            </a:xfrm>
            <a:custGeom>
              <a:avLst/>
              <a:gdLst/>
              <a:ahLst/>
              <a:cxnLst/>
              <a:rect l="l" t="t" r="r" b="b"/>
              <a:pathLst>
                <a:path w="178743" h="338560">
                  <a:moveTo>
                    <a:pt x="101917" y="338138"/>
                  </a:moveTo>
                  <a:cubicBezTo>
                    <a:pt x="60008" y="338138"/>
                    <a:pt x="47625" y="298133"/>
                    <a:pt x="47625" y="298133"/>
                  </a:cubicBezTo>
                  <a:cubicBezTo>
                    <a:pt x="47625" y="297180"/>
                    <a:pt x="47625" y="297180"/>
                    <a:pt x="47625" y="296228"/>
                  </a:cubicBezTo>
                  <a:lnTo>
                    <a:pt x="55245" y="235268"/>
                  </a:lnTo>
                  <a:cubicBezTo>
                    <a:pt x="42863" y="231458"/>
                    <a:pt x="6667" y="218123"/>
                    <a:pt x="2858" y="182880"/>
                  </a:cubicBezTo>
                  <a:cubicBezTo>
                    <a:pt x="953" y="162877"/>
                    <a:pt x="0" y="142875"/>
                    <a:pt x="953" y="121920"/>
                  </a:cubicBezTo>
                  <a:lnTo>
                    <a:pt x="953" y="117157"/>
                  </a:lnTo>
                  <a:cubicBezTo>
                    <a:pt x="953" y="116205"/>
                    <a:pt x="953" y="113348"/>
                    <a:pt x="953" y="109538"/>
                  </a:cubicBezTo>
                  <a:cubicBezTo>
                    <a:pt x="3810" y="62865"/>
                    <a:pt x="2858" y="47625"/>
                    <a:pt x="1905" y="43815"/>
                  </a:cubicBezTo>
                  <a:cubicBezTo>
                    <a:pt x="0" y="42863"/>
                    <a:pt x="0" y="40957"/>
                    <a:pt x="0" y="39052"/>
                  </a:cubicBezTo>
                  <a:cubicBezTo>
                    <a:pt x="0" y="36195"/>
                    <a:pt x="2858" y="35243"/>
                    <a:pt x="5715" y="35243"/>
                  </a:cubicBezTo>
                  <a:cubicBezTo>
                    <a:pt x="5715" y="35243"/>
                    <a:pt x="5715" y="35243"/>
                    <a:pt x="5715" y="35243"/>
                  </a:cubicBezTo>
                  <a:lnTo>
                    <a:pt x="5715" y="35243"/>
                  </a:lnTo>
                  <a:cubicBezTo>
                    <a:pt x="14288" y="37148"/>
                    <a:pt x="22860" y="36195"/>
                    <a:pt x="29528" y="32385"/>
                  </a:cubicBezTo>
                  <a:cubicBezTo>
                    <a:pt x="36195" y="28575"/>
                    <a:pt x="38100" y="20002"/>
                    <a:pt x="35242" y="13335"/>
                  </a:cubicBezTo>
                  <a:cubicBezTo>
                    <a:pt x="34290" y="11430"/>
                    <a:pt x="34290" y="7620"/>
                    <a:pt x="37147" y="6668"/>
                  </a:cubicBezTo>
                  <a:cubicBezTo>
                    <a:pt x="38100" y="5715"/>
                    <a:pt x="40005" y="5715"/>
                    <a:pt x="40958" y="6668"/>
                  </a:cubicBezTo>
                  <a:cubicBezTo>
                    <a:pt x="46672" y="8573"/>
                    <a:pt x="51435" y="12382"/>
                    <a:pt x="56197" y="15240"/>
                  </a:cubicBezTo>
                  <a:cubicBezTo>
                    <a:pt x="61913" y="20002"/>
                    <a:pt x="68580" y="22860"/>
                    <a:pt x="76200" y="24765"/>
                  </a:cubicBezTo>
                  <a:cubicBezTo>
                    <a:pt x="85725" y="24765"/>
                    <a:pt x="94297" y="21907"/>
                    <a:pt x="101917" y="16193"/>
                  </a:cubicBezTo>
                  <a:cubicBezTo>
                    <a:pt x="108585" y="12382"/>
                    <a:pt x="111442" y="8573"/>
                    <a:pt x="111442" y="4763"/>
                  </a:cubicBezTo>
                  <a:cubicBezTo>
                    <a:pt x="111442" y="1905"/>
                    <a:pt x="113347" y="0"/>
                    <a:pt x="116205" y="0"/>
                  </a:cubicBezTo>
                  <a:cubicBezTo>
                    <a:pt x="119063" y="0"/>
                    <a:pt x="120967" y="1905"/>
                    <a:pt x="120967" y="3810"/>
                  </a:cubicBezTo>
                  <a:cubicBezTo>
                    <a:pt x="123825" y="23813"/>
                    <a:pt x="142875" y="38100"/>
                    <a:pt x="162878" y="35243"/>
                  </a:cubicBezTo>
                  <a:cubicBezTo>
                    <a:pt x="166688" y="35243"/>
                    <a:pt x="169545" y="34290"/>
                    <a:pt x="172403" y="32385"/>
                  </a:cubicBezTo>
                  <a:cubicBezTo>
                    <a:pt x="174308" y="31432"/>
                    <a:pt x="177165" y="32385"/>
                    <a:pt x="178117" y="34290"/>
                  </a:cubicBezTo>
                  <a:cubicBezTo>
                    <a:pt x="179070" y="36195"/>
                    <a:pt x="179070" y="39052"/>
                    <a:pt x="177165" y="40005"/>
                  </a:cubicBezTo>
                  <a:cubicBezTo>
                    <a:pt x="166688" y="49530"/>
                    <a:pt x="159067" y="62865"/>
                    <a:pt x="157163" y="77152"/>
                  </a:cubicBezTo>
                  <a:cubicBezTo>
                    <a:pt x="154305" y="93345"/>
                    <a:pt x="163830" y="116205"/>
                    <a:pt x="170497" y="131445"/>
                  </a:cubicBezTo>
                  <a:lnTo>
                    <a:pt x="171450" y="133350"/>
                  </a:lnTo>
                  <a:cubicBezTo>
                    <a:pt x="171450" y="134302"/>
                    <a:pt x="172403" y="135255"/>
                    <a:pt x="172403" y="136208"/>
                  </a:cubicBezTo>
                  <a:cubicBezTo>
                    <a:pt x="174308" y="139065"/>
                    <a:pt x="176213" y="141923"/>
                    <a:pt x="176213" y="145733"/>
                  </a:cubicBezTo>
                  <a:cubicBezTo>
                    <a:pt x="176213" y="145733"/>
                    <a:pt x="176213" y="145733"/>
                    <a:pt x="169545" y="294323"/>
                  </a:cubicBezTo>
                  <a:cubicBezTo>
                    <a:pt x="169545" y="295275"/>
                    <a:pt x="168592" y="327660"/>
                    <a:pt x="115253" y="338138"/>
                  </a:cubicBezTo>
                  <a:cubicBezTo>
                    <a:pt x="112395" y="338138"/>
                    <a:pt x="106680" y="339090"/>
                    <a:pt x="101917" y="338138"/>
                  </a:cubicBezTo>
                  <a:close/>
                  <a:moveTo>
                    <a:pt x="56197" y="296228"/>
                  </a:moveTo>
                  <a:cubicBezTo>
                    <a:pt x="64770" y="320040"/>
                    <a:pt x="89535" y="334328"/>
                    <a:pt x="114300" y="327660"/>
                  </a:cubicBezTo>
                  <a:cubicBezTo>
                    <a:pt x="159067" y="318135"/>
                    <a:pt x="160972" y="293370"/>
                    <a:pt x="160972" y="292417"/>
                  </a:cubicBezTo>
                  <a:cubicBezTo>
                    <a:pt x="160972" y="291465"/>
                    <a:pt x="167640" y="146685"/>
                    <a:pt x="167640" y="144780"/>
                  </a:cubicBezTo>
                  <a:cubicBezTo>
                    <a:pt x="167640" y="144780"/>
                    <a:pt x="165735" y="141923"/>
                    <a:pt x="164783" y="140970"/>
                  </a:cubicBezTo>
                  <a:cubicBezTo>
                    <a:pt x="163830" y="140018"/>
                    <a:pt x="162878" y="139065"/>
                    <a:pt x="162878" y="137160"/>
                  </a:cubicBezTo>
                  <a:lnTo>
                    <a:pt x="161925" y="135255"/>
                  </a:lnTo>
                  <a:cubicBezTo>
                    <a:pt x="154305" y="118110"/>
                    <a:pt x="143828" y="95250"/>
                    <a:pt x="147638" y="75248"/>
                  </a:cubicBezTo>
                  <a:cubicBezTo>
                    <a:pt x="149542" y="63818"/>
                    <a:pt x="154305" y="53340"/>
                    <a:pt x="160020" y="44768"/>
                  </a:cubicBezTo>
                  <a:cubicBezTo>
                    <a:pt x="151447" y="45720"/>
                    <a:pt x="141922" y="43815"/>
                    <a:pt x="134303" y="39052"/>
                  </a:cubicBezTo>
                  <a:cubicBezTo>
                    <a:pt x="125730" y="34290"/>
                    <a:pt x="118110" y="26670"/>
                    <a:pt x="114300" y="17145"/>
                  </a:cubicBezTo>
                  <a:cubicBezTo>
                    <a:pt x="111442" y="20002"/>
                    <a:pt x="109538" y="21907"/>
                    <a:pt x="106680" y="23813"/>
                  </a:cubicBezTo>
                  <a:cubicBezTo>
                    <a:pt x="97155" y="30480"/>
                    <a:pt x="85725" y="34290"/>
                    <a:pt x="74295" y="33338"/>
                  </a:cubicBezTo>
                  <a:cubicBezTo>
                    <a:pt x="65722" y="31432"/>
                    <a:pt x="57150" y="27623"/>
                    <a:pt x="49530" y="22860"/>
                  </a:cubicBezTo>
                  <a:lnTo>
                    <a:pt x="44767" y="19050"/>
                  </a:lnTo>
                  <a:cubicBezTo>
                    <a:pt x="43815" y="27623"/>
                    <a:pt x="40005" y="34290"/>
                    <a:pt x="33338" y="39052"/>
                  </a:cubicBezTo>
                  <a:cubicBezTo>
                    <a:pt x="26670" y="43815"/>
                    <a:pt x="18097" y="45720"/>
                    <a:pt x="9525" y="44768"/>
                  </a:cubicBezTo>
                  <a:cubicBezTo>
                    <a:pt x="10478" y="65723"/>
                    <a:pt x="10478" y="87630"/>
                    <a:pt x="8572" y="108585"/>
                  </a:cubicBezTo>
                  <a:cubicBezTo>
                    <a:pt x="8572" y="112395"/>
                    <a:pt x="8572" y="114300"/>
                    <a:pt x="8572" y="116205"/>
                  </a:cubicBezTo>
                  <a:lnTo>
                    <a:pt x="8572" y="120968"/>
                  </a:lnTo>
                  <a:cubicBezTo>
                    <a:pt x="7620" y="140970"/>
                    <a:pt x="8572" y="160973"/>
                    <a:pt x="10478" y="180023"/>
                  </a:cubicBezTo>
                  <a:cubicBezTo>
                    <a:pt x="14288" y="215265"/>
                    <a:pt x="59055" y="225743"/>
                    <a:pt x="60008" y="225743"/>
                  </a:cubicBezTo>
                  <a:cubicBezTo>
                    <a:pt x="62865" y="226695"/>
                    <a:pt x="63817" y="228600"/>
                    <a:pt x="63817" y="231458"/>
                  </a:cubicBezTo>
                  <a:lnTo>
                    <a:pt x="56197" y="296228"/>
                  </a:lnTo>
                  <a:close/>
                  <a:moveTo>
                    <a:pt x="2858" y="44768"/>
                  </a:moveTo>
                  <a:lnTo>
                    <a:pt x="2858" y="44768"/>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05" name="Freeform 205"/>
            <p:cNvSpPr/>
            <p:nvPr/>
          </p:nvSpPr>
          <p:spPr>
            <a:xfrm>
              <a:off x="6573158" y="5460635"/>
              <a:ext cx="23615" cy="49529"/>
            </a:xfrm>
            <a:custGeom>
              <a:avLst/>
              <a:gdLst/>
              <a:ahLst/>
              <a:cxnLst/>
              <a:rect l="l" t="t" r="r" b="b"/>
              <a:pathLst>
                <a:path w="23615" h="49529">
                  <a:moveTo>
                    <a:pt x="23616" y="0"/>
                  </a:moveTo>
                  <a:cubicBezTo>
                    <a:pt x="23616" y="0"/>
                    <a:pt x="-4959" y="38100"/>
                    <a:pt x="756" y="44768"/>
                  </a:cubicBezTo>
                  <a:cubicBezTo>
                    <a:pt x="6471" y="52388"/>
                    <a:pt x="23616" y="48577"/>
                    <a:pt x="23616" y="48577"/>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06" name="Freeform 206"/>
            <p:cNvSpPr/>
            <p:nvPr/>
          </p:nvSpPr>
          <p:spPr>
            <a:xfrm>
              <a:off x="6569442" y="5455786"/>
              <a:ext cx="33294" cy="59323"/>
            </a:xfrm>
            <a:custGeom>
              <a:avLst/>
              <a:gdLst/>
              <a:ahLst/>
              <a:cxnLst/>
              <a:rect l="l" t="t" r="r" b="b"/>
              <a:pathLst>
                <a:path w="33294" h="59323">
                  <a:moveTo>
                    <a:pt x="19711" y="59141"/>
                  </a:moveTo>
                  <a:cubicBezTo>
                    <a:pt x="13044" y="60093"/>
                    <a:pt x="6377" y="57236"/>
                    <a:pt x="1614" y="52473"/>
                  </a:cubicBezTo>
                  <a:cubicBezTo>
                    <a:pt x="-5054" y="43901"/>
                    <a:pt x="10186" y="20088"/>
                    <a:pt x="24474" y="1991"/>
                  </a:cubicBezTo>
                  <a:cubicBezTo>
                    <a:pt x="26379" y="86"/>
                    <a:pt x="29236" y="-867"/>
                    <a:pt x="31141" y="1038"/>
                  </a:cubicBezTo>
                  <a:lnTo>
                    <a:pt x="31141" y="1038"/>
                  </a:lnTo>
                  <a:cubicBezTo>
                    <a:pt x="33046" y="2943"/>
                    <a:pt x="33999" y="5801"/>
                    <a:pt x="32094" y="7706"/>
                  </a:cubicBezTo>
                  <a:cubicBezTo>
                    <a:pt x="32094" y="7706"/>
                    <a:pt x="32094" y="7706"/>
                    <a:pt x="32094" y="7706"/>
                  </a:cubicBezTo>
                  <a:cubicBezTo>
                    <a:pt x="19711" y="24851"/>
                    <a:pt x="8281" y="42948"/>
                    <a:pt x="9234" y="47711"/>
                  </a:cubicBezTo>
                  <a:cubicBezTo>
                    <a:pt x="11139" y="50568"/>
                    <a:pt x="21616" y="50568"/>
                    <a:pt x="27331" y="49616"/>
                  </a:cubicBezTo>
                  <a:cubicBezTo>
                    <a:pt x="30189" y="48663"/>
                    <a:pt x="32094" y="50568"/>
                    <a:pt x="33046" y="53426"/>
                  </a:cubicBezTo>
                  <a:cubicBezTo>
                    <a:pt x="33046" y="53426"/>
                    <a:pt x="33046" y="53426"/>
                    <a:pt x="33046" y="53426"/>
                  </a:cubicBezTo>
                  <a:cubicBezTo>
                    <a:pt x="33999" y="56283"/>
                    <a:pt x="32094" y="58188"/>
                    <a:pt x="29236" y="59141"/>
                  </a:cubicBezTo>
                  <a:cubicBezTo>
                    <a:pt x="29236" y="59141"/>
                    <a:pt x="29236" y="59141"/>
                    <a:pt x="29236" y="59141"/>
                  </a:cubicBezTo>
                  <a:cubicBezTo>
                    <a:pt x="26379" y="59141"/>
                    <a:pt x="22569" y="59141"/>
                    <a:pt x="19711" y="59141"/>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07" name="Freeform 207"/>
            <p:cNvSpPr/>
            <p:nvPr/>
          </p:nvSpPr>
          <p:spPr>
            <a:xfrm>
              <a:off x="6605346" y="5570172"/>
              <a:ext cx="57150" cy="56197"/>
            </a:xfrm>
            <a:custGeom>
              <a:avLst/>
              <a:gdLst/>
              <a:ahLst/>
              <a:cxnLst/>
              <a:rect l="l" t="t" r="r" b="b"/>
              <a:pathLst>
                <a:path w="57150" h="56197">
                  <a:moveTo>
                    <a:pt x="953" y="10477"/>
                  </a:moveTo>
                  <a:cubicBezTo>
                    <a:pt x="953" y="10477"/>
                    <a:pt x="40005" y="10477"/>
                    <a:pt x="57150" y="0"/>
                  </a:cubicBezTo>
                  <a:cubicBezTo>
                    <a:pt x="57150" y="0"/>
                    <a:pt x="41910" y="44768"/>
                    <a:pt x="0" y="56197"/>
                  </a:cubicBezTo>
                  <a:lnTo>
                    <a:pt x="953" y="10477"/>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08" name="Freeform 208"/>
            <p:cNvSpPr/>
            <p:nvPr/>
          </p:nvSpPr>
          <p:spPr>
            <a:xfrm>
              <a:off x="6600583" y="5565648"/>
              <a:ext cx="67627" cy="65484"/>
            </a:xfrm>
            <a:custGeom>
              <a:avLst/>
              <a:gdLst/>
              <a:ahLst/>
              <a:cxnLst/>
              <a:rect l="l" t="t" r="r" b="b"/>
              <a:pathLst>
                <a:path w="67627" h="65484">
                  <a:moveTo>
                    <a:pt x="4763" y="65484"/>
                  </a:moveTo>
                  <a:cubicBezTo>
                    <a:pt x="3810" y="65484"/>
                    <a:pt x="2858" y="65484"/>
                    <a:pt x="1905" y="64532"/>
                  </a:cubicBezTo>
                  <a:cubicBezTo>
                    <a:pt x="953" y="63579"/>
                    <a:pt x="0" y="62627"/>
                    <a:pt x="0" y="60722"/>
                  </a:cubicBezTo>
                  <a:lnTo>
                    <a:pt x="953" y="15002"/>
                  </a:lnTo>
                  <a:cubicBezTo>
                    <a:pt x="953" y="12144"/>
                    <a:pt x="2858" y="10239"/>
                    <a:pt x="5715" y="10239"/>
                  </a:cubicBezTo>
                  <a:lnTo>
                    <a:pt x="5715" y="10239"/>
                  </a:lnTo>
                  <a:cubicBezTo>
                    <a:pt x="7620" y="10239"/>
                    <a:pt x="42863" y="10239"/>
                    <a:pt x="60008" y="714"/>
                  </a:cubicBezTo>
                  <a:cubicBezTo>
                    <a:pt x="61913" y="-238"/>
                    <a:pt x="63817" y="-238"/>
                    <a:pt x="65723" y="714"/>
                  </a:cubicBezTo>
                  <a:cubicBezTo>
                    <a:pt x="67628" y="1667"/>
                    <a:pt x="67628" y="4524"/>
                    <a:pt x="67628" y="6429"/>
                  </a:cubicBezTo>
                  <a:cubicBezTo>
                    <a:pt x="66675" y="8334"/>
                    <a:pt x="51435" y="54054"/>
                    <a:pt x="7620" y="65484"/>
                  </a:cubicBezTo>
                  <a:lnTo>
                    <a:pt x="4763" y="65484"/>
                  </a:lnTo>
                  <a:close/>
                  <a:moveTo>
                    <a:pt x="10478" y="19764"/>
                  </a:moveTo>
                  <a:lnTo>
                    <a:pt x="10478" y="54054"/>
                  </a:lnTo>
                  <a:cubicBezTo>
                    <a:pt x="28575" y="46434"/>
                    <a:pt x="43815" y="32147"/>
                    <a:pt x="53340" y="14049"/>
                  </a:cubicBezTo>
                  <a:cubicBezTo>
                    <a:pt x="39053" y="17859"/>
                    <a:pt x="24765" y="19764"/>
                    <a:pt x="10478" y="19764"/>
                  </a:cubicBezTo>
                  <a:lnTo>
                    <a:pt x="10478" y="19764"/>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09" name="Freeform 209"/>
            <p:cNvSpPr/>
            <p:nvPr/>
          </p:nvSpPr>
          <p:spPr>
            <a:xfrm>
              <a:off x="6726892" y="6082243"/>
              <a:ext cx="208018" cy="52761"/>
            </a:xfrm>
            <a:custGeom>
              <a:avLst/>
              <a:gdLst/>
              <a:ahLst/>
              <a:cxnLst/>
              <a:rect l="l" t="t" r="r" b="b"/>
              <a:pathLst>
                <a:path w="208018" h="52761">
                  <a:moveTo>
                    <a:pt x="202304" y="52761"/>
                  </a:moveTo>
                  <a:lnTo>
                    <a:pt x="202304" y="52761"/>
                  </a:lnTo>
                  <a:cubicBezTo>
                    <a:pt x="195636" y="51809"/>
                    <a:pt x="48951" y="34664"/>
                    <a:pt x="2279" y="8946"/>
                  </a:cubicBezTo>
                  <a:cubicBezTo>
                    <a:pt x="374" y="7994"/>
                    <a:pt x="-579" y="5136"/>
                    <a:pt x="374" y="2279"/>
                  </a:cubicBezTo>
                  <a:cubicBezTo>
                    <a:pt x="374" y="2279"/>
                    <a:pt x="374" y="2279"/>
                    <a:pt x="374" y="2279"/>
                  </a:cubicBezTo>
                  <a:cubicBezTo>
                    <a:pt x="1326" y="374"/>
                    <a:pt x="4184" y="-579"/>
                    <a:pt x="7041" y="374"/>
                  </a:cubicBezTo>
                  <a:cubicBezTo>
                    <a:pt x="51809" y="25139"/>
                    <a:pt x="202304" y="43236"/>
                    <a:pt x="203256" y="43236"/>
                  </a:cubicBezTo>
                  <a:cubicBezTo>
                    <a:pt x="206114" y="43236"/>
                    <a:pt x="208019" y="46094"/>
                    <a:pt x="208019" y="47999"/>
                  </a:cubicBezTo>
                  <a:cubicBezTo>
                    <a:pt x="208019" y="49904"/>
                    <a:pt x="205161" y="52761"/>
                    <a:pt x="202304" y="52761"/>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10" name="Freeform 210"/>
            <p:cNvSpPr/>
            <p:nvPr/>
          </p:nvSpPr>
          <p:spPr>
            <a:xfrm>
              <a:off x="6689166" y="5689234"/>
              <a:ext cx="398725" cy="554356"/>
            </a:xfrm>
            <a:custGeom>
              <a:avLst/>
              <a:gdLst/>
              <a:ahLst/>
              <a:cxnLst/>
              <a:rect l="l" t="t" r="r" b="b"/>
              <a:pathLst>
                <a:path w="398725" h="554356">
                  <a:moveTo>
                    <a:pt x="200978" y="0"/>
                  </a:moveTo>
                  <a:cubicBezTo>
                    <a:pt x="200978" y="0"/>
                    <a:pt x="492443" y="415290"/>
                    <a:pt x="367665" y="522923"/>
                  </a:cubicBezTo>
                  <a:cubicBezTo>
                    <a:pt x="253365" y="621030"/>
                    <a:pt x="0" y="458153"/>
                    <a:pt x="0" y="458153"/>
                  </a:cubicBezTo>
                  <a:lnTo>
                    <a:pt x="15240" y="320040"/>
                  </a:lnTo>
                  <a:cubicBezTo>
                    <a:pt x="15240" y="320040"/>
                    <a:pt x="215265" y="431483"/>
                    <a:pt x="219075" y="380048"/>
                  </a:cubicBezTo>
                  <a:cubicBezTo>
                    <a:pt x="223838" y="303848"/>
                    <a:pt x="125730" y="199073"/>
                    <a:pt x="125730" y="199073"/>
                  </a:cubicBezTo>
                  <a:cubicBezTo>
                    <a:pt x="107632" y="164783"/>
                    <a:pt x="104775" y="124778"/>
                    <a:pt x="117157" y="88583"/>
                  </a:cubicBezTo>
                  <a:cubicBezTo>
                    <a:pt x="128588" y="46673"/>
                    <a:pt x="160020" y="13335"/>
                    <a:pt x="200978" y="0"/>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211" name="Freeform 211"/>
            <p:cNvSpPr/>
            <p:nvPr/>
          </p:nvSpPr>
          <p:spPr>
            <a:xfrm>
              <a:off x="6431743" y="5721619"/>
              <a:ext cx="62408" cy="302895"/>
            </a:xfrm>
            <a:custGeom>
              <a:avLst/>
              <a:gdLst/>
              <a:ahLst/>
              <a:cxnLst/>
              <a:rect l="l" t="t" r="r" b="b"/>
              <a:pathLst>
                <a:path w="62408" h="302895">
                  <a:moveTo>
                    <a:pt x="4058" y="302895"/>
                  </a:moveTo>
                  <a:lnTo>
                    <a:pt x="4058" y="302895"/>
                  </a:lnTo>
                  <a:cubicBezTo>
                    <a:pt x="1200" y="302895"/>
                    <a:pt x="-705" y="300038"/>
                    <a:pt x="248" y="297180"/>
                  </a:cubicBezTo>
                  <a:cubicBezTo>
                    <a:pt x="248" y="297180"/>
                    <a:pt x="248" y="297180"/>
                    <a:pt x="248" y="297180"/>
                  </a:cubicBezTo>
                  <a:cubicBezTo>
                    <a:pt x="8820" y="237173"/>
                    <a:pt x="52635" y="6668"/>
                    <a:pt x="52635" y="3810"/>
                  </a:cubicBezTo>
                  <a:cubicBezTo>
                    <a:pt x="53588" y="952"/>
                    <a:pt x="55493" y="0"/>
                    <a:pt x="58350" y="0"/>
                  </a:cubicBezTo>
                  <a:cubicBezTo>
                    <a:pt x="61208" y="952"/>
                    <a:pt x="63113" y="2858"/>
                    <a:pt x="62160" y="5715"/>
                  </a:cubicBezTo>
                  <a:cubicBezTo>
                    <a:pt x="61208" y="7620"/>
                    <a:pt x="18345" y="238125"/>
                    <a:pt x="9773" y="298133"/>
                  </a:cubicBezTo>
                  <a:cubicBezTo>
                    <a:pt x="8820" y="300990"/>
                    <a:pt x="5963" y="302895"/>
                    <a:pt x="4058" y="30289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12" name="Freeform 212"/>
            <p:cNvSpPr/>
            <p:nvPr/>
          </p:nvSpPr>
          <p:spPr>
            <a:xfrm>
              <a:off x="6296736" y="5832109"/>
              <a:ext cx="424814" cy="374332"/>
            </a:xfrm>
            <a:custGeom>
              <a:avLst/>
              <a:gdLst/>
              <a:ahLst/>
              <a:cxnLst/>
              <a:rect l="l" t="t" r="r" b="b"/>
              <a:pathLst>
                <a:path w="424814" h="374332">
                  <a:moveTo>
                    <a:pt x="98108" y="374333"/>
                  </a:moveTo>
                  <a:lnTo>
                    <a:pt x="388620" y="374333"/>
                  </a:lnTo>
                  <a:cubicBezTo>
                    <a:pt x="408622" y="374333"/>
                    <a:pt x="424815" y="357188"/>
                    <a:pt x="424815" y="337185"/>
                  </a:cubicBezTo>
                  <a:cubicBezTo>
                    <a:pt x="424815" y="334328"/>
                    <a:pt x="424815" y="332423"/>
                    <a:pt x="423863" y="329565"/>
                  </a:cubicBezTo>
                  <a:lnTo>
                    <a:pt x="361950" y="30480"/>
                  </a:lnTo>
                  <a:cubicBezTo>
                    <a:pt x="358140" y="12383"/>
                    <a:pt x="342900" y="0"/>
                    <a:pt x="324802" y="0"/>
                  </a:cubicBezTo>
                  <a:lnTo>
                    <a:pt x="38100" y="0"/>
                  </a:lnTo>
                  <a:cubicBezTo>
                    <a:pt x="17145" y="0"/>
                    <a:pt x="0" y="18098"/>
                    <a:pt x="0" y="39053"/>
                  </a:cubicBezTo>
                  <a:cubicBezTo>
                    <a:pt x="0" y="41910"/>
                    <a:pt x="0" y="43815"/>
                    <a:pt x="952" y="46673"/>
                  </a:cubicBezTo>
                  <a:lnTo>
                    <a:pt x="62865" y="344805"/>
                  </a:lnTo>
                  <a:cubicBezTo>
                    <a:pt x="65722" y="361950"/>
                    <a:pt x="80963" y="374333"/>
                    <a:pt x="98108" y="374333"/>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13" name="Freeform 213"/>
            <p:cNvSpPr/>
            <p:nvPr/>
          </p:nvSpPr>
          <p:spPr>
            <a:xfrm>
              <a:off x="6292930" y="5828300"/>
              <a:ext cx="432550" cy="382904"/>
            </a:xfrm>
            <a:custGeom>
              <a:avLst/>
              <a:gdLst/>
              <a:ahLst/>
              <a:cxnLst/>
              <a:rect l="l" t="t" r="r" b="b"/>
              <a:pathLst>
                <a:path w="432550" h="382904">
                  <a:moveTo>
                    <a:pt x="392426" y="382905"/>
                  </a:moveTo>
                  <a:lnTo>
                    <a:pt x="101914" y="382905"/>
                  </a:lnTo>
                  <a:cubicBezTo>
                    <a:pt x="82864" y="382905"/>
                    <a:pt x="66671" y="368617"/>
                    <a:pt x="62861" y="350520"/>
                  </a:cubicBezTo>
                  <a:lnTo>
                    <a:pt x="949" y="52388"/>
                  </a:lnTo>
                  <a:cubicBezTo>
                    <a:pt x="-1909" y="39052"/>
                    <a:pt x="1901" y="25717"/>
                    <a:pt x="9521" y="15240"/>
                  </a:cubicBezTo>
                  <a:cubicBezTo>
                    <a:pt x="17141" y="5715"/>
                    <a:pt x="29524" y="0"/>
                    <a:pt x="41906" y="0"/>
                  </a:cubicBezTo>
                  <a:lnTo>
                    <a:pt x="328609" y="0"/>
                  </a:lnTo>
                  <a:cubicBezTo>
                    <a:pt x="348611" y="0"/>
                    <a:pt x="365756" y="14288"/>
                    <a:pt x="369566" y="34290"/>
                  </a:cubicBezTo>
                  <a:lnTo>
                    <a:pt x="431479" y="333375"/>
                  </a:lnTo>
                  <a:cubicBezTo>
                    <a:pt x="434336" y="345757"/>
                    <a:pt x="431479" y="358140"/>
                    <a:pt x="422906" y="368617"/>
                  </a:cubicBezTo>
                  <a:cubicBezTo>
                    <a:pt x="416239" y="377190"/>
                    <a:pt x="404809" y="382905"/>
                    <a:pt x="392426" y="382905"/>
                  </a:cubicBezTo>
                  <a:close/>
                  <a:moveTo>
                    <a:pt x="41906" y="8572"/>
                  </a:moveTo>
                  <a:cubicBezTo>
                    <a:pt x="32381" y="8572"/>
                    <a:pt x="22856" y="13335"/>
                    <a:pt x="16189" y="20955"/>
                  </a:cubicBezTo>
                  <a:cubicBezTo>
                    <a:pt x="9521" y="29527"/>
                    <a:pt x="6664" y="40005"/>
                    <a:pt x="8569" y="49530"/>
                  </a:cubicBezTo>
                  <a:lnTo>
                    <a:pt x="70481" y="347663"/>
                  </a:lnTo>
                  <a:cubicBezTo>
                    <a:pt x="73339" y="361950"/>
                    <a:pt x="85721" y="373380"/>
                    <a:pt x="100961" y="373380"/>
                  </a:cubicBezTo>
                  <a:lnTo>
                    <a:pt x="391474" y="373380"/>
                  </a:lnTo>
                  <a:cubicBezTo>
                    <a:pt x="400999" y="373380"/>
                    <a:pt x="409571" y="368617"/>
                    <a:pt x="415286" y="361950"/>
                  </a:cubicBezTo>
                  <a:cubicBezTo>
                    <a:pt x="421954" y="354330"/>
                    <a:pt x="423859" y="343853"/>
                    <a:pt x="421954" y="334328"/>
                  </a:cubicBezTo>
                  <a:lnTo>
                    <a:pt x="360041" y="35242"/>
                  </a:lnTo>
                  <a:cubicBezTo>
                    <a:pt x="357184" y="20002"/>
                    <a:pt x="342896" y="8572"/>
                    <a:pt x="327656" y="7620"/>
                  </a:cubicBezTo>
                  <a:lnTo>
                    <a:pt x="41906" y="8572"/>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14" name="Freeform 214"/>
            <p:cNvSpPr/>
            <p:nvPr/>
          </p:nvSpPr>
          <p:spPr>
            <a:xfrm>
              <a:off x="6651066" y="5966750"/>
              <a:ext cx="95288" cy="164808"/>
            </a:xfrm>
            <a:custGeom>
              <a:avLst/>
              <a:gdLst/>
              <a:ahLst/>
              <a:cxnLst/>
              <a:rect l="l" t="t" r="r" b="b"/>
              <a:pathLst>
                <a:path w="95288" h="164808">
                  <a:moveTo>
                    <a:pt x="94297" y="90149"/>
                  </a:moveTo>
                  <a:cubicBezTo>
                    <a:pt x="96203" y="79672"/>
                    <a:pt x="95250" y="69194"/>
                    <a:pt x="92392" y="58717"/>
                  </a:cubicBezTo>
                  <a:cubicBezTo>
                    <a:pt x="89535" y="52049"/>
                    <a:pt x="84772" y="45382"/>
                    <a:pt x="80010" y="40619"/>
                  </a:cubicBezTo>
                  <a:cubicBezTo>
                    <a:pt x="70485" y="31094"/>
                    <a:pt x="60960" y="21569"/>
                    <a:pt x="51435" y="12997"/>
                  </a:cubicBezTo>
                  <a:cubicBezTo>
                    <a:pt x="41910" y="5377"/>
                    <a:pt x="30480" y="-2243"/>
                    <a:pt x="19050" y="614"/>
                  </a:cubicBezTo>
                  <a:cubicBezTo>
                    <a:pt x="22860" y="17759"/>
                    <a:pt x="32385" y="32999"/>
                    <a:pt x="46672" y="43477"/>
                  </a:cubicBezTo>
                  <a:cubicBezTo>
                    <a:pt x="41910" y="37762"/>
                    <a:pt x="36195" y="33952"/>
                    <a:pt x="28575" y="32047"/>
                  </a:cubicBezTo>
                  <a:cubicBezTo>
                    <a:pt x="23813" y="30142"/>
                    <a:pt x="18097" y="31094"/>
                    <a:pt x="16192" y="35857"/>
                  </a:cubicBezTo>
                  <a:cubicBezTo>
                    <a:pt x="15240" y="38714"/>
                    <a:pt x="15240" y="42524"/>
                    <a:pt x="17145" y="44429"/>
                  </a:cubicBezTo>
                  <a:cubicBezTo>
                    <a:pt x="22860" y="56812"/>
                    <a:pt x="30480" y="67289"/>
                    <a:pt x="40958" y="74909"/>
                  </a:cubicBezTo>
                  <a:lnTo>
                    <a:pt x="29528" y="67289"/>
                  </a:lnTo>
                  <a:cubicBezTo>
                    <a:pt x="26670" y="65384"/>
                    <a:pt x="23813" y="63479"/>
                    <a:pt x="20003" y="63479"/>
                  </a:cubicBezTo>
                  <a:cubicBezTo>
                    <a:pt x="16192" y="62527"/>
                    <a:pt x="13335" y="64432"/>
                    <a:pt x="11430" y="68242"/>
                  </a:cubicBezTo>
                  <a:cubicBezTo>
                    <a:pt x="10478" y="71099"/>
                    <a:pt x="11430" y="73957"/>
                    <a:pt x="12383" y="75862"/>
                  </a:cubicBezTo>
                  <a:cubicBezTo>
                    <a:pt x="15240" y="82529"/>
                    <a:pt x="20003" y="89197"/>
                    <a:pt x="26670" y="93007"/>
                  </a:cubicBezTo>
                  <a:cubicBezTo>
                    <a:pt x="22860" y="89197"/>
                    <a:pt x="18097" y="87292"/>
                    <a:pt x="12383" y="86339"/>
                  </a:cubicBezTo>
                  <a:cubicBezTo>
                    <a:pt x="6667" y="85387"/>
                    <a:pt x="1905" y="89197"/>
                    <a:pt x="0" y="93959"/>
                  </a:cubicBezTo>
                  <a:cubicBezTo>
                    <a:pt x="0" y="96817"/>
                    <a:pt x="0" y="99674"/>
                    <a:pt x="1905" y="102532"/>
                  </a:cubicBezTo>
                  <a:cubicBezTo>
                    <a:pt x="10478" y="118724"/>
                    <a:pt x="30480" y="120629"/>
                    <a:pt x="40005" y="134917"/>
                  </a:cubicBezTo>
                  <a:cubicBezTo>
                    <a:pt x="47625" y="145394"/>
                    <a:pt x="43815" y="156824"/>
                    <a:pt x="58103" y="162539"/>
                  </a:cubicBezTo>
                  <a:cubicBezTo>
                    <a:pt x="93345" y="177779"/>
                    <a:pt x="92392" y="112057"/>
                    <a:pt x="94297" y="90149"/>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15" name="Freeform 215"/>
            <p:cNvSpPr/>
            <p:nvPr/>
          </p:nvSpPr>
          <p:spPr>
            <a:xfrm>
              <a:off x="6644977" y="5963944"/>
              <a:ext cx="105148" cy="172965"/>
            </a:xfrm>
            <a:custGeom>
              <a:avLst/>
              <a:gdLst/>
              <a:ahLst/>
              <a:cxnLst/>
              <a:rect l="l" t="t" r="r" b="b"/>
              <a:pathLst>
                <a:path w="105148" h="172965">
                  <a:moveTo>
                    <a:pt x="73716" y="172965"/>
                  </a:moveTo>
                  <a:cubicBezTo>
                    <a:pt x="69906" y="172965"/>
                    <a:pt x="65144" y="172013"/>
                    <a:pt x="61334" y="170108"/>
                  </a:cubicBezTo>
                  <a:cubicBezTo>
                    <a:pt x="52761" y="166298"/>
                    <a:pt x="47046" y="159630"/>
                    <a:pt x="45141" y="151058"/>
                  </a:cubicBezTo>
                  <a:cubicBezTo>
                    <a:pt x="44189" y="147248"/>
                    <a:pt x="42284" y="144390"/>
                    <a:pt x="40379" y="141533"/>
                  </a:cubicBezTo>
                  <a:cubicBezTo>
                    <a:pt x="35616" y="135818"/>
                    <a:pt x="30854" y="132008"/>
                    <a:pt x="24186" y="129150"/>
                  </a:cubicBezTo>
                  <a:cubicBezTo>
                    <a:pt x="14661" y="124388"/>
                    <a:pt x="7041" y="117720"/>
                    <a:pt x="2279" y="109148"/>
                  </a:cubicBezTo>
                  <a:cubicBezTo>
                    <a:pt x="374" y="105338"/>
                    <a:pt x="-579" y="101528"/>
                    <a:pt x="374" y="97718"/>
                  </a:cubicBezTo>
                  <a:cubicBezTo>
                    <a:pt x="2279" y="91050"/>
                    <a:pt x="7994" y="86288"/>
                    <a:pt x="14661" y="86288"/>
                  </a:cubicBezTo>
                  <a:cubicBezTo>
                    <a:pt x="13709" y="85335"/>
                    <a:pt x="13709" y="83430"/>
                    <a:pt x="12756" y="82478"/>
                  </a:cubicBezTo>
                  <a:cubicBezTo>
                    <a:pt x="10851" y="78668"/>
                    <a:pt x="10851" y="74858"/>
                    <a:pt x="11804" y="71048"/>
                  </a:cubicBezTo>
                  <a:cubicBezTo>
                    <a:pt x="13709" y="66285"/>
                    <a:pt x="18471" y="63428"/>
                    <a:pt x="23234" y="63428"/>
                  </a:cubicBezTo>
                  <a:cubicBezTo>
                    <a:pt x="20376" y="59618"/>
                    <a:pt x="18471" y="55808"/>
                    <a:pt x="16566" y="51045"/>
                  </a:cubicBezTo>
                  <a:cubicBezTo>
                    <a:pt x="14661" y="47235"/>
                    <a:pt x="13709" y="42473"/>
                    <a:pt x="15614" y="38663"/>
                  </a:cubicBezTo>
                  <a:cubicBezTo>
                    <a:pt x="17519" y="33900"/>
                    <a:pt x="23234" y="31043"/>
                    <a:pt x="27996" y="31995"/>
                  </a:cubicBezTo>
                  <a:cubicBezTo>
                    <a:pt x="23234" y="24375"/>
                    <a:pt x="20376" y="15803"/>
                    <a:pt x="18471" y="7230"/>
                  </a:cubicBezTo>
                  <a:cubicBezTo>
                    <a:pt x="17519" y="4373"/>
                    <a:pt x="18471" y="1515"/>
                    <a:pt x="21329" y="563"/>
                  </a:cubicBezTo>
                  <a:cubicBezTo>
                    <a:pt x="21329" y="563"/>
                    <a:pt x="21329" y="563"/>
                    <a:pt x="21329" y="563"/>
                  </a:cubicBezTo>
                  <a:cubicBezTo>
                    <a:pt x="35616" y="-2295"/>
                    <a:pt x="47999" y="6278"/>
                    <a:pt x="57524" y="13898"/>
                  </a:cubicBezTo>
                  <a:cubicBezTo>
                    <a:pt x="68001" y="22470"/>
                    <a:pt x="77526" y="31995"/>
                    <a:pt x="87051" y="41520"/>
                  </a:cubicBezTo>
                  <a:cubicBezTo>
                    <a:pt x="92766" y="47235"/>
                    <a:pt x="97529" y="53903"/>
                    <a:pt x="101339" y="60570"/>
                  </a:cubicBezTo>
                  <a:cubicBezTo>
                    <a:pt x="105149" y="71048"/>
                    <a:pt x="106101" y="82478"/>
                    <a:pt x="104196" y="93908"/>
                  </a:cubicBezTo>
                  <a:lnTo>
                    <a:pt x="104196" y="93908"/>
                  </a:lnTo>
                  <a:cubicBezTo>
                    <a:pt x="104196" y="96765"/>
                    <a:pt x="104196" y="100575"/>
                    <a:pt x="103244" y="104385"/>
                  </a:cubicBezTo>
                  <a:cubicBezTo>
                    <a:pt x="102291" y="126293"/>
                    <a:pt x="100386" y="160583"/>
                    <a:pt x="84194" y="170108"/>
                  </a:cubicBezTo>
                  <a:cubicBezTo>
                    <a:pt x="81336" y="171060"/>
                    <a:pt x="77526" y="172965"/>
                    <a:pt x="73716" y="172965"/>
                  </a:cubicBezTo>
                  <a:close/>
                  <a:moveTo>
                    <a:pt x="16566" y="93908"/>
                  </a:moveTo>
                  <a:cubicBezTo>
                    <a:pt x="13709" y="93908"/>
                    <a:pt x="11804" y="94860"/>
                    <a:pt x="9899" y="97718"/>
                  </a:cubicBezTo>
                  <a:cubicBezTo>
                    <a:pt x="9899" y="99623"/>
                    <a:pt x="9899" y="101528"/>
                    <a:pt x="10851" y="103433"/>
                  </a:cubicBezTo>
                  <a:cubicBezTo>
                    <a:pt x="15614" y="110100"/>
                    <a:pt x="21329" y="115815"/>
                    <a:pt x="28949" y="119625"/>
                  </a:cubicBezTo>
                  <a:cubicBezTo>
                    <a:pt x="36569" y="123435"/>
                    <a:pt x="43236" y="128198"/>
                    <a:pt x="47999" y="134865"/>
                  </a:cubicBezTo>
                  <a:cubicBezTo>
                    <a:pt x="50856" y="138675"/>
                    <a:pt x="52761" y="142485"/>
                    <a:pt x="53714" y="147248"/>
                  </a:cubicBezTo>
                  <a:cubicBezTo>
                    <a:pt x="54666" y="153915"/>
                    <a:pt x="58476" y="158678"/>
                    <a:pt x="64191" y="160583"/>
                  </a:cubicBezTo>
                  <a:cubicBezTo>
                    <a:pt x="68954" y="163440"/>
                    <a:pt x="73716" y="163440"/>
                    <a:pt x="78479" y="160583"/>
                  </a:cubicBezTo>
                  <a:cubicBezTo>
                    <a:pt x="90861" y="152963"/>
                    <a:pt x="92766" y="119625"/>
                    <a:pt x="93719" y="102480"/>
                  </a:cubicBezTo>
                  <a:cubicBezTo>
                    <a:pt x="93719" y="98670"/>
                    <a:pt x="93719" y="94860"/>
                    <a:pt x="94671" y="92003"/>
                  </a:cubicBezTo>
                  <a:cubicBezTo>
                    <a:pt x="96576" y="82478"/>
                    <a:pt x="95624" y="72000"/>
                    <a:pt x="92766" y="63428"/>
                  </a:cubicBezTo>
                  <a:cubicBezTo>
                    <a:pt x="89909" y="56760"/>
                    <a:pt x="86099" y="51045"/>
                    <a:pt x="81336" y="46283"/>
                  </a:cubicBezTo>
                  <a:cubicBezTo>
                    <a:pt x="71811" y="36758"/>
                    <a:pt x="62286" y="28185"/>
                    <a:pt x="52761" y="19613"/>
                  </a:cubicBezTo>
                  <a:cubicBezTo>
                    <a:pt x="46094" y="13898"/>
                    <a:pt x="38474" y="9135"/>
                    <a:pt x="29901" y="8183"/>
                  </a:cubicBezTo>
                  <a:cubicBezTo>
                    <a:pt x="32759" y="18660"/>
                    <a:pt x="38474" y="28185"/>
                    <a:pt x="46094" y="35805"/>
                  </a:cubicBezTo>
                  <a:cubicBezTo>
                    <a:pt x="49904" y="37710"/>
                    <a:pt x="52761" y="40568"/>
                    <a:pt x="55619" y="44378"/>
                  </a:cubicBezTo>
                  <a:cubicBezTo>
                    <a:pt x="57524" y="46283"/>
                    <a:pt x="57524" y="49140"/>
                    <a:pt x="55619" y="51045"/>
                  </a:cubicBezTo>
                  <a:cubicBezTo>
                    <a:pt x="53714" y="52950"/>
                    <a:pt x="50856" y="52950"/>
                    <a:pt x="48951" y="51998"/>
                  </a:cubicBezTo>
                  <a:cubicBezTo>
                    <a:pt x="46094" y="50093"/>
                    <a:pt x="42284" y="47235"/>
                    <a:pt x="39426" y="44378"/>
                  </a:cubicBezTo>
                  <a:cubicBezTo>
                    <a:pt x="37521" y="43425"/>
                    <a:pt x="34664" y="41520"/>
                    <a:pt x="31806" y="41520"/>
                  </a:cubicBezTo>
                  <a:cubicBezTo>
                    <a:pt x="28949" y="40568"/>
                    <a:pt x="25139" y="40568"/>
                    <a:pt x="25139" y="42473"/>
                  </a:cubicBezTo>
                  <a:cubicBezTo>
                    <a:pt x="25139" y="44378"/>
                    <a:pt x="25139" y="46283"/>
                    <a:pt x="26091" y="47235"/>
                  </a:cubicBezTo>
                  <a:cubicBezTo>
                    <a:pt x="30854" y="58665"/>
                    <a:pt x="38474" y="68190"/>
                    <a:pt x="48951" y="75810"/>
                  </a:cubicBezTo>
                  <a:cubicBezTo>
                    <a:pt x="50856" y="77715"/>
                    <a:pt x="51809" y="80573"/>
                    <a:pt x="49904" y="82478"/>
                  </a:cubicBezTo>
                  <a:cubicBezTo>
                    <a:pt x="49904" y="82478"/>
                    <a:pt x="49904" y="82478"/>
                    <a:pt x="49904" y="82478"/>
                  </a:cubicBezTo>
                  <a:cubicBezTo>
                    <a:pt x="47999" y="84383"/>
                    <a:pt x="45141" y="85335"/>
                    <a:pt x="43236" y="83430"/>
                  </a:cubicBezTo>
                  <a:lnTo>
                    <a:pt x="31806" y="76763"/>
                  </a:lnTo>
                  <a:cubicBezTo>
                    <a:pt x="29901" y="74858"/>
                    <a:pt x="27044" y="73905"/>
                    <a:pt x="24186" y="72953"/>
                  </a:cubicBezTo>
                  <a:cubicBezTo>
                    <a:pt x="23234" y="72953"/>
                    <a:pt x="21329" y="72953"/>
                    <a:pt x="20376" y="73905"/>
                  </a:cubicBezTo>
                  <a:cubicBezTo>
                    <a:pt x="20376" y="75810"/>
                    <a:pt x="20376" y="76763"/>
                    <a:pt x="21329" y="77715"/>
                  </a:cubicBezTo>
                  <a:cubicBezTo>
                    <a:pt x="23234" y="83430"/>
                    <a:pt x="27044" y="88193"/>
                    <a:pt x="32759" y="92003"/>
                  </a:cubicBezTo>
                  <a:lnTo>
                    <a:pt x="33711" y="92955"/>
                  </a:lnTo>
                  <a:cubicBezTo>
                    <a:pt x="35616" y="94860"/>
                    <a:pt x="36569" y="97718"/>
                    <a:pt x="34664" y="99623"/>
                  </a:cubicBezTo>
                  <a:cubicBezTo>
                    <a:pt x="34664" y="99623"/>
                    <a:pt x="34664" y="99623"/>
                    <a:pt x="34664" y="99623"/>
                  </a:cubicBezTo>
                  <a:cubicBezTo>
                    <a:pt x="32759" y="101528"/>
                    <a:pt x="29901" y="102480"/>
                    <a:pt x="27996" y="100575"/>
                  </a:cubicBezTo>
                  <a:lnTo>
                    <a:pt x="27044" y="99623"/>
                  </a:lnTo>
                  <a:cubicBezTo>
                    <a:pt x="24186" y="96765"/>
                    <a:pt x="20376" y="94860"/>
                    <a:pt x="16566" y="94860"/>
                  </a:cubicBezTo>
                  <a:lnTo>
                    <a:pt x="16566" y="93908"/>
                  </a:lnTo>
                  <a:close/>
                  <a:moveTo>
                    <a:pt x="100386" y="92955"/>
                  </a:moveTo>
                  <a:lnTo>
                    <a:pt x="100386" y="92955"/>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16" name="Freeform 216"/>
            <p:cNvSpPr/>
            <p:nvPr/>
          </p:nvSpPr>
          <p:spPr>
            <a:xfrm>
              <a:off x="6302208" y="5978765"/>
              <a:ext cx="65012" cy="120327"/>
            </a:xfrm>
            <a:custGeom>
              <a:avLst/>
              <a:gdLst/>
              <a:ahLst/>
              <a:cxnLst/>
              <a:rect l="l" t="t" r="r" b="b"/>
              <a:pathLst>
                <a:path w="65012" h="120327">
                  <a:moveTo>
                    <a:pt x="243" y="57180"/>
                  </a:moveTo>
                  <a:cubicBezTo>
                    <a:pt x="2148" y="37177"/>
                    <a:pt x="7863" y="15270"/>
                    <a:pt x="25008" y="4792"/>
                  </a:cubicBezTo>
                  <a:cubicBezTo>
                    <a:pt x="35485" y="-923"/>
                    <a:pt x="48820" y="-1875"/>
                    <a:pt x="59298" y="3840"/>
                  </a:cubicBezTo>
                  <a:cubicBezTo>
                    <a:pt x="61203" y="4792"/>
                    <a:pt x="63108" y="6697"/>
                    <a:pt x="63108" y="8602"/>
                  </a:cubicBezTo>
                  <a:cubicBezTo>
                    <a:pt x="64060" y="11460"/>
                    <a:pt x="61203" y="14317"/>
                    <a:pt x="58345" y="16222"/>
                  </a:cubicBezTo>
                  <a:cubicBezTo>
                    <a:pt x="52630" y="20032"/>
                    <a:pt x="46915" y="21937"/>
                    <a:pt x="40248" y="23842"/>
                  </a:cubicBezTo>
                  <a:cubicBezTo>
                    <a:pt x="50725" y="22890"/>
                    <a:pt x="61203" y="28605"/>
                    <a:pt x="65013" y="39082"/>
                  </a:cubicBezTo>
                  <a:cubicBezTo>
                    <a:pt x="58345" y="46702"/>
                    <a:pt x="49773" y="51465"/>
                    <a:pt x="40248" y="52417"/>
                  </a:cubicBezTo>
                  <a:cubicBezTo>
                    <a:pt x="46915" y="50512"/>
                    <a:pt x="53583" y="53370"/>
                    <a:pt x="57393" y="58132"/>
                  </a:cubicBezTo>
                  <a:cubicBezTo>
                    <a:pt x="64060" y="67657"/>
                    <a:pt x="58345" y="69562"/>
                    <a:pt x="51678" y="75277"/>
                  </a:cubicBezTo>
                  <a:cubicBezTo>
                    <a:pt x="54535" y="74325"/>
                    <a:pt x="57393" y="75277"/>
                    <a:pt x="60250" y="76230"/>
                  </a:cubicBezTo>
                  <a:cubicBezTo>
                    <a:pt x="63108" y="77182"/>
                    <a:pt x="65013" y="80992"/>
                    <a:pt x="65013" y="83850"/>
                  </a:cubicBezTo>
                  <a:cubicBezTo>
                    <a:pt x="64060" y="89565"/>
                    <a:pt x="57393" y="91470"/>
                    <a:pt x="52630" y="94327"/>
                  </a:cubicBezTo>
                  <a:cubicBezTo>
                    <a:pt x="48820" y="97185"/>
                    <a:pt x="45963" y="100042"/>
                    <a:pt x="44058" y="104805"/>
                  </a:cubicBezTo>
                  <a:cubicBezTo>
                    <a:pt x="43105" y="107662"/>
                    <a:pt x="43105" y="109567"/>
                    <a:pt x="41200" y="112425"/>
                  </a:cubicBezTo>
                  <a:cubicBezTo>
                    <a:pt x="31675" y="129570"/>
                    <a:pt x="9768" y="115282"/>
                    <a:pt x="5005" y="102900"/>
                  </a:cubicBezTo>
                  <a:cubicBezTo>
                    <a:pt x="1195" y="88612"/>
                    <a:pt x="-710" y="72420"/>
                    <a:pt x="243" y="57180"/>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17" name="Freeform 217"/>
            <p:cNvSpPr/>
            <p:nvPr/>
          </p:nvSpPr>
          <p:spPr>
            <a:xfrm>
              <a:off x="6298407" y="5973292"/>
              <a:ext cx="76433" cy="130279"/>
            </a:xfrm>
            <a:custGeom>
              <a:avLst/>
              <a:gdLst/>
              <a:ahLst/>
              <a:cxnLst/>
              <a:rect l="l" t="t" r="r" b="b"/>
              <a:pathLst>
                <a:path w="76433" h="130279">
                  <a:moveTo>
                    <a:pt x="34524" y="130280"/>
                  </a:moveTo>
                  <a:lnTo>
                    <a:pt x="33571" y="130280"/>
                  </a:lnTo>
                  <a:cubicBezTo>
                    <a:pt x="22141" y="128375"/>
                    <a:pt x="11664" y="120755"/>
                    <a:pt x="6901" y="110277"/>
                  </a:cubicBezTo>
                  <a:cubicBezTo>
                    <a:pt x="1186" y="95037"/>
                    <a:pt x="-719" y="77892"/>
                    <a:pt x="234" y="61700"/>
                  </a:cubicBezTo>
                  <a:lnTo>
                    <a:pt x="234" y="61700"/>
                  </a:lnTo>
                  <a:cubicBezTo>
                    <a:pt x="1186" y="42650"/>
                    <a:pt x="6901" y="16932"/>
                    <a:pt x="26904" y="5502"/>
                  </a:cubicBezTo>
                  <a:cubicBezTo>
                    <a:pt x="39286" y="-1165"/>
                    <a:pt x="53574" y="-2118"/>
                    <a:pt x="65956" y="4550"/>
                  </a:cubicBezTo>
                  <a:cubicBezTo>
                    <a:pt x="68814" y="5502"/>
                    <a:pt x="71671" y="8360"/>
                    <a:pt x="72624" y="12170"/>
                  </a:cubicBezTo>
                  <a:cubicBezTo>
                    <a:pt x="73576" y="15027"/>
                    <a:pt x="72624" y="19790"/>
                    <a:pt x="65956" y="24552"/>
                  </a:cubicBezTo>
                  <a:lnTo>
                    <a:pt x="62146" y="27410"/>
                  </a:lnTo>
                  <a:cubicBezTo>
                    <a:pt x="67861" y="30267"/>
                    <a:pt x="72624" y="35982"/>
                    <a:pt x="75481" y="41697"/>
                  </a:cubicBezTo>
                  <a:cubicBezTo>
                    <a:pt x="76434" y="43602"/>
                    <a:pt x="75481" y="45507"/>
                    <a:pt x="74529" y="46460"/>
                  </a:cubicBezTo>
                  <a:cubicBezTo>
                    <a:pt x="71671" y="50270"/>
                    <a:pt x="67861" y="53127"/>
                    <a:pt x="63099" y="55985"/>
                  </a:cubicBezTo>
                  <a:cubicBezTo>
                    <a:pt x="65004" y="56937"/>
                    <a:pt x="65956" y="58842"/>
                    <a:pt x="66909" y="60747"/>
                  </a:cubicBezTo>
                  <a:cubicBezTo>
                    <a:pt x="71671" y="68367"/>
                    <a:pt x="71671" y="73130"/>
                    <a:pt x="68814" y="76940"/>
                  </a:cubicBezTo>
                  <a:lnTo>
                    <a:pt x="68814" y="76940"/>
                  </a:lnTo>
                  <a:cubicBezTo>
                    <a:pt x="73576" y="78845"/>
                    <a:pt x="76434" y="83607"/>
                    <a:pt x="76434" y="89322"/>
                  </a:cubicBezTo>
                  <a:cubicBezTo>
                    <a:pt x="75481" y="96942"/>
                    <a:pt x="69766" y="99800"/>
                    <a:pt x="65004" y="101705"/>
                  </a:cubicBezTo>
                  <a:lnTo>
                    <a:pt x="62146" y="103610"/>
                  </a:lnTo>
                  <a:cubicBezTo>
                    <a:pt x="59289" y="105515"/>
                    <a:pt x="56431" y="108372"/>
                    <a:pt x="55479" y="111230"/>
                  </a:cubicBezTo>
                  <a:cubicBezTo>
                    <a:pt x="55479" y="112182"/>
                    <a:pt x="54526" y="113135"/>
                    <a:pt x="54526" y="113135"/>
                  </a:cubicBezTo>
                  <a:cubicBezTo>
                    <a:pt x="54526" y="115040"/>
                    <a:pt x="53574" y="116945"/>
                    <a:pt x="52621" y="118850"/>
                  </a:cubicBezTo>
                  <a:cubicBezTo>
                    <a:pt x="47859" y="126470"/>
                    <a:pt x="41191" y="130280"/>
                    <a:pt x="34524" y="130280"/>
                  </a:cubicBezTo>
                  <a:close/>
                  <a:moveTo>
                    <a:pt x="8806" y="62652"/>
                  </a:moveTo>
                  <a:cubicBezTo>
                    <a:pt x="7854" y="77892"/>
                    <a:pt x="9759" y="92180"/>
                    <a:pt x="14521" y="106467"/>
                  </a:cubicBezTo>
                  <a:cubicBezTo>
                    <a:pt x="18331" y="114087"/>
                    <a:pt x="24999" y="118850"/>
                    <a:pt x="33571" y="120755"/>
                  </a:cubicBezTo>
                  <a:cubicBezTo>
                    <a:pt x="37381" y="120755"/>
                    <a:pt x="41191" y="118850"/>
                    <a:pt x="42144" y="115040"/>
                  </a:cubicBezTo>
                  <a:cubicBezTo>
                    <a:pt x="43096" y="114087"/>
                    <a:pt x="43096" y="112182"/>
                    <a:pt x="43096" y="111230"/>
                  </a:cubicBezTo>
                  <a:cubicBezTo>
                    <a:pt x="43096" y="110277"/>
                    <a:pt x="44049" y="109325"/>
                    <a:pt x="44049" y="108372"/>
                  </a:cubicBezTo>
                  <a:cubicBezTo>
                    <a:pt x="45954" y="102657"/>
                    <a:pt x="49764" y="97895"/>
                    <a:pt x="54526" y="95037"/>
                  </a:cubicBezTo>
                  <a:lnTo>
                    <a:pt x="58336" y="93132"/>
                  </a:lnTo>
                  <a:cubicBezTo>
                    <a:pt x="62146" y="91227"/>
                    <a:pt x="64051" y="90275"/>
                    <a:pt x="65004" y="88370"/>
                  </a:cubicBezTo>
                  <a:cubicBezTo>
                    <a:pt x="65004" y="86465"/>
                    <a:pt x="64051" y="86465"/>
                    <a:pt x="63099" y="85512"/>
                  </a:cubicBezTo>
                  <a:cubicBezTo>
                    <a:pt x="61194" y="84560"/>
                    <a:pt x="59289" y="84560"/>
                    <a:pt x="57384" y="84560"/>
                  </a:cubicBezTo>
                  <a:cubicBezTo>
                    <a:pt x="54526" y="84560"/>
                    <a:pt x="52621" y="82655"/>
                    <a:pt x="51669" y="80750"/>
                  </a:cubicBezTo>
                  <a:cubicBezTo>
                    <a:pt x="51669" y="78845"/>
                    <a:pt x="51669" y="76940"/>
                    <a:pt x="53574" y="75987"/>
                  </a:cubicBezTo>
                  <a:lnTo>
                    <a:pt x="55479" y="74082"/>
                  </a:lnTo>
                  <a:cubicBezTo>
                    <a:pt x="61194" y="69320"/>
                    <a:pt x="61194" y="69320"/>
                    <a:pt x="58336" y="65510"/>
                  </a:cubicBezTo>
                  <a:cubicBezTo>
                    <a:pt x="55479" y="60747"/>
                    <a:pt x="51669" y="60747"/>
                    <a:pt x="45954" y="61700"/>
                  </a:cubicBezTo>
                  <a:cubicBezTo>
                    <a:pt x="43096" y="61700"/>
                    <a:pt x="41191" y="60747"/>
                    <a:pt x="40239" y="57890"/>
                  </a:cubicBezTo>
                  <a:cubicBezTo>
                    <a:pt x="40239" y="57890"/>
                    <a:pt x="40239" y="57890"/>
                    <a:pt x="40239" y="57890"/>
                  </a:cubicBezTo>
                  <a:cubicBezTo>
                    <a:pt x="40239" y="55032"/>
                    <a:pt x="42144" y="53127"/>
                    <a:pt x="44049" y="52175"/>
                  </a:cubicBezTo>
                  <a:cubicBezTo>
                    <a:pt x="51669" y="51222"/>
                    <a:pt x="58336" y="47412"/>
                    <a:pt x="63099" y="42650"/>
                  </a:cubicBezTo>
                  <a:cubicBezTo>
                    <a:pt x="59289" y="35982"/>
                    <a:pt x="51669" y="32172"/>
                    <a:pt x="45001" y="33125"/>
                  </a:cubicBezTo>
                  <a:cubicBezTo>
                    <a:pt x="42144" y="33125"/>
                    <a:pt x="40239" y="32172"/>
                    <a:pt x="39286" y="29315"/>
                  </a:cubicBezTo>
                  <a:cubicBezTo>
                    <a:pt x="38334" y="26457"/>
                    <a:pt x="40239" y="24552"/>
                    <a:pt x="43096" y="23600"/>
                  </a:cubicBezTo>
                  <a:cubicBezTo>
                    <a:pt x="48811" y="21695"/>
                    <a:pt x="54526" y="19790"/>
                    <a:pt x="60241" y="15980"/>
                  </a:cubicBezTo>
                  <a:cubicBezTo>
                    <a:pt x="62146" y="15027"/>
                    <a:pt x="63099" y="14075"/>
                    <a:pt x="63099" y="13122"/>
                  </a:cubicBezTo>
                  <a:lnTo>
                    <a:pt x="61194" y="12170"/>
                  </a:lnTo>
                  <a:cubicBezTo>
                    <a:pt x="51669" y="7407"/>
                    <a:pt x="40239" y="7407"/>
                    <a:pt x="31666" y="13122"/>
                  </a:cubicBezTo>
                  <a:cubicBezTo>
                    <a:pt x="14521" y="23600"/>
                    <a:pt x="9759" y="45507"/>
                    <a:pt x="8806" y="62652"/>
                  </a:cubicBezTo>
                  <a:lnTo>
                    <a:pt x="8806" y="62652"/>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18" name="Freeform 218"/>
            <p:cNvSpPr/>
            <p:nvPr/>
          </p:nvSpPr>
          <p:spPr>
            <a:xfrm>
              <a:off x="6517716" y="5405390"/>
              <a:ext cx="72390" cy="72389"/>
            </a:xfrm>
            <a:custGeom>
              <a:avLst/>
              <a:gdLst/>
              <a:ahLst/>
              <a:cxnLst/>
              <a:rect l="l" t="t" r="r" b="b"/>
              <a:pathLst>
                <a:path w="72390" h="72389">
                  <a:moveTo>
                    <a:pt x="36195" y="72390"/>
                  </a:moveTo>
                  <a:cubicBezTo>
                    <a:pt x="16192" y="72390"/>
                    <a:pt x="0" y="56197"/>
                    <a:pt x="0" y="36195"/>
                  </a:cubicBezTo>
                  <a:cubicBezTo>
                    <a:pt x="0" y="16192"/>
                    <a:pt x="16192" y="0"/>
                    <a:pt x="36195" y="0"/>
                  </a:cubicBezTo>
                  <a:cubicBezTo>
                    <a:pt x="56197" y="0"/>
                    <a:pt x="72390" y="16192"/>
                    <a:pt x="72390" y="36195"/>
                  </a:cubicBezTo>
                  <a:cubicBezTo>
                    <a:pt x="72390" y="57150"/>
                    <a:pt x="56197" y="72390"/>
                    <a:pt x="36195" y="72390"/>
                  </a:cubicBezTo>
                  <a:close/>
                  <a:moveTo>
                    <a:pt x="36195" y="10477"/>
                  </a:moveTo>
                  <a:cubicBezTo>
                    <a:pt x="21908" y="10477"/>
                    <a:pt x="10478" y="21907"/>
                    <a:pt x="10478" y="36195"/>
                  </a:cubicBezTo>
                  <a:cubicBezTo>
                    <a:pt x="10478" y="50482"/>
                    <a:pt x="21908" y="61913"/>
                    <a:pt x="36195" y="61913"/>
                  </a:cubicBezTo>
                  <a:cubicBezTo>
                    <a:pt x="50483" y="61913"/>
                    <a:pt x="61913" y="50482"/>
                    <a:pt x="61913" y="36195"/>
                  </a:cubicBezTo>
                  <a:cubicBezTo>
                    <a:pt x="62865" y="22860"/>
                    <a:pt x="51435" y="11430"/>
                    <a:pt x="36195" y="10477"/>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19" name="Freeform 219"/>
            <p:cNvSpPr/>
            <p:nvPr/>
          </p:nvSpPr>
          <p:spPr>
            <a:xfrm>
              <a:off x="6597726" y="5405390"/>
              <a:ext cx="72390" cy="72389"/>
            </a:xfrm>
            <a:custGeom>
              <a:avLst/>
              <a:gdLst/>
              <a:ahLst/>
              <a:cxnLst/>
              <a:rect l="l" t="t" r="r" b="b"/>
              <a:pathLst>
                <a:path w="72390" h="72389">
                  <a:moveTo>
                    <a:pt x="36195" y="72390"/>
                  </a:moveTo>
                  <a:cubicBezTo>
                    <a:pt x="16193" y="72390"/>
                    <a:pt x="0" y="56197"/>
                    <a:pt x="0" y="36195"/>
                  </a:cubicBezTo>
                  <a:cubicBezTo>
                    <a:pt x="0" y="16192"/>
                    <a:pt x="16193" y="0"/>
                    <a:pt x="36195" y="0"/>
                  </a:cubicBezTo>
                  <a:cubicBezTo>
                    <a:pt x="56198" y="0"/>
                    <a:pt x="72390" y="16192"/>
                    <a:pt x="72390" y="36195"/>
                  </a:cubicBezTo>
                  <a:cubicBezTo>
                    <a:pt x="72390" y="57150"/>
                    <a:pt x="56198" y="72390"/>
                    <a:pt x="36195" y="72390"/>
                  </a:cubicBezTo>
                  <a:lnTo>
                    <a:pt x="36195" y="72390"/>
                  </a:lnTo>
                  <a:close/>
                  <a:moveTo>
                    <a:pt x="36195" y="10477"/>
                  </a:moveTo>
                  <a:cubicBezTo>
                    <a:pt x="21908" y="10477"/>
                    <a:pt x="10478" y="21907"/>
                    <a:pt x="10478" y="36195"/>
                  </a:cubicBezTo>
                  <a:cubicBezTo>
                    <a:pt x="10478" y="50482"/>
                    <a:pt x="21908" y="61913"/>
                    <a:pt x="36195" y="61913"/>
                  </a:cubicBezTo>
                  <a:cubicBezTo>
                    <a:pt x="50483" y="61913"/>
                    <a:pt x="61913" y="50482"/>
                    <a:pt x="61913" y="36195"/>
                  </a:cubicBezTo>
                  <a:cubicBezTo>
                    <a:pt x="62865" y="22860"/>
                    <a:pt x="50483" y="10477"/>
                    <a:pt x="36195" y="10477"/>
                  </a:cubicBezTo>
                  <a:lnTo>
                    <a:pt x="36195" y="10477"/>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20" name="Freeform 220"/>
            <p:cNvSpPr/>
            <p:nvPr/>
          </p:nvSpPr>
          <p:spPr>
            <a:xfrm>
              <a:off x="6564967" y="5502459"/>
              <a:ext cx="87137" cy="34435"/>
            </a:xfrm>
            <a:custGeom>
              <a:avLst/>
              <a:gdLst/>
              <a:ahLst/>
              <a:cxnLst/>
              <a:rect l="l" t="t" r="r" b="b"/>
              <a:pathLst>
                <a:path w="87137" h="34435">
                  <a:moveTo>
                    <a:pt x="37521" y="34376"/>
                  </a:moveTo>
                  <a:cubicBezTo>
                    <a:pt x="25139" y="34376"/>
                    <a:pt x="12756" y="31518"/>
                    <a:pt x="2279" y="25803"/>
                  </a:cubicBezTo>
                  <a:cubicBezTo>
                    <a:pt x="374" y="24851"/>
                    <a:pt x="-579" y="21993"/>
                    <a:pt x="374" y="19136"/>
                  </a:cubicBezTo>
                  <a:cubicBezTo>
                    <a:pt x="1326" y="17231"/>
                    <a:pt x="4184" y="16278"/>
                    <a:pt x="7041" y="17231"/>
                  </a:cubicBezTo>
                  <a:cubicBezTo>
                    <a:pt x="8946" y="18183"/>
                    <a:pt x="51809" y="41996"/>
                    <a:pt x="78479" y="1991"/>
                  </a:cubicBezTo>
                  <a:cubicBezTo>
                    <a:pt x="80384" y="86"/>
                    <a:pt x="83241" y="-867"/>
                    <a:pt x="85146" y="1038"/>
                  </a:cubicBezTo>
                  <a:cubicBezTo>
                    <a:pt x="87051" y="2943"/>
                    <a:pt x="88004" y="5801"/>
                    <a:pt x="86099" y="7706"/>
                  </a:cubicBezTo>
                  <a:cubicBezTo>
                    <a:pt x="75621" y="24851"/>
                    <a:pt x="56571" y="35328"/>
                    <a:pt x="37521" y="34376"/>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21" name="Freeform 221"/>
            <p:cNvSpPr/>
            <p:nvPr/>
          </p:nvSpPr>
          <p:spPr>
            <a:xfrm>
              <a:off x="6580581" y="5437774"/>
              <a:ext cx="27622" cy="9525"/>
            </a:xfrm>
            <a:custGeom>
              <a:avLst/>
              <a:gdLst/>
              <a:ahLst/>
              <a:cxnLst/>
              <a:rect l="l" t="t" r="r" b="b"/>
              <a:pathLst>
                <a:path w="27622" h="9525">
                  <a:moveTo>
                    <a:pt x="22860" y="9525"/>
                  </a:moveTo>
                  <a:lnTo>
                    <a:pt x="4763" y="9525"/>
                  </a:lnTo>
                  <a:cubicBezTo>
                    <a:pt x="1905" y="9525"/>
                    <a:pt x="0" y="7620"/>
                    <a:pt x="0" y="4763"/>
                  </a:cubicBezTo>
                  <a:cubicBezTo>
                    <a:pt x="0" y="1905"/>
                    <a:pt x="1905" y="0"/>
                    <a:pt x="4763" y="0"/>
                  </a:cubicBezTo>
                  <a:lnTo>
                    <a:pt x="22860" y="0"/>
                  </a:lnTo>
                  <a:cubicBezTo>
                    <a:pt x="25717" y="0"/>
                    <a:pt x="27622" y="1905"/>
                    <a:pt x="27622" y="4763"/>
                  </a:cubicBezTo>
                  <a:cubicBezTo>
                    <a:pt x="27622" y="7620"/>
                    <a:pt x="24765" y="9525"/>
                    <a:pt x="22860" y="952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22" name="Freeform 222"/>
            <p:cNvSpPr/>
            <p:nvPr/>
          </p:nvSpPr>
          <p:spPr>
            <a:xfrm>
              <a:off x="6659638" y="5437774"/>
              <a:ext cx="80962" cy="28575"/>
            </a:xfrm>
            <a:custGeom>
              <a:avLst/>
              <a:gdLst/>
              <a:ahLst/>
              <a:cxnLst/>
              <a:rect l="l" t="t" r="r" b="b"/>
              <a:pathLst>
                <a:path w="80962" h="28575">
                  <a:moveTo>
                    <a:pt x="76200" y="28575"/>
                  </a:moveTo>
                  <a:cubicBezTo>
                    <a:pt x="76200" y="28575"/>
                    <a:pt x="75248" y="28575"/>
                    <a:pt x="75248" y="28575"/>
                  </a:cubicBezTo>
                  <a:lnTo>
                    <a:pt x="3810" y="9525"/>
                  </a:lnTo>
                  <a:cubicBezTo>
                    <a:pt x="953" y="8573"/>
                    <a:pt x="0" y="5715"/>
                    <a:pt x="0" y="3810"/>
                  </a:cubicBezTo>
                  <a:cubicBezTo>
                    <a:pt x="953" y="953"/>
                    <a:pt x="3810" y="0"/>
                    <a:pt x="5715" y="0"/>
                  </a:cubicBezTo>
                  <a:lnTo>
                    <a:pt x="77153" y="19050"/>
                  </a:lnTo>
                  <a:cubicBezTo>
                    <a:pt x="80010" y="20003"/>
                    <a:pt x="80963" y="22860"/>
                    <a:pt x="80963" y="24765"/>
                  </a:cubicBezTo>
                  <a:cubicBezTo>
                    <a:pt x="80963" y="27623"/>
                    <a:pt x="79058" y="28575"/>
                    <a:pt x="76200" y="2857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23" name="Freeform 223"/>
            <p:cNvSpPr/>
            <p:nvPr/>
          </p:nvSpPr>
          <p:spPr>
            <a:xfrm>
              <a:off x="6696786" y="5446728"/>
              <a:ext cx="59377" cy="68644"/>
            </a:xfrm>
            <a:custGeom>
              <a:avLst/>
              <a:gdLst/>
              <a:ahLst/>
              <a:cxnLst/>
              <a:rect l="l" t="t" r="r" b="b"/>
              <a:pathLst>
                <a:path w="59377" h="68644">
                  <a:moveTo>
                    <a:pt x="0" y="26289"/>
                  </a:moveTo>
                  <a:cubicBezTo>
                    <a:pt x="1905" y="19622"/>
                    <a:pt x="5715" y="12954"/>
                    <a:pt x="11430" y="9144"/>
                  </a:cubicBezTo>
                  <a:cubicBezTo>
                    <a:pt x="20002" y="1524"/>
                    <a:pt x="31433" y="-1334"/>
                    <a:pt x="42863" y="572"/>
                  </a:cubicBezTo>
                  <a:cubicBezTo>
                    <a:pt x="54292" y="5334"/>
                    <a:pt x="60960" y="17716"/>
                    <a:pt x="59055" y="29147"/>
                  </a:cubicBezTo>
                  <a:cubicBezTo>
                    <a:pt x="57150" y="45339"/>
                    <a:pt x="46672" y="59627"/>
                    <a:pt x="31433" y="66294"/>
                  </a:cubicBezTo>
                  <a:cubicBezTo>
                    <a:pt x="21908" y="70104"/>
                    <a:pt x="10477" y="69152"/>
                    <a:pt x="952" y="64389"/>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24" name="Freeform 224"/>
            <p:cNvSpPr/>
            <p:nvPr/>
          </p:nvSpPr>
          <p:spPr>
            <a:xfrm>
              <a:off x="6692976" y="5443878"/>
              <a:ext cx="68177" cy="76764"/>
            </a:xfrm>
            <a:custGeom>
              <a:avLst/>
              <a:gdLst/>
              <a:ahLst/>
              <a:cxnLst/>
              <a:rect l="l" t="t" r="r" b="b"/>
              <a:pathLst>
                <a:path w="68177" h="76764">
                  <a:moveTo>
                    <a:pt x="21908" y="76764"/>
                  </a:moveTo>
                  <a:cubicBezTo>
                    <a:pt x="15240" y="76764"/>
                    <a:pt x="8573" y="74859"/>
                    <a:pt x="2858" y="72002"/>
                  </a:cubicBezTo>
                  <a:cubicBezTo>
                    <a:pt x="953" y="71049"/>
                    <a:pt x="-952" y="68192"/>
                    <a:pt x="953" y="65334"/>
                  </a:cubicBezTo>
                  <a:cubicBezTo>
                    <a:pt x="953" y="65334"/>
                    <a:pt x="953" y="65334"/>
                    <a:pt x="953" y="65334"/>
                  </a:cubicBezTo>
                  <a:cubicBezTo>
                    <a:pt x="1905" y="62477"/>
                    <a:pt x="4763" y="61524"/>
                    <a:pt x="7620" y="63429"/>
                  </a:cubicBezTo>
                  <a:cubicBezTo>
                    <a:pt x="7620" y="63429"/>
                    <a:pt x="7620" y="63429"/>
                    <a:pt x="7620" y="63429"/>
                  </a:cubicBezTo>
                  <a:cubicBezTo>
                    <a:pt x="16193" y="67239"/>
                    <a:pt x="25718" y="68192"/>
                    <a:pt x="34290" y="65334"/>
                  </a:cubicBezTo>
                  <a:cubicBezTo>
                    <a:pt x="47625" y="59619"/>
                    <a:pt x="57150" y="47237"/>
                    <a:pt x="58103" y="31997"/>
                  </a:cubicBezTo>
                  <a:cubicBezTo>
                    <a:pt x="60008" y="22472"/>
                    <a:pt x="54293" y="11994"/>
                    <a:pt x="45720" y="8184"/>
                  </a:cubicBezTo>
                  <a:cubicBezTo>
                    <a:pt x="36195" y="7232"/>
                    <a:pt x="25718" y="10089"/>
                    <a:pt x="19050" y="15804"/>
                  </a:cubicBezTo>
                  <a:cubicBezTo>
                    <a:pt x="14288" y="19614"/>
                    <a:pt x="10478" y="24377"/>
                    <a:pt x="9525" y="31044"/>
                  </a:cubicBezTo>
                  <a:cubicBezTo>
                    <a:pt x="8573" y="33902"/>
                    <a:pt x="5715" y="34854"/>
                    <a:pt x="3810" y="34854"/>
                  </a:cubicBezTo>
                  <a:cubicBezTo>
                    <a:pt x="953" y="33902"/>
                    <a:pt x="0" y="31044"/>
                    <a:pt x="0" y="29139"/>
                  </a:cubicBezTo>
                  <a:cubicBezTo>
                    <a:pt x="1905" y="21519"/>
                    <a:pt x="6668" y="14852"/>
                    <a:pt x="13335" y="10089"/>
                  </a:cubicBezTo>
                  <a:cubicBezTo>
                    <a:pt x="22860" y="1517"/>
                    <a:pt x="36195" y="-1341"/>
                    <a:pt x="48578" y="564"/>
                  </a:cubicBezTo>
                  <a:cubicBezTo>
                    <a:pt x="61913" y="6279"/>
                    <a:pt x="70485" y="20567"/>
                    <a:pt x="67628" y="34854"/>
                  </a:cubicBezTo>
                  <a:cubicBezTo>
                    <a:pt x="65723" y="52952"/>
                    <a:pt x="54293" y="69144"/>
                    <a:pt x="37148" y="75812"/>
                  </a:cubicBezTo>
                  <a:cubicBezTo>
                    <a:pt x="32385" y="75812"/>
                    <a:pt x="26670" y="76764"/>
                    <a:pt x="21908" y="76764"/>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25" name="Freeform 225"/>
            <p:cNvSpPr/>
            <p:nvPr/>
          </p:nvSpPr>
          <p:spPr>
            <a:xfrm>
              <a:off x="6757372" y="5851738"/>
              <a:ext cx="161417" cy="232904"/>
            </a:xfrm>
            <a:custGeom>
              <a:avLst/>
              <a:gdLst/>
              <a:ahLst/>
              <a:cxnLst/>
              <a:rect l="l" t="t" r="r" b="b"/>
              <a:pathLst>
                <a:path w="161417" h="232904">
                  <a:moveTo>
                    <a:pt x="121341" y="232784"/>
                  </a:moveTo>
                  <a:cubicBezTo>
                    <a:pt x="76574" y="232784"/>
                    <a:pt x="11804" y="196589"/>
                    <a:pt x="2279" y="191826"/>
                  </a:cubicBezTo>
                  <a:cubicBezTo>
                    <a:pt x="374" y="190874"/>
                    <a:pt x="-579" y="187064"/>
                    <a:pt x="374" y="185159"/>
                  </a:cubicBezTo>
                  <a:cubicBezTo>
                    <a:pt x="1326" y="183254"/>
                    <a:pt x="5136" y="182301"/>
                    <a:pt x="7041" y="183254"/>
                  </a:cubicBezTo>
                  <a:cubicBezTo>
                    <a:pt x="38474" y="201351"/>
                    <a:pt x="124199" y="241356"/>
                    <a:pt x="147059" y="214686"/>
                  </a:cubicBezTo>
                  <a:cubicBezTo>
                    <a:pt x="169919" y="188016"/>
                    <a:pt x="101339" y="55619"/>
                    <a:pt x="73716" y="7041"/>
                  </a:cubicBezTo>
                  <a:cubicBezTo>
                    <a:pt x="72764" y="4184"/>
                    <a:pt x="73716" y="1326"/>
                    <a:pt x="76574" y="374"/>
                  </a:cubicBezTo>
                  <a:cubicBezTo>
                    <a:pt x="78479" y="-579"/>
                    <a:pt x="81336" y="374"/>
                    <a:pt x="82289" y="2279"/>
                  </a:cubicBezTo>
                  <a:cubicBezTo>
                    <a:pt x="92766" y="20376"/>
                    <a:pt x="187064" y="184206"/>
                    <a:pt x="154679" y="221354"/>
                  </a:cubicBezTo>
                  <a:cubicBezTo>
                    <a:pt x="145154" y="228974"/>
                    <a:pt x="133724" y="233736"/>
                    <a:pt x="121341" y="232784"/>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26" name="Freeform 226"/>
            <p:cNvSpPr/>
            <p:nvPr/>
          </p:nvSpPr>
          <p:spPr>
            <a:xfrm>
              <a:off x="6740227" y="6170826"/>
              <a:ext cx="175881" cy="78478"/>
            </a:xfrm>
            <a:custGeom>
              <a:avLst/>
              <a:gdLst/>
              <a:ahLst/>
              <a:cxnLst/>
              <a:rect l="l" t="t" r="r" b="b"/>
              <a:pathLst>
                <a:path w="175881" h="78478">
                  <a:moveTo>
                    <a:pt x="171824" y="78479"/>
                  </a:moveTo>
                  <a:lnTo>
                    <a:pt x="171824" y="78479"/>
                  </a:lnTo>
                  <a:cubicBezTo>
                    <a:pt x="99434" y="68001"/>
                    <a:pt x="7041" y="10851"/>
                    <a:pt x="2279" y="8946"/>
                  </a:cubicBezTo>
                  <a:cubicBezTo>
                    <a:pt x="374" y="7994"/>
                    <a:pt x="-579" y="4184"/>
                    <a:pt x="374" y="2279"/>
                  </a:cubicBezTo>
                  <a:cubicBezTo>
                    <a:pt x="374" y="2279"/>
                    <a:pt x="374" y="2279"/>
                    <a:pt x="374" y="2279"/>
                  </a:cubicBezTo>
                  <a:cubicBezTo>
                    <a:pt x="1326" y="374"/>
                    <a:pt x="4184" y="-579"/>
                    <a:pt x="7041" y="374"/>
                  </a:cubicBezTo>
                  <a:cubicBezTo>
                    <a:pt x="7041" y="374"/>
                    <a:pt x="7041" y="374"/>
                    <a:pt x="7041" y="374"/>
                  </a:cubicBezTo>
                  <a:cubicBezTo>
                    <a:pt x="7994" y="1326"/>
                    <a:pt x="102291" y="58476"/>
                    <a:pt x="171824" y="68954"/>
                  </a:cubicBezTo>
                  <a:cubicBezTo>
                    <a:pt x="174681" y="68954"/>
                    <a:pt x="176586" y="71811"/>
                    <a:pt x="175634" y="73716"/>
                  </a:cubicBezTo>
                  <a:cubicBezTo>
                    <a:pt x="175634" y="73716"/>
                    <a:pt x="175634" y="73716"/>
                    <a:pt x="175634" y="73716"/>
                  </a:cubicBezTo>
                  <a:cubicBezTo>
                    <a:pt x="176586" y="76574"/>
                    <a:pt x="174681" y="77526"/>
                    <a:pt x="171824" y="78479"/>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27" name="Freeform 227"/>
            <p:cNvSpPr/>
            <p:nvPr/>
          </p:nvSpPr>
          <p:spPr>
            <a:xfrm rot="16994313">
              <a:off x="4385153" y="6381572"/>
              <a:ext cx="283837" cy="344796"/>
            </a:xfrm>
            <a:custGeom>
              <a:avLst/>
              <a:gdLst/>
              <a:ahLst/>
              <a:cxnLst/>
              <a:rect l="l" t="t" r="r" b="b"/>
              <a:pathLst>
                <a:path w="283837" h="344796">
                  <a:moveTo>
                    <a:pt x="0" y="0"/>
                  </a:moveTo>
                  <a:lnTo>
                    <a:pt x="283838" y="0"/>
                  </a:lnTo>
                  <a:lnTo>
                    <a:pt x="283838" y="344796"/>
                  </a:lnTo>
                  <a:lnTo>
                    <a:pt x="0" y="344796"/>
                  </a:ln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28" name="Freeform 228"/>
            <p:cNvSpPr/>
            <p:nvPr/>
          </p:nvSpPr>
          <p:spPr>
            <a:xfrm>
              <a:off x="4321950" y="6372876"/>
              <a:ext cx="410780" cy="364108"/>
            </a:xfrm>
            <a:custGeom>
              <a:avLst/>
              <a:gdLst/>
              <a:ahLst/>
              <a:cxnLst/>
              <a:rect l="l" t="t" r="r" b="b"/>
              <a:pathLst>
                <a:path w="410780" h="364108">
                  <a:moveTo>
                    <a:pt x="340296" y="363156"/>
                  </a:moveTo>
                  <a:lnTo>
                    <a:pt x="339343" y="363156"/>
                  </a:lnTo>
                  <a:lnTo>
                    <a:pt x="3111" y="284098"/>
                  </a:lnTo>
                  <a:cubicBezTo>
                    <a:pt x="1206" y="283146"/>
                    <a:pt x="-699" y="281241"/>
                    <a:pt x="253" y="279336"/>
                  </a:cubicBezTo>
                  <a:cubicBezTo>
                    <a:pt x="253" y="279336"/>
                    <a:pt x="253" y="279336"/>
                    <a:pt x="253" y="279336"/>
                  </a:cubicBezTo>
                  <a:lnTo>
                    <a:pt x="65023" y="3111"/>
                  </a:lnTo>
                  <a:cubicBezTo>
                    <a:pt x="65976" y="1206"/>
                    <a:pt x="67881" y="-699"/>
                    <a:pt x="70738" y="253"/>
                  </a:cubicBezTo>
                  <a:lnTo>
                    <a:pt x="406971" y="79311"/>
                  </a:lnTo>
                  <a:cubicBezTo>
                    <a:pt x="407923" y="79311"/>
                    <a:pt x="408876" y="80263"/>
                    <a:pt x="409828" y="81216"/>
                  </a:cubicBezTo>
                  <a:cubicBezTo>
                    <a:pt x="410781" y="82168"/>
                    <a:pt x="410781" y="83121"/>
                    <a:pt x="410781" y="85026"/>
                  </a:cubicBezTo>
                  <a:lnTo>
                    <a:pt x="346011" y="361251"/>
                  </a:lnTo>
                  <a:cubicBezTo>
                    <a:pt x="346011" y="362203"/>
                    <a:pt x="345058" y="363156"/>
                    <a:pt x="344106" y="364108"/>
                  </a:cubicBezTo>
                  <a:cubicBezTo>
                    <a:pt x="342201" y="363156"/>
                    <a:pt x="341248" y="363156"/>
                    <a:pt x="340296" y="363156"/>
                  </a:cubicBezTo>
                  <a:close/>
                  <a:moveTo>
                    <a:pt x="9778" y="276478"/>
                  </a:moveTo>
                  <a:lnTo>
                    <a:pt x="337438" y="353631"/>
                  </a:lnTo>
                  <a:lnTo>
                    <a:pt x="400303" y="85978"/>
                  </a:lnTo>
                  <a:lnTo>
                    <a:pt x="72643" y="8826"/>
                  </a:lnTo>
                  <a:lnTo>
                    <a:pt x="9778" y="276478"/>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29" name="Freeform 229"/>
            <p:cNvSpPr/>
            <p:nvPr/>
          </p:nvSpPr>
          <p:spPr>
            <a:xfrm>
              <a:off x="4498416" y="6300510"/>
              <a:ext cx="97155" cy="156810"/>
            </a:xfrm>
            <a:custGeom>
              <a:avLst/>
              <a:gdLst/>
              <a:ahLst/>
              <a:cxnLst/>
              <a:rect l="l" t="t" r="r" b="b"/>
              <a:pathLst>
                <a:path w="97155" h="156810">
                  <a:moveTo>
                    <a:pt x="97155" y="22137"/>
                  </a:moveTo>
                  <a:cubicBezTo>
                    <a:pt x="97155" y="22137"/>
                    <a:pt x="91440" y="165012"/>
                    <a:pt x="77153" y="156440"/>
                  </a:cubicBezTo>
                  <a:cubicBezTo>
                    <a:pt x="58103" y="145010"/>
                    <a:pt x="65723" y="112625"/>
                    <a:pt x="65723" y="112625"/>
                  </a:cubicBezTo>
                  <a:lnTo>
                    <a:pt x="0" y="98337"/>
                  </a:lnTo>
                  <a:cubicBezTo>
                    <a:pt x="0" y="98337"/>
                    <a:pt x="27622" y="4040"/>
                    <a:pt x="29528" y="230"/>
                  </a:cubicBezTo>
                  <a:cubicBezTo>
                    <a:pt x="31432" y="-2628"/>
                    <a:pt x="97155" y="22137"/>
                    <a:pt x="97155" y="22137"/>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30" name="Freeform 230"/>
            <p:cNvSpPr/>
            <p:nvPr/>
          </p:nvSpPr>
          <p:spPr>
            <a:xfrm>
              <a:off x="4494606" y="6295871"/>
              <a:ext cx="106679" cy="165840"/>
            </a:xfrm>
            <a:custGeom>
              <a:avLst/>
              <a:gdLst/>
              <a:ahLst/>
              <a:cxnLst/>
              <a:rect l="l" t="t" r="r" b="b"/>
              <a:pathLst>
                <a:path w="106679" h="165840">
                  <a:moveTo>
                    <a:pt x="81915" y="165841"/>
                  </a:moveTo>
                  <a:cubicBezTo>
                    <a:pt x="80963" y="165841"/>
                    <a:pt x="79057" y="165841"/>
                    <a:pt x="78105" y="164888"/>
                  </a:cubicBezTo>
                  <a:cubicBezTo>
                    <a:pt x="60007" y="154411"/>
                    <a:pt x="61913" y="130598"/>
                    <a:pt x="63817" y="120121"/>
                  </a:cubicBezTo>
                  <a:lnTo>
                    <a:pt x="2857" y="106786"/>
                  </a:lnTo>
                  <a:cubicBezTo>
                    <a:pt x="1905" y="106786"/>
                    <a:pt x="953" y="105833"/>
                    <a:pt x="0" y="104881"/>
                  </a:cubicBezTo>
                  <a:cubicBezTo>
                    <a:pt x="0" y="103928"/>
                    <a:pt x="0" y="102976"/>
                    <a:pt x="0" y="101071"/>
                  </a:cubicBezTo>
                  <a:cubicBezTo>
                    <a:pt x="10478" y="65828"/>
                    <a:pt x="28575" y="5821"/>
                    <a:pt x="30480" y="2011"/>
                  </a:cubicBezTo>
                  <a:cubicBezTo>
                    <a:pt x="32385" y="-847"/>
                    <a:pt x="34290" y="-4657"/>
                    <a:pt x="103823" y="22013"/>
                  </a:cubicBezTo>
                  <a:cubicBezTo>
                    <a:pt x="105728" y="22966"/>
                    <a:pt x="106680" y="23918"/>
                    <a:pt x="106680" y="25823"/>
                  </a:cubicBezTo>
                  <a:cubicBezTo>
                    <a:pt x="104775" y="64876"/>
                    <a:pt x="100013" y="156316"/>
                    <a:pt x="86678" y="163936"/>
                  </a:cubicBezTo>
                  <a:cubicBezTo>
                    <a:pt x="84773" y="165841"/>
                    <a:pt x="82867" y="165841"/>
                    <a:pt x="81915" y="165841"/>
                  </a:cubicBezTo>
                  <a:close/>
                  <a:moveTo>
                    <a:pt x="9525" y="100118"/>
                  </a:moveTo>
                  <a:lnTo>
                    <a:pt x="70485" y="112501"/>
                  </a:lnTo>
                  <a:cubicBezTo>
                    <a:pt x="71438" y="112501"/>
                    <a:pt x="72390" y="113453"/>
                    <a:pt x="73342" y="114406"/>
                  </a:cubicBezTo>
                  <a:cubicBezTo>
                    <a:pt x="73342" y="115358"/>
                    <a:pt x="73342" y="116311"/>
                    <a:pt x="73342" y="118216"/>
                  </a:cubicBezTo>
                  <a:cubicBezTo>
                    <a:pt x="73342" y="118216"/>
                    <a:pt x="66675" y="146791"/>
                    <a:pt x="80963" y="157268"/>
                  </a:cubicBezTo>
                  <a:cubicBezTo>
                    <a:pt x="87630" y="147743"/>
                    <a:pt x="93345" y="85831"/>
                    <a:pt x="96203" y="30586"/>
                  </a:cubicBezTo>
                  <a:cubicBezTo>
                    <a:pt x="71438" y="21061"/>
                    <a:pt x="44767" y="11536"/>
                    <a:pt x="36195" y="10583"/>
                  </a:cubicBezTo>
                  <a:cubicBezTo>
                    <a:pt x="33338" y="21061"/>
                    <a:pt x="19050" y="66781"/>
                    <a:pt x="9525" y="100118"/>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31" name="Freeform 231"/>
            <p:cNvSpPr/>
            <p:nvPr/>
          </p:nvSpPr>
          <p:spPr>
            <a:xfrm>
              <a:off x="4691666" y="7119889"/>
              <a:ext cx="170423" cy="186888"/>
            </a:xfrm>
            <a:custGeom>
              <a:avLst/>
              <a:gdLst/>
              <a:ahLst/>
              <a:cxnLst/>
              <a:rect l="l" t="t" r="r" b="b"/>
              <a:pathLst>
                <a:path w="170423" h="186888">
                  <a:moveTo>
                    <a:pt x="4870" y="4763"/>
                  </a:moveTo>
                  <a:cubicBezTo>
                    <a:pt x="4870" y="4763"/>
                    <a:pt x="-845" y="94298"/>
                    <a:pt x="107" y="127635"/>
                  </a:cubicBezTo>
                  <a:cubicBezTo>
                    <a:pt x="107" y="161925"/>
                    <a:pt x="107" y="193358"/>
                    <a:pt x="40112" y="185738"/>
                  </a:cubicBezTo>
                  <a:cubicBezTo>
                    <a:pt x="62020" y="181928"/>
                    <a:pt x="181082" y="151448"/>
                    <a:pt x="169652" y="129540"/>
                  </a:cubicBezTo>
                  <a:cubicBezTo>
                    <a:pt x="159175" y="107633"/>
                    <a:pt x="81070" y="101918"/>
                    <a:pt x="81070" y="101918"/>
                  </a:cubicBezTo>
                  <a:lnTo>
                    <a:pt x="87737" y="0"/>
                  </a:ln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32" name="Freeform 232"/>
            <p:cNvSpPr/>
            <p:nvPr/>
          </p:nvSpPr>
          <p:spPr>
            <a:xfrm>
              <a:off x="4687964" y="7115127"/>
              <a:ext cx="177641" cy="196215"/>
            </a:xfrm>
            <a:custGeom>
              <a:avLst/>
              <a:gdLst/>
              <a:ahLst/>
              <a:cxnLst/>
              <a:rect l="l" t="t" r="r" b="b"/>
              <a:pathLst>
                <a:path w="177641" h="196215">
                  <a:moveTo>
                    <a:pt x="33338" y="196215"/>
                  </a:moveTo>
                  <a:cubicBezTo>
                    <a:pt x="25717" y="196215"/>
                    <a:pt x="19050" y="194310"/>
                    <a:pt x="13335" y="189548"/>
                  </a:cubicBezTo>
                  <a:cubicBezTo>
                    <a:pt x="0" y="179070"/>
                    <a:pt x="0" y="157163"/>
                    <a:pt x="0" y="133350"/>
                  </a:cubicBezTo>
                  <a:lnTo>
                    <a:pt x="0" y="132398"/>
                  </a:lnTo>
                  <a:cubicBezTo>
                    <a:pt x="0" y="99060"/>
                    <a:pt x="4763" y="9525"/>
                    <a:pt x="4763" y="8573"/>
                  </a:cubicBezTo>
                  <a:cubicBezTo>
                    <a:pt x="4763" y="5715"/>
                    <a:pt x="6667" y="4763"/>
                    <a:pt x="9525" y="4763"/>
                  </a:cubicBezTo>
                  <a:cubicBezTo>
                    <a:pt x="9525" y="4763"/>
                    <a:pt x="9525" y="4763"/>
                    <a:pt x="9525" y="4763"/>
                  </a:cubicBezTo>
                  <a:cubicBezTo>
                    <a:pt x="11430" y="4763"/>
                    <a:pt x="13335" y="6668"/>
                    <a:pt x="13335" y="9525"/>
                  </a:cubicBezTo>
                  <a:cubicBezTo>
                    <a:pt x="13335" y="9525"/>
                    <a:pt x="13335" y="9525"/>
                    <a:pt x="13335" y="9525"/>
                  </a:cubicBezTo>
                  <a:cubicBezTo>
                    <a:pt x="13335" y="10478"/>
                    <a:pt x="7620" y="99060"/>
                    <a:pt x="8572" y="132398"/>
                  </a:cubicBezTo>
                  <a:lnTo>
                    <a:pt x="8572" y="133350"/>
                  </a:lnTo>
                  <a:cubicBezTo>
                    <a:pt x="8572" y="154305"/>
                    <a:pt x="8572" y="174308"/>
                    <a:pt x="19050" y="182880"/>
                  </a:cubicBezTo>
                  <a:cubicBezTo>
                    <a:pt x="26670" y="187643"/>
                    <a:pt x="35242" y="188595"/>
                    <a:pt x="42863" y="186690"/>
                  </a:cubicBezTo>
                  <a:cubicBezTo>
                    <a:pt x="70485" y="181928"/>
                    <a:pt x="160972" y="156210"/>
                    <a:pt x="169545" y="139065"/>
                  </a:cubicBezTo>
                  <a:cubicBezTo>
                    <a:pt x="170497" y="138113"/>
                    <a:pt x="170497" y="137160"/>
                    <a:pt x="169545" y="136208"/>
                  </a:cubicBezTo>
                  <a:cubicBezTo>
                    <a:pt x="161925" y="121920"/>
                    <a:pt x="114300" y="113348"/>
                    <a:pt x="84772" y="110490"/>
                  </a:cubicBezTo>
                  <a:cubicBezTo>
                    <a:pt x="81915" y="110490"/>
                    <a:pt x="80963" y="108585"/>
                    <a:pt x="80963" y="105728"/>
                  </a:cubicBezTo>
                  <a:lnTo>
                    <a:pt x="87630" y="3810"/>
                  </a:lnTo>
                  <a:cubicBezTo>
                    <a:pt x="87630" y="953"/>
                    <a:pt x="89535" y="0"/>
                    <a:pt x="92392" y="0"/>
                  </a:cubicBezTo>
                  <a:cubicBezTo>
                    <a:pt x="95250" y="0"/>
                    <a:pt x="96202" y="1905"/>
                    <a:pt x="96202" y="4763"/>
                  </a:cubicBezTo>
                  <a:lnTo>
                    <a:pt x="89535" y="102870"/>
                  </a:lnTo>
                  <a:cubicBezTo>
                    <a:pt x="107632" y="104775"/>
                    <a:pt x="166688" y="111443"/>
                    <a:pt x="176213" y="132398"/>
                  </a:cubicBezTo>
                  <a:cubicBezTo>
                    <a:pt x="178117" y="135255"/>
                    <a:pt x="178117" y="140018"/>
                    <a:pt x="176213" y="142875"/>
                  </a:cubicBezTo>
                  <a:cubicBezTo>
                    <a:pt x="162877" y="169545"/>
                    <a:pt x="44767" y="194310"/>
                    <a:pt x="43815" y="195263"/>
                  </a:cubicBezTo>
                  <a:cubicBezTo>
                    <a:pt x="40005" y="196215"/>
                    <a:pt x="37147" y="196215"/>
                    <a:pt x="33338" y="19621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33" name="Freeform 233"/>
            <p:cNvSpPr/>
            <p:nvPr/>
          </p:nvSpPr>
          <p:spPr>
            <a:xfrm>
              <a:off x="4969796" y="7130367"/>
              <a:ext cx="179787" cy="186888"/>
            </a:xfrm>
            <a:custGeom>
              <a:avLst/>
              <a:gdLst/>
              <a:ahLst/>
              <a:cxnLst/>
              <a:rect l="l" t="t" r="r" b="b"/>
              <a:pathLst>
                <a:path w="179787" h="186888">
                  <a:moveTo>
                    <a:pt x="4870" y="4763"/>
                  </a:moveTo>
                  <a:cubicBezTo>
                    <a:pt x="4870" y="4763"/>
                    <a:pt x="-845" y="94297"/>
                    <a:pt x="107" y="127635"/>
                  </a:cubicBezTo>
                  <a:cubicBezTo>
                    <a:pt x="107" y="161925"/>
                    <a:pt x="107" y="193358"/>
                    <a:pt x="40112" y="185738"/>
                  </a:cubicBezTo>
                  <a:cubicBezTo>
                    <a:pt x="62020" y="181928"/>
                    <a:pt x="189655" y="160972"/>
                    <a:pt x="179177" y="139065"/>
                  </a:cubicBezTo>
                  <a:cubicBezTo>
                    <a:pt x="168700" y="117158"/>
                    <a:pt x="82022" y="101917"/>
                    <a:pt x="82022" y="101917"/>
                  </a:cubicBezTo>
                  <a:lnTo>
                    <a:pt x="88690" y="0"/>
                  </a:ln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34" name="Freeform 234"/>
            <p:cNvSpPr/>
            <p:nvPr/>
          </p:nvSpPr>
          <p:spPr>
            <a:xfrm>
              <a:off x="4965141" y="7125605"/>
              <a:ext cx="189071" cy="196215"/>
            </a:xfrm>
            <a:custGeom>
              <a:avLst/>
              <a:gdLst/>
              <a:ahLst/>
              <a:cxnLst/>
              <a:rect l="l" t="t" r="r" b="b"/>
              <a:pathLst>
                <a:path w="189071" h="196215">
                  <a:moveTo>
                    <a:pt x="33338" y="196215"/>
                  </a:moveTo>
                  <a:cubicBezTo>
                    <a:pt x="25717" y="196215"/>
                    <a:pt x="19050" y="194310"/>
                    <a:pt x="13335" y="189547"/>
                  </a:cubicBezTo>
                  <a:cubicBezTo>
                    <a:pt x="0" y="179070"/>
                    <a:pt x="0" y="157163"/>
                    <a:pt x="0" y="133350"/>
                  </a:cubicBezTo>
                  <a:lnTo>
                    <a:pt x="0" y="131445"/>
                  </a:lnTo>
                  <a:cubicBezTo>
                    <a:pt x="0" y="98108"/>
                    <a:pt x="4763" y="8572"/>
                    <a:pt x="4763" y="7620"/>
                  </a:cubicBezTo>
                  <a:cubicBezTo>
                    <a:pt x="4763" y="4763"/>
                    <a:pt x="6667" y="3810"/>
                    <a:pt x="9525" y="3810"/>
                  </a:cubicBezTo>
                  <a:cubicBezTo>
                    <a:pt x="11430" y="3810"/>
                    <a:pt x="13335" y="5715"/>
                    <a:pt x="13335" y="8572"/>
                  </a:cubicBezTo>
                  <a:cubicBezTo>
                    <a:pt x="13335" y="8572"/>
                    <a:pt x="13335" y="8572"/>
                    <a:pt x="13335" y="8572"/>
                  </a:cubicBezTo>
                  <a:cubicBezTo>
                    <a:pt x="13335" y="9525"/>
                    <a:pt x="7620" y="98108"/>
                    <a:pt x="8573" y="131445"/>
                  </a:cubicBezTo>
                  <a:lnTo>
                    <a:pt x="8573" y="132397"/>
                  </a:lnTo>
                  <a:cubicBezTo>
                    <a:pt x="8573" y="153353"/>
                    <a:pt x="8573" y="173355"/>
                    <a:pt x="19050" y="181928"/>
                  </a:cubicBezTo>
                  <a:cubicBezTo>
                    <a:pt x="26670" y="186690"/>
                    <a:pt x="35242" y="187642"/>
                    <a:pt x="42863" y="185738"/>
                  </a:cubicBezTo>
                  <a:lnTo>
                    <a:pt x="49530" y="184785"/>
                  </a:lnTo>
                  <a:cubicBezTo>
                    <a:pt x="149542" y="167640"/>
                    <a:pt x="175260" y="155258"/>
                    <a:pt x="178117" y="147638"/>
                  </a:cubicBezTo>
                  <a:cubicBezTo>
                    <a:pt x="178117" y="146685"/>
                    <a:pt x="178117" y="146685"/>
                    <a:pt x="178117" y="145733"/>
                  </a:cubicBezTo>
                  <a:cubicBezTo>
                    <a:pt x="170498" y="131445"/>
                    <a:pt x="116205" y="117158"/>
                    <a:pt x="83820" y="110490"/>
                  </a:cubicBezTo>
                  <a:cubicBezTo>
                    <a:pt x="81915" y="110490"/>
                    <a:pt x="80010" y="107633"/>
                    <a:pt x="80010" y="105728"/>
                  </a:cubicBezTo>
                  <a:lnTo>
                    <a:pt x="86677" y="3810"/>
                  </a:lnTo>
                  <a:cubicBezTo>
                    <a:pt x="86677" y="953"/>
                    <a:pt x="88583" y="0"/>
                    <a:pt x="91440" y="0"/>
                  </a:cubicBezTo>
                  <a:cubicBezTo>
                    <a:pt x="94298" y="0"/>
                    <a:pt x="95250" y="1905"/>
                    <a:pt x="95250" y="4763"/>
                  </a:cubicBezTo>
                  <a:lnTo>
                    <a:pt x="90488" y="103822"/>
                  </a:lnTo>
                  <a:cubicBezTo>
                    <a:pt x="108585" y="107633"/>
                    <a:pt x="177165" y="120967"/>
                    <a:pt x="187642" y="142875"/>
                  </a:cubicBezTo>
                  <a:cubicBezTo>
                    <a:pt x="189548" y="145733"/>
                    <a:pt x="189548" y="149542"/>
                    <a:pt x="187642" y="152400"/>
                  </a:cubicBezTo>
                  <a:cubicBezTo>
                    <a:pt x="180975" y="166688"/>
                    <a:pt x="139065" y="179070"/>
                    <a:pt x="52388" y="194310"/>
                  </a:cubicBezTo>
                  <a:lnTo>
                    <a:pt x="45720" y="195263"/>
                  </a:lnTo>
                  <a:cubicBezTo>
                    <a:pt x="40958" y="196215"/>
                    <a:pt x="37148" y="196215"/>
                    <a:pt x="33338" y="19621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35" name="Freeform 235"/>
            <p:cNvSpPr/>
            <p:nvPr/>
          </p:nvSpPr>
          <p:spPr>
            <a:xfrm>
              <a:off x="4667669" y="6083569"/>
              <a:ext cx="415582" cy="1110882"/>
            </a:xfrm>
            <a:custGeom>
              <a:avLst/>
              <a:gdLst/>
              <a:ahLst/>
              <a:cxnLst/>
              <a:rect l="l" t="t" r="r" b="b"/>
              <a:pathLst>
                <a:path w="415582" h="1110882">
                  <a:moveTo>
                    <a:pt x="17437" y="32385"/>
                  </a:moveTo>
                  <a:cubicBezTo>
                    <a:pt x="17437" y="32385"/>
                    <a:pt x="-10185" y="983932"/>
                    <a:pt x="4102" y="1065848"/>
                  </a:cubicBezTo>
                  <a:cubicBezTo>
                    <a:pt x="4102" y="1065848"/>
                    <a:pt x="60300" y="1128713"/>
                    <a:pt x="131737" y="1097280"/>
                  </a:cubicBezTo>
                  <a:lnTo>
                    <a:pt x="223177" y="325755"/>
                  </a:lnTo>
                  <a:lnTo>
                    <a:pt x="271755" y="1097280"/>
                  </a:lnTo>
                  <a:cubicBezTo>
                    <a:pt x="271755" y="1097280"/>
                    <a:pt x="318427" y="1143000"/>
                    <a:pt x="415582" y="1066800"/>
                  </a:cubicBezTo>
                  <a:lnTo>
                    <a:pt x="415582" y="0"/>
                  </a:lnTo>
                  <a:lnTo>
                    <a:pt x="17437" y="32385"/>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36" name="Freeform 236"/>
            <p:cNvSpPr/>
            <p:nvPr/>
          </p:nvSpPr>
          <p:spPr>
            <a:xfrm>
              <a:off x="4663659" y="6077855"/>
              <a:ext cx="425307" cy="1121195"/>
            </a:xfrm>
            <a:custGeom>
              <a:avLst/>
              <a:gdLst/>
              <a:ahLst/>
              <a:cxnLst/>
              <a:rect l="l" t="t" r="r" b="b"/>
              <a:pathLst>
                <a:path w="425307" h="1121195">
                  <a:moveTo>
                    <a:pt x="318627" y="1121093"/>
                  </a:moveTo>
                  <a:cubicBezTo>
                    <a:pt x="302435" y="1122045"/>
                    <a:pt x="285290" y="1116330"/>
                    <a:pt x="272907" y="1105853"/>
                  </a:cubicBezTo>
                  <a:cubicBezTo>
                    <a:pt x="271955" y="1104900"/>
                    <a:pt x="271955" y="1103948"/>
                    <a:pt x="271002" y="1102995"/>
                  </a:cubicBezTo>
                  <a:lnTo>
                    <a:pt x="226235" y="384810"/>
                  </a:lnTo>
                  <a:lnTo>
                    <a:pt x="141462" y="1103948"/>
                  </a:lnTo>
                  <a:cubicBezTo>
                    <a:pt x="141462" y="1105853"/>
                    <a:pt x="140510" y="1106805"/>
                    <a:pt x="138605" y="1107758"/>
                  </a:cubicBezTo>
                  <a:cubicBezTo>
                    <a:pt x="64310" y="1140143"/>
                    <a:pt x="5255" y="1075373"/>
                    <a:pt x="5255" y="1075373"/>
                  </a:cubicBezTo>
                  <a:cubicBezTo>
                    <a:pt x="4302" y="1074420"/>
                    <a:pt x="4302" y="1073468"/>
                    <a:pt x="4302" y="1072515"/>
                  </a:cubicBezTo>
                  <a:cubicBezTo>
                    <a:pt x="-9985" y="991553"/>
                    <a:pt x="15732" y="77152"/>
                    <a:pt x="17637" y="38100"/>
                  </a:cubicBezTo>
                  <a:cubicBezTo>
                    <a:pt x="17637" y="35242"/>
                    <a:pt x="19542" y="33338"/>
                    <a:pt x="22400" y="33338"/>
                  </a:cubicBezTo>
                  <a:lnTo>
                    <a:pt x="420545" y="0"/>
                  </a:lnTo>
                  <a:cubicBezTo>
                    <a:pt x="423402" y="0"/>
                    <a:pt x="425307" y="1905"/>
                    <a:pt x="425307" y="4763"/>
                  </a:cubicBezTo>
                  <a:cubicBezTo>
                    <a:pt x="425307" y="4763"/>
                    <a:pt x="425307" y="4763"/>
                    <a:pt x="425307" y="4763"/>
                  </a:cubicBezTo>
                  <a:lnTo>
                    <a:pt x="425307" y="1072515"/>
                  </a:lnTo>
                  <a:cubicBezTo>
                    <a:pt x="425307" y="1074420"/>
                    <a:pt x="424355" y="1075373"/>
                    <a:pt x="423402" y="1076325"/>
                  </a:cubicBezTo>
                  <a:cubicBezTo>
                    <a:pt x="377682" y="1110615"/>
                    <a:pt x="343392" y="1121093"/>
                    <a:pt x="318627" y="1121093"/>
                  </a:cubicBezTo>
                  <a:close/>
                  <a:moveTo>
                    <a:pt x="281480" y="1100138"/>
                  </a:moveTo>
                  <a:cubicBezTo>
                    <a:pt x="289100" y="1106805"/>
                    <a:pt x="331962" y="1134428"/>
                    <a:pt x="414830" y="1069658"/>
                  </a:cubicBezTo>
                  <a:lnTo>
                    <a:pt x="414830" y="9525"/>
                  </a:lnTo>
                  <a:lnTo>
                    <a:pt x="26210" y="42863"/>
                  </a:lnTo>
                  <a:cubicBezTo>
                    <a:pt x="24305" y="112395"/>
                    <a:pt x="-460" y="983933"/>
                    <a:pt x="12875" y="1069658"/>
                  </a:cubicBezTo>
                  <a:cubicBezTo>
                    <a:pt x="20495" y="1077278"/>
                    <a:pt x="69072" y="1125855"/>
                    <a:pt x="131937" y="1100138"/>
                  </a:cubicBezTo>
                  <a:lnTo>
                    <a:pt x="223377" y="331470"/>
                  </a:lnTo>
                  <a:cubicBezTo>
                    <a:pt x="223377" y="328613"/>
                    <a:pt x="225282" y="326708"/>
                    <a:pt x="228140" y="327660"/>
                  </a:cubicBezTo>
                  <a:cubicBezTo>
                    <a:pt x="228140" y="327660"/>
                    <a:pt x="228140" y="327660"/>
                    <a:pt x="228140" y="327660"/>
                  </a:cubicBezTo>
                  <a:cubicBezTo>
                    <a:pt x="230997" y="327660"/>
                    <a:pt x="232902" y="329565"/>
                    <a:pt x="232902" y="332422"/>
                  </a:cubicBezTo>
                  <a:lnTo>
                    <a:pt x="281480" y="1100138"/>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37" name="Freeform 237"/>
            <p:cNvSpPr/>
            <p:nvPr/>
          </p:nvSpPr>
          <p:spPr>
            <a:xfrm>
              <a:off x="5496636" y="5611077"/>
              <a:ext cx="167288" cy="152452"/>
            </a:xfrm>
            <a:custGeom>
              <a:avLst/>
              <a:gdLst/>
              <a:ahLst/>
              <a:cxnLst/>
              <a:rect l="l" t="t" r="r" b="b"/>
              <a:pathLst>
                <a:path w="167288" h="152452">
                  <a:moveTo>
                    <a:pt x="0" y="94350"/>
                  </a:moveTo>
                  <a:cubicBezTo>
                    <a:pt x="0" y="94350"/>
                    <a:pt x="53340" y="64823"/>
                    <a:pt x="57150" y="61013"/>
                  </a:cubicBezTo>
                  <a:cubicBezTo>
                    <a:pt x="60960" y="58155"/>
                    <a:pt x="79058" y="8625"/>
                    <a:pt x="82867" y="5768"/>
                  </a:cubicBezTo>
                  <a:cubicBezTo>
                    <a:pt x="86677" y="2910"/>
                    <a:pt x="93345" y="-2805"/>
                    <a:pt x="96202" y="3863"/>
                  </a:cubicBezTo>
                  <a:cubicBezTo>
                    <a:pt x="99060" y="10530"/>
                    <a:pt x="93345" y="48630"/>
                    <a:pt x="93345" y="48630"/>
                  </a:cubicBezTo>
                  <a:cubicBezTo>
                    <a:pt x="93345" y="48630"/>
                    <a:pt x="158115" y="-1852"/>
                    <a:pt x="162877" y="53"/>
                  </a:cubicBezTo>
                  <a:cubicBezTo>
                    <a:pt x="167640" y="2910"/>
                    <a:pt x="170497" y="8625"/>
                    <a:pt x="160972" y="22913"/>
                  </a:cubicBezTo>
                  <a:cubicBezTo>
                    <a:pt x="151447" y="34343"/>
                    <a:pt x="140970" y="43868"/>
                    <a:pt x="128588" y="51488"/>
                  </a:cubicBezTo>
                  <a:cubicBezTo>
                    <a:pt x="128588" y="51488"/>
                    <a:pt x="151447" y="77205"/>
                    <a:pt x="147638" y="85778"/>
                  </a:cubicBezTo>
                  <a:cubicBezTo>
                    <a:pt x="143827" y="94350"/>
                    <a:pt x="57150" y="152453"/>
                    <a:pt x="57150" y="152453"/>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38" name="Freeform 238"/>
            <p:cNvSpPr/>
            <p:nvPr/>
          </p:nvSpPr>
          <p:spPr>
            <a:xfrm>
              <a:off x="5491500" y="5605605"/>
              <a:ext cx="175814" cy="162687"/>
            </a:xfrm>
            <a:custGeom>
              <a:avLst/>
              <a:gdLst/>
              <a:ahLst/>
              <a:cxnLst/>
              <a:rect l="l" t="t" r="r" b="b"/>
              <a:pathLst>
                <a:path w="175814" h="162687">
                  <a:moveTo>
                    <a:pt x="61334" y="162687"/>
                  </a:moveTo>
                  <a:cubicBezTo>
                    <a:pt x="59429" y="162687"/>
                    <a:pt x="58476" y="161735"/>
                    <a:pt x="57524" y="160782"/>
                  </a:cubicBezTo>
                  <a:cubicBezTo>
                    <a:pt x="56571" y="158877"/>
                    <a:pt x="56571" y="156020"/>
                    <a:pt x="58476" y="155067"/>
                  </a:cubicBezTo>
                  <a:cubicBezTo>
                    <a:pt x="58476" y="155067"/>
                    <a:pt x="58476" y="155067"/>
                    <a:pt x="58476" y="155067"/>
                  </a:cubicBezTo>
                  <a:cubicBezTo>
                    <a:pt x="99434" y="127445"/>
                    <a:pt x="144201" y="96012"/>
                    <a:pt x="147059" y="90297"/>
                  </a:cubicBezTo>
                  <a:cubicBezTo>
                    <a:pt x="148011" y="87439"/>
                    <a:pt x="139439" y="73152"/>
                    <a:pt x="128009" y="60770"/>
                  </a:cubicBezTo>
                  <a:cubicBezTo>
                    <a:pt x="127056" y="59817"/>
                    <a:pt x="127056" y="58864"/>
                    <a:pt x="127056" y="56960"/>
                  </a:cubicBezTo>
                  <a:cubicBezTo>
                    <a:pt x="127056" y="56007"/>
                    <a:pt x="128009" y="54102"/>
                    <a:pt x="128961" y="54102"/>
                  </a:cubicBezTo>
                  <a:cubicBezTo>
                    <a:pt x="140391" y="46482"/>
                    <a:pt x="150869" y="37910"/>
                    <a:pt x="160394" y="27432"/>
                  </a:cubicBezTo>
                  <a:cubicBezTo>
                    <a:pt x="166109" y="18860"/>
                    <a:pt x="166109" y="15050"/>
                    <a:pt x="166109" y="13144"/>
                  </a:cubicBezTo>
                  <a:cubicBezTo>
                    <a:pt x="166109" y="12192"/>
                    <a:pt x="165156" y="12192"/>
                    <a:pt x="165156" y="11239"/>
                  </a:cubicBezTo>
                  <a:cubicBezTo>
                    <a:pt x="142296" y="25527"/>
                    <a:pt x="120389" y="40767"/>
                    <a:pt x="99434" y="57912"/>
                  </a:cubicBezTo>
                  <a:cubicBezTo>
                    <a:pt x="97529" y="58864"/>
                    <a:pt x="95624" y="58864"/>
                    <a:pt x="94671" y="57912"/>
                  </a:cubicBezTo>
                  <a:cubicBezTo>
                    <a:pt x="92766" y="56960"/>
                    <a:pt x="91814" y="55054"/>
                    <a:pt x="92766" y="53150"/>
                  </a:cubicBezTo>
                  <a:cubicBezTo>
                    <a:pt x="95624" y="38862"/>
                    <a:pt x="96576" y="25527"/>
                    <a:pt x="95624" y="11239"/>
                  </a:cubicBezTo>
                  <a:cubicBezTo>
                    <a:pt x="94671" y="11239"/>
                    <a:pt x="92766" y="12192"/>
                    <a:pt x="89909" y="15050"/>
                  </a:cubicBezTo>
                  <a:cubicBezTo>
                    <a:pt x="87051" y="17907"/>
                    <a:pt x="84194" y="28385"/>
                    <a:pt x="80384" y="36957"/>
                  </a:cubicBezTo>
                  <a:cubicBezTo>
                    <a:pt x="70859" y="60770"/>
                    <a:pt x="67049" y="68389"/>
                    <a:pt x="64191" y="70295"/>
                  </a:cubicBezTo>
                  <a:cubicBezTo>
                    <a:pt x="61334" y="72200"/>
                    <a:pt x="15614" y="98870"/>
                    <a:pt x="6089" y="103632"/>
                  </a:cubicBezTo>
                  <a:cubicBezTo>
                    <a:pt x="4184" y="104585"/>
                    <a:pt x="1326" y="103632"/>
                    <a:pt x="374" y="101727"/>
                  </a:cubicBezTo>
                  <a:cubicBezTo>
                    <a:pt x="-579" y="99822"/>
                    <a:pt x="374" y="96964"/>
                    <a:pt x="2279" y="96012"/>
                  </a:cubicBezTo>
                  <a:cubicBezTo>
                    <a:pt x="22281" y="84582"/>
                    <a:pt x="55619" y="65532"/>
                    <a:pt x="58476" y="62675"/>
                  </a:cubicBezTo>
                  <a:cubicBezTo>
                    <a:pt x="63239" y="53150"/>
                    <a:pt x="68001" y="42672"/>
                    <a:pt x="71811" y="32194"/>
                  </a:cubicBezTo>
                  <a:cubicBezTo>
                    <a:pt x="74669" y="23622"/>
                    <a:pt x="78479" y="15050"/>
                    <a:pt x="83241" y="7430"/>
                  </a:cubicBezTo>
                  <a:cubicBezTo>
                    <a:pt x="85146" y="5525"/>
                    <a:pt x="90861" y="-190"/>
                    <a:pt x="97529" y="762"/>
                  </a:cubicBezTo>
                  <a:cubicBezTo>
                    <a:pt x="100386" y="1714"/>
                    <a:pt x="103244" y="3619"/>
                    <a:pt x="104196" y="6477"/>
                  </a:cubicBezTo>
                  <a:cubicBezTo>
                    <a:pt x="105149" y="18860"/>
                    <a:pt x="105149" y="30289"/>
                    <a:pt x="103244" y="42672"/>
                  </a:cubicBezTo>
                  <a:cubicBezTo>
                    <a:pt x="162299" y="-3048"/>
                    <a:pt x="167061" y="-1143"/>
                    <a:pt x="169919" y="762"/>
                  </a:cubicBezTo>
                  <a:cubicBezTo>
                    <a:pt x="172776" y="2667"/>
                    <a:pt x="175634" y="5525"/>
                    <a:pt x="175634" y="9335"/>
                  </a:cubicBezTo>
                  <a:cubicBezTo>
                    <a:pt x="176586" y="16955"/>
                    <a:pt x="173729" y="24575"/>
                    <a:pt x="168014" y="30289"/>
                  </a:cubicBezTo>
                  <a:cubicBezTo>
                    <a:pt x="159441" y="40767"/>
                    <a:pt x="149916" y="49339"/>
                    <a:pt x="139439" y="56960"/>
                  </a:cubicBezTo>
                  <a:cubicBezTo>
                    <a:pt x="148011" y="66485"/>
                    <a:pt x="159441" y="83629"/>
                    <a:pt x="156584" y="92202"/>
                  </a:cubicBezTo>
                  <a:cubicBezTo>
                    <a:pt x="153726" y="100775"/>
                    <a:pt x="90861" y="143637"/>
                    <a:pt x="64191" y="161735"/>
                  </a:cubicBezTo>
                  <a:cubicBezTo>
                    <a:pt x="63239" y="161735"/>
                    <a:pt x="62286" y="161735"/>
                    <a:pt x="61334" y="162687"/>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39" name="Freeform 239"/>
            <p:cNvSpPr/>
            <p:nvPr/>
          </p:nvSpPr>
          <p:spPr>
            <a:xfrm>
              <a:off x="4650983" y="5642481"/>
              <a:ext cx="467812" cy="676356"/>
            </a:xfrm>
            <a:custGeom>
              <a:avLst/>
              <a:gdLst/>
              <a:ahLst/>
              <a:cxnLst/>
              <a:rect l="l" t="t" r="r" b="b"/>
              <a:pathLst>
                <a:path w="467812" h="676356">
                  <a:moveTo>
                    <a:pt x="387501" y="9607"/>
                  </a:moveTo>
                  <a:cubicBezTo>
                    <a:pt x="387501" y="9607"/>
                    <a:pt x="293203" y="-20874"/>
                    <a:pt x="46506" y="26751"/>
                  </a:cubicBezTo>
                  <a:cubicBezTo>
                    <a:pt x="3643" y="35324"/>
                    <a:pt x="-16359" y="435374"/>
                    <a:pt x="16026" y="676357"/>
                  </a:cubicBezTo>
                  <a:lnTo>
                    <a:pt x="449413" y="672546"/>
                  </a:lnTo>
                  <a:cubicBezTo>
                    <a:pt x="448461" y="671594"/>
                    <a:pt x="519898" y="42944"/>
                    <a:pt x="387501" y="9607"/>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240" name="Freeform 240"/>
            <p:cNvSpPr/>
            <p:nvPr/>
          </p:nvSpPr>
          <p:spPr>
            <a:xfrm>
              <a:off x="4511751" y="5610177"/>
              <a:ext cx="231913" cy="739139"/>
            </a:xfrm>
            <a:custGeom>
              <a:avLst/>
              <a:gdLst/>
              <a:ahLst/>
              <a:cxnLst/>
              <a:rect l="l" t="t" r="r" b="b"/>
              <a:pathLst>
                <a:path w="231913" h="739139">
                  <a:moveTo>
                    <a:pt x="168592" y="0"/>
                  </a:moveTo>
                  <a:cubicBezTo>
                    <a:pt x="168592" y="0"/>
                    <a:pt x="75248" y="300038"/>
                    <a:pt x="68580" y="326707"/>
                  </a:cubicBezTo>
                  <a:cubicBezTo>
                    <a:pt x="62865" y="353378"/>
                    <a:pt x="0" y="705803"/>
                    <a:pt x="0" y="705803"/>
                  </a:cubicBezTo>
                  <a:lnTo>
                    <a:pt x="98108" y="739140"/>
                  </a:lnTo>
                  <a:cubicBezTo>
                    <a:pt x="98108" y="739140"/>
                    <a:pt x="240983" y="409575"/>
                    <a:pt x="231458" y="316230"/>
                  </a:cubicBezTo>
                  <a:cubicBezTo>
                    <a:pt x="222885" y="223838"/>
                    <a:pt x="168592" y="0"/>
                    <a:pt x="168592" y="0"/>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241" name="Freeform 241"/>
            <p:cNvSpPr/>
            <p:nvPr/>
          </p:nvSpPr>
          <p:spPr>
            <a:xfrm>
              <a:off x="4952758" y="5651913"/>
              <a:ext cx="640079" cy="393839"/>
            </a:xfrm>
            <a:custGeom>
              <a:avLst/>
              <a:gdLst/>
              <a:ahLst/>
              <a:cxnLst/>
              <a:rect l="l" t="t" r="r" b="b"/>
              <a:pathLst>
                <a:path w="640079" h="393839">
                  <a:moveTo>
                    <a:pt x="77153" y="174"/>
                  </a:moveTo>
                  <a:cubicBezTo>
                    <a:pt x="152400" y="6841"/>
                    <a:pt x="309563" y="188769"/>
                    <a:pt x="321945" y="184006"/>
                  </a:cubicBezTo>
                  <a:cubicBezTo>
                    <a:pt x="334328" y="178291"/>
                    <a:pt x="566738" y="19224"/>
                    <a:pt x="566738" y="19224"/>
                  </a:cubicBezTo>
                  <a:lnTo>
                    <a:pt x="640080" y="99234"/>
                  </a:lnTo>
                  <a:cubicBezTo>
                    <a:pt x="640080" y="99234"/>
                    <a:pt x="415290" y="360219"/>
                    <a:pt x="369570" y="387841"/>
                  </a:cubicBezTo>
                  <a:cubicBezTo>
                    <a:pt x="299085" y="429751"/>
                    <a:pt x="0" y="238299"/>
                    <a:pt x="0" y="238299"/>
                  </a:cubicBezTo>
                  <a:cubicBezTo>
                    <a:pt x="0" y="238299"/>
                    <a:pt x="1905" y="-7446"/>
                    <a:pt x="77153" y="174"/>
                  </a:cubicBezTo>
                  <a:close/>
                </a:path>
              </a:pathLst>
            </a:custGeom>
            <a:solidFill>
              <a:schemeClr val="accent1"/>
            </a:solidFill>
            <a:ln cap="flat">
              <a:prstDash val="solid"/>
            </a:ln>
          </p:spPr>
          <p:txBody>
            <a:bodyPr vert="horz" lIns="91440" tIns="45720" rIns="91440" bIns="45720" anchor="ctr">
              <a:spAutoFit/>
            </a:bodyPr>
            <a:lstStyle/>
            <a:p>
              <a:pPr marL="0" algn="l"/>
              <a:endParaRPr/>
            </a:p>
          </p:txBody>
        </p:sp>
        <p:sp>
          <p:nvSpPr>
            <p:cNvPr id="242" name="Freeform 242"/>
            <p:cNvSpPr/>
            <p:nvPr/>
          </p:nvSpPr>
          <p:spPr>
            <a:xfrm>
              <a:off x="4543618" y="6369320"/>
              <a:ext cx="20520" cy="44767"/>
            </a:xfrm>
            <a:custGeom>
              <a:avLst/>
              <a:gdLst/>
              <a:ahLst/>
              <a:cxnLst/>
              <a:rect l="l" t="t" r="r" b="b"/>
              <a:pathLst>
                <a:path w="20520" h="44767">
                  <a:moveTo>
                    <a:pt x="20520" y="44767"/>
                  </a:moveTo>
                  <a:cubicBezTo>
                    <a:pt x="20520" y="44767"/>
                    <a:pt x="-9960" y="28575"/>
                    <a:pt x="3375" y="0"/>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43" name="Freeform 243"/>
            <p:cNvSpPr/>
            <p:nvPr/>
          </p:nvSpPr>
          <p:spPr>
            <a:xfrm>
              <a:off x="4539659" y="6365136"/>
              <a:ext cx="28663" cy="53713"/>
            </a:xfrm>
            <a:custGeom>
              <a:avLst/>
              <a:gdLst/>
              <a:ahLst/>
              <a:cxnLst/>
              <a:rect l="l" t="t" r="r" b="b"/>
              <a:pathLst>
                <a:path w="28663" h="53713">
                  <a:moveTo>
                    <a:pt x="24479" y="53714"/>
                  </a:moveTo>
                  <a:cubicBezTo>
                    <a:pt x="23527" y="53714"/>
                    <a:pt x="22574" y="53714"/>
                    <a:pt x="22574" y="52761"/>
                  </a:cubicBezTo>
                  <a:cubicBezTo>
                    <a:pt x="11144" y="46094"/>
                    <a:pt x="-7906" y="27996"/>
                    <a:pt x="3524" y="2279"/>
                  </a:cubicBezTo>
                  <a:cubicBezTo>
                    <a:pt x="4477" y="374"/>
                    <a:pt x="7334" y="-579"/>
                    <a:pt x="9239" y="374"/>
                  </a:cubicBezTo>
                  <a:cubicBezTo>
                    <a:pt x="11144" y="1326"/>
                    <a:pt x="12097" y="4184"/>
                    <a:pt x="11144" y="6089"/>
                  </a:cubicBezTo>
                  <a:cubicBezTo>
                    <a:pt x="-286" y="29901"/>
                    <a:pt x="25432" y="45141"/>
                    <a:pt x="26384" y="45141"/>
                  </a:cubicBezTo>
                  <a:cubicBezTo>
                    <a:pt x="28289" y="46094"/>
                    <a:pt x="29242" y="48951"/>
                    <a:pt x="28289" y="50856"/>
                  </a:cubicBezTo>
                  <a:cubicBezTo>
                    <a:pt x="27337" y="52761"/>
                    <a:pt x="25432" y="53714"/>
                    <a:pt x="24479" y="53714"/>
                  </a:cubicBezTo>
                  <a:lnTo>
                    <a:pt x="24479" y="53714"/>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44" name="Freeform 244"/>
            <p:cNvSpPr/>
            <p:nvPr/>
          </p:nvSpPr>
          <p:spPr>
            <a:xfrm>
              <a:off x="4988868" y="5879649"/>
              <a:ext cx="273453" cy="166773"/>
            </a:xfrm>
            <a:custGeom>
              <a:avLst/>
              <a:gdLst/>
              <a:ahLst/>
              <a:cxnLst/>
              <a:rect l="l" t="t" r="r" b="b"/>
              <a:pathLst>
                <a:path w="273453" h="166773">
                  <a:moveTo>
                    <a:pt x="269643" y="166773"/>
                  </a:moveTo>
                  <a:lnTo>
                    <a:pt x="269643" y="166773"/>
                  </a:lnTo>
                  <a:cubicBezTo>
                    <a:pt x="221066" y="157248"/>
                    <a:pt x="128673" y="102003"/>
                    <a:pt x="7706" y="12468"/>
                  </a:cubicBezTo>
                  <a:lnTo>
                    <a:pt x="1991" y="7706"/>
                  </a:lnTo>
                  <a:cubicBezTo>
                    <a:pt x="86" y="6753"/>
                    <a:pt x="-867" y="3896"/>
                    <a:pt x="1038" y="1991"/>
                  </a:cubicBezTo>
                  <a:cubicBezTo>
                    <a:pt x="1991" y="86"/>
                    <a:pt x="4848" y="-867"/>
                    <a:pt x="6753" y="1038"/>
                  </a:cubicBezTo>
                  <a:cubicBezTo>
                    <a:pt x="8658" y="1991"/>
                    <a:pt x="10563" y="3896"/>
                    <a:pt x="12468" y="5801"/>
                  </a:cubicBezTo>
                  <a:cubicBezTo>
                    <a:pt x="132483" y="95336"/>
                    <a:pt x="223923" y="149628"/>
                    <a:pt x="269643" y="159153"/>
                  </a:cubicBezTo>
                  <a:cubicBezTo>
                    <a:pt x="272501" y="160106"/>
                    <a:pt x="273453" y="162011"/>
                    <a:pt x="273453" y="163916"/>
                  </a:cubicBezTo>
                  <a:cubicBezTo>
                    <a:pt x="273453" y="164868"/>
                    <a:pt x="271548" y="166773"/>
                    <a:pt x="269643" y="166773"/>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45" name="Freeform 245"/>
            <p:cNvSpPr/>
            <p:nvPr/>
          </p:nvSpPr>
          <p:spPr>
            <a:xfrm>
              <a:off x="4974666" y="5403485"/>
              <a:ext cx="62864" cy="62864"/>
            </a:xfrm>
            <a:custGeom>
              <a:avLst/>
              <a:gdLst/>
              <a:ahLst/>
              <a:cxnLst/>
              <a:rect l="l" t="t" r="r" b="b"/>
              <a:pathLst>
                <a:path w="62864" h="62864">
                  <a:moveTo>
                    <a:pt x="31433" y="62865"/>
                  </a:moveTo>
                  <a:cubicBezTo>
                    <a:pt x="14288" y="62865"/>
                    <a:pt x="0" y="48577"/>
                    <a:pt x="0" y="31432"/>
                  </a:cubicBezTo>
                  <a:cubicBezTo>
                    <a:pt x="0" y="14288"/>
                    <a:pt x="14288" y="0"/>
                    <a:pt x="31433" y="0"/>
                  </a:cubicBezTo>
                  <a:cubicBezTo>
                    <a:pt x="48577" y="0"/>
                    <a:pt x="62865" y="14288"/>
                    <a:pt x="62865" y="31432"/>
                  </a:cubicBezTo>
                  <a:cubicBezTo>
                    <a:pt x="62865" y="48577"/>
                    <a:pt x="49530" y="62865"/>
                    <a:pt x="31433" y="62865"/>
                  </a:cubicBezTo>
                  <a:lnTo>
                    <a:pt x="31433" y="62865"/>
                  </a:lnTo>
                  <a:close/>
                  <a:moveTo>
                    <a:pt x="31433" y="9525"/>
                  </a:moveTo>
                  <a:cubicBezTo>
                    <a:pt x="19050" y="9525"/>
                    <a:pt x="9525" y="19050"/>
                    <a:pt x="9525" y="31432"/>
                  </a:cubicBezTo>
                  <a:cubicBezTo>
                    <a:pt x="9525" y="43815"/>
                    <a:pt x="19050" y="53340"/>
                    <a:pt x="31433" y="53340"/>
                  </a:cubicBezTo>
                  <a:cubicBezTo>
                    <a:pt x="43815" y="53340"/>
                    <a:pt x="53340" y="43815"/>
                    <a:pt x="53340" y="31432"/>
                  </a:cubicBezTo>
                  <a:cubicBezTo>
                    <a:pt x="53340" y="19050"/>
                    <a:pt x="43815" y="9525"/>
                    <a:pt x="31433" y="9525"/>
                  </a:cubicBezTo>
                  <a:lnTo>
                    <a:pt x="31433" y="9525"/>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46" name="Freeform 246"/>
            <p:cNvSpPr/>
            <p:nvPr/>
          </p:nvSpPr>
          <p:spPr>
            <a:xfrm>
              <a:off x="4988001" y="5455872"/>
              <a:ext cx="30718" cy="67445"/>
            </a:xfrm>
            <a:custGeom>
              <a:avLst/>
              <a:gdLst/>
              <a:ahLst/>
              <a:cxnLst/>
              <a:rect l="l" t="t" r="r" b="b"/>
              <a:pathLst>
                <a:path w="30718" h="67445">
                  <a:moveTo>
                    <a:pt x="5715" y="0"/>
                  </a:moveTo>
                  <a:cubicBezTo>
                    <a:pt x="5715" y="0"/>
                    <a:pt x="37148" y="51435"/>
                    <a:pt x="29527" y="61913"/>
                  </a:cubicBezTo>
                  <a:cubicBezTo>
                    <a:pt x="21907" y="72390"/>
                    <a:pt x="0" y="64770"/>
                    <a:pt x="0" y="64770"/>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47" name="Freeform 247"/>
            <p:cNvSpPr/>
            <p:nvPr/>
          </p:nvSpPr>
          <p:spPr>
            <a:xfrm>
              <a:off x="4982881" y="5450540"/>
              <a:ext cx="42249" cy="76952"/>
            </a:xfrm>
            <a:custGeom>
              <a:avLst/>
              <a:gdLst/>
              <a:ahLst/>
              <a:cxnLst/>
              <a:rect l="l" t="t" r="r" b="b"/>
              <a:pathLst>
                <a:path w="42249" h="76952">
                  <a:moveTo>
                    <a:pt x="21312" y="76770"/>
                  </a:moveTo>
                  <a:cubicBezTo>
                    <a:pt x="15597" y="76770"/>
                    <a:pt x="8930" y="75817"/>
                    <a:pt x="3215" y="73912"/>
                  </a:cubicBezTo>
                  <a:cubicBezTo>
                    <a:pt x="357" y="72960"/>
                    <a:pt x="-595" y="70102"/>
                    <a:pt x="357" y="67245"/>
                  </a:cubicBezTo>
                  <a:cubicBezTo>
                    <a:pt x="1310" y="64387"/>
                    <a:pt x="4167" y="63435"/>
                    <a:pt x="7025" y="64387"/>
                  </a:cubicBezTo>
                  <a:cubicBezTo>
                    <a:pt x="13692" y="66292"/>
                    <a:pt x="27980" y="69150"/>
                    <a:pt x="31790" y="63435"/>
                  </a:cubicBezTo>
                  <a:cubicBezTo>
                    <a:pt x="34647" y="58672"/>
                    <a:pt x="23217" y="32002"/>
                    <a:pt x="7977" y="7237"/>
                  </a:cubicBezTo>
                  <a:cubicBezTo>
                    <a:pt x="7025" y="5332"/>
                    <a:pt x="7025" y="2475"/>
                    <a:pt x="9882" y="570"/>
                  </a:cubicBezTo>
                  <a:cubicBezTo>
                    <a:pt x="9882" y="570"/>
                    <a:pt x="9882" y="570"/>
                    <a:pt x="9882" y="570"/>
                  </a:cubicBezTo>
                  <a:cubicBezTo>
                    <a:pt x="11787" y="-383"/>
                    <a:pt x="15597" y="-383"/>
                    <a:pt x="16550" y="2475"/>
                  </a:cubicBezTo>
                  <a:cubicBezTo>
                    <a:pt x="16550" y="2475"/>
                    <a:pt x="16550" y="2475"/>
                    <a:pt x="16550" y="2475"/>
                  </a:cubicBezTo>
                  <a:cubicBezTo>
                    <a:pt x="26075" y="18667"/>
                    <a:pt x="48935" y="58672"/>
                    <a:pt x="40362" y="70102"/>
                  </a:cubicBezTo>
                  <a:cubicBezTo>
                    <a:pt x="34647" y="74865"/>
                    <a:pt x="27980" y="77722"/>
                    <a:pt x="21312" y="76770"/>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48" name="Freeform 248"/>
            <p:cNvSpPr/>
            <p:nvPr/>
          </p:nvSpPr>
          <p:spPr>
            <a:xfrm>
              <a:off x="4818456" y="5368200"/>
              <a:ext cx="184847" cy="264837"/>
            </a:xfrm>
            <a:custGeom>
              <a:avLst/>
              <a:gdLst/>
              <a:ahLst/>
              <a:cxnLst/>
              <a:rect l="l" t="t" r="r" b="b"/>
              <a:pathLst>
                <a:path w="184847" h="264837">
                  <a:moveTo>
                    <a:pt x="170498" y="20997"/>
                  </a:moveTo>
                  <a:cubicBezTo>
                    <a:pt x="191452" y="39095"/>
                    <a:pt x="183833" y="75290"/>
                    <a:pt x="181927" y="99102"/>
                  </a:cubicBezTo>
                  <a:cubicBezTo>
                    <a:pt x="180023" y="132440"/>
                    <a:pt x="178118" y="165777"/>
                    <a:pt x="175260" y="199115"/>
                  </a:cubicBezTo>
                  <a:cubicBezTo>
                    <a:pt x="173355" y="220070"/>
                    <a:pt x="118110" y="218165"/>
                    <a:pt x="108585" y="211497"/>
                  </a:cubicBezTo>
                  <a:lnTo>
                    <a:pt x="120015" y="264837"/>
                  </a:lnTo>
                  <a:lnTo>
                    <a:pt x="0" y="247692"/>
                  </a:lnTo>
                  <a:lnTo>
                    <a:pt x="7620" y="178160"/>
                  </a:lnTo>
                  <a:cubicBezTo>
                    <a:pt x="7620" y="178160"/>
                    <a:pt x="0" y="81005"/>
                    <a:pt x="22860" y="39095"/>
                  </a:cubicBezTo>
                  <a:cubicBezTo>
                    <a:pt x="36195" y="14330"/>
                    <a:pt x="62865" y="-910"/>
                    <a:pt x="91440" y="42"/>
                  </a:cubicBezTo>
                  <a:cubicBezTo>
                    <a:pt x="92393" y="995"/>
                    <a:pt x="150495" y="2900"/>
                    <a:pt x="170498" y="20997"/>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49" name="Freeform 249"/>
            <p:cNvSpPr/>
            <p:nvPr/>
          </p:nvSpPr>
          <p:spPr>
            <a:xfrm>
              <a:off x="4814398" y="5363328"/>
              <a:ext cx="194028" cy="275424"/>
            </a:xfrm>
            <a:custGeom>
              <a:avLst/>
              <a:gdLst/>
              <a:ahLst/>
              <a:cxnLst/>
              <a:rect l="l" t="t" r="r" b="b"/>
              <a:pathLst>
                <a:path w="194028" h="275424">
                  <a:moveTo>
                    <a:pt x="124073" y="275424"/>
                  </a:moveTo>
                  <a:lnTo>
                    <a:pt x="124073" y="275424"/>
                  </a:lnTo>
                  <a:lnTo>
                    <a:pt x="4058" y="257327"/>
                  </a:lnTo>
                  <a:cubicBezTo>
                    <a:pt x="1200" y="257327"/>
                    <a:pt x="-705" y="254469"/>
                    <a:pt x="248" y="251612"/>
                  </a:cubicBezTo>
                  <a:lnTo>
                    <a:pt x="7868" y="182079"/>
                  </a:lnTo>
                  <a:cubicBezTo>
                    <a:pt x="7868" y="179222"/>
                    <a:pt x="248" y="84924"/>
                    <a:pt x="24060" y="41109"/>
                  </a:cubicBezTo>
                  <a:cubicBezTo>
                    <a:pt x="38348" y="14439"/>
                    <a:pt x="66923" y="-1753"/>
                    <a:pt x="97403" y="152"/>
                  </a:cubicBezTo>
                  <a:cubicBezTo>
                    <a:pt x="99308" y="152"/>
                    <a:pt x="157410" y="2057"/>
                    <a:pt x="178365" y="21107"/>
                  </a:cubicBezTo>
                  <a:cubicBezTo>
                    <a:pt x="197415" y="38252"/>
                    <a:pt x="194558" y="66827"/>
                    <a:pt x="192653" y="90639"/>
                  </a:cubicBezTo>
                  <a:cubicBezTo>
                    <a:pt x="192653" y="95402"/>
                    <a:pt x="191700" y="99212"/>
                    <a:pt x="191700" y="103022"/>
                  </a:cubicBezTo>
                  <a:cubicBezTo>
                    <a:pt x="189795" y="136359"/>
                    <a:pt x="187890" y="170649"/>
                    <a:pt x="185033" y="203987"/>
                  </a:cubicBezTo>
                  <a:cubicBezTo>
                    <a:pt x="184080" y="211607"/>
                    <a:pt x="179318" y="218274"/>
                    <a:pt x="171698" y="220179"/>
                  </a:cubicBezTo>
                  <a:cubicBezTo>
                    <a:pt x="155505" y="225894"/>
                    <a:pt x="137408" y="227799"/>
                    <a:pt x="120263" y="223989"/>
                  </a:cubicBezTo>
                  <a:lnTo>
                    <a:pt x="129788" y="268757"/>
                  </a:lnTo>
                  <a:cubicBezTo>
                    <a:pt x="129788" y="270662"/>
                    <a:pt x="129788" y="271614"/>
                    <a:pt x="128835" y="272567"/>
                  </a:cubicBezTo>
                  <a:cubicBezTo>
                    <a:pt x="126930" y="274472"/>
                    <a:pt x="125978" y="275424"/>
                    <a:pt x="124073" y="275424"/>
                  </a:cubicBezTo>
                  <a:close/>
                  <a:moveTo>
                    <a:pt x="9773" y="248754"/>
                  </a:moveTo>
                  <a:lnTo>
                    <a:pt x="118358" y="264947"/>
                  </a:lnTo>
                  <a:lnTo>
                    <a:pt x="108833" y="218274"/>
                  </a:lnTo>
                  <a:cubicBezTo>
                    <a:pt x="108833" y="216369"/>
                    <a:pt x="108833" y="214464"/>
                    <a:pt x="110738" y="213512"/>
                  </a:cubicBezTo>
                  <a:cubicBezTo>
                    <a:pt x="112643" y="212559"/>
                    <a:pt x="114548" y="212559"/>
                    <a:pt x="116453" y="213512"/>
                  </a:cubicBezTo>
                  <a:cubicBezTo>
                    <a:pt x="133598" y="218274"/>
                    <a:pt x="150743" y="218274"/>
                    <a:pt x="167888" y="212559"/>
                  </a:cubicBezTo>
                  <a:cubicBezTo>
                    <a:pt x="172650" y="210654"/>
                    <a:pt x="175508" y="207797"/>
                    <a:pt x="175508" y="203987"/>
                  </a:cubicBezTo>
                  <a:cubicBezTo>
                    <a:pt x="178365" y="170649"/>
                    <a:pt x="181223" y="137312"/>
                    <a:pt x="182175" y="103974"/>
                  </a:cubicBezTo>
                  <a:cubicBezTo>
                    <a:pt x="182175" y="100164"/>
                    <a:pt x="183128" y="95402"/>
                    <a:pt x="183128" y="90639"/>
                  </a:cubicBezTo>
                  <a:cubicBezTo>
                    <a:pt x="185033" y="69684"/>
                    <a:pt x="186938" y="42062"/>
                    <a:pt x="171698" y="29679"/>
                  </a:cubicBezTo>
                  <a:lnTo>
                    <a:pt x="171698" y="29679"/>
                  </a:lnTo>
                  <a:cubicBezTo>
                    <a:pt x="153600" y="13487"/>
                    <a:pt x="97403" y="11582"/>
                    <a:pt x="96450" y="11582"/>
                  </a:cubicBezTo>
                  <a:cubicBezTo>
                    <a:pt x="69780" y="9677"/>
                    <a:pt x="45015" y="23964"/>
                    <a:pt x="31680" y="46824"/>
                  </a:cubicBezTo>
                  <a:cubicBezTo>
                    <a:pt x="9773" y="87782"/>
                    <a:pt x="16440" y="182079"/>
                    <a:pt x="16440" y="183032"/>
                  </a:cubicBezTo>
                  <a:lnTo>
                    <a:pt x="9773" y="248754"/>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50" name="Freeform 250"/>
            <p:cNvSpPr/>
            <p:nvPr/>
          </p:nvSpPr>
          <p:spPr>
            <a:xfrm>
              <a:off x="4794643" y="5595890"/>
              <a:ext cx="167639" cy="61326"/>
            </a:xfrm>
            <a:custGeom>
              <a:avLst/>
              <a:gdLst/>
              <a:ahLst/>
              <a:cxnLst/>
              <a:rect l="l" t="t" r="r" b="b"/>
              <a:pathLst>
                <a:path w="167639" h="61326">
                  <a:moveTo>
                    <a:pt x="0" y="36195"/>
                  </a:moveTo>
                  <a:lnTo>
                    <a:pt x="11430" y="0"/>
                  </a:lnTo>
                  <a:lnTo>
                    <a:pt x="159068" y="14288"/>
                  </a:lnTo>
                  <a:lnTo>
                    <a:pt x="167640" y="47625"/>
                  </a:lnTo>
                  <a:cubicBezTo>
                    <a:pt x="113348" y="69532"/>
                    <a:pt x="51435" y="64770"/>
                    <a:pt x="0" y="36195"/>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51" name="Freeform 251"/>
            <p:cNvSpPr/>
            <p:nvPr/>
          </p:nvSpPr>
          <p:spPr>
            <a:xfrm>
              <a:off x="4790460" y="5591127"/>
              <a:ext cx="175887" cy="71437"/>
            </a:xfrm>
            <a:custGeom>
              <a:avLst/>
              <a:gdLst/>
              <a:ahLst/>
              <a:cxnLst/>
              <a:rect l="l" t="t" r="r" b="b"/>
              <a:pathLst>
                <a:path w="175887" h="71437">
                  <a:moveTo>
                    <a:pt x="101339" y="71438"/>
                  </a:moveTo>
                  <a:cubicBezTo>
                    <a:pt x="67049" y="71438"/>
                    <a:pt x="32759" y="62865"/>
                    <a:pt x="2279" y="45720"/>
                  </a:cubicBezTo>
                  <a:cubicBezTo>
                    <a:pt x="374" y="44767"/>
                    <a:pt x="-579" y="41910"/>
                    <a:pt x="374" y="40005"/>
                  </a:cubicBezTo>
                  <a:lnTo>
                    <a:pt x="10851" y="3810"/>
                  </a:lnTo>
                  <a:cubicBezTo>
                    <a:pt x="11804" y="1905"/>
                    <a:pt x="13709" y="0"/>
                    <a:pt x="15614" y="0"/>
                  </a:cubicBezTo>
                  <a:lnTo>
                    <a:pt x="163251" y="14288"/>
                  </a:lnTo>
                  <a:cubicBezTo>
                    <a:pt x="165156" y="14288"/>
                    <a:pt x="167061" y="16192"/>
                    <a:pt x="167061" y="18097"/>
                  </a:cubicBezTo>
                  <a:lnTo>
                    <a:pt x="175634" y="51435"/>
                  </a:lnTo>
                  <a:cubicBezTo>
                    <a:pt x="176586" y="53340"/>
                    <a:pt x="174681" y="56198"/>
                    <a:pt x="172776" y="57150"/>
                  </a:cubicBezTo>
                  <a:cubicBezTo>
                    <a:pt x="150869" y="66675"/>
                    <a:pt x="126104" y="71438"/>
                    <a:pt x="101339" y="71438"/>
                  </a:cubicBezTo>
                  <a:close/>
                  <a:moveTo>
                    <a:pt x="10851" y="39052"/>
                  </a:moveTo>
                  <a:cubicBezTo>
                    <a:pt x="59429" y="63817"/>
                    <a:pt x="115626" y="67627"/>
                    <a:pt x="166109" y="49530"/>
                  </a:cubicBezTo>
                  <a:lnTo>
                    <a:pt x="160394" y="23813"/>
                  </a:lnTo>
                  <a:lnTo>
                    <a:pt x="20376" y="10477"/>
                  </a:lnTo>
                  <a:lnTo>
                    <a:pt x="10851" y="39052"/>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52" name="Freeform 252"/>
            <p:cNvSpPr/>
            <p:nvPr/>
          </p:nvSpPr>
          <p:spPr>
            <a:xfrm>
              <a:off x="4582141" y="5276313"/>
              <a:ext cx="434752" cy="545258"/>
            </a:xfrm>
            <a:custGeom>
              <a:avLst/>
              <a:gdLst/>
              <a:ahLst/>
              <a:cxnLst/>
              <a:rect l="l" t="t" r="r" b="b"/>
              <a:pathLst>
                <a:path w="434752" h="545258">
                  <a:moveTo>
                    <a:pt x="284893" y="279571"/>
                  </a:moveTo>
                  <a:cubicBezTo>
                    <a:pt x="284893" y="336721"/>
                    <a:pt x="342043" y="451974"/>
                    <a:pt x="293465" y="496741"/>
                  </a:cubicBezTo>
                  <a:cubicBezTo>
                    <a:pt x="247745" y="539604"/>
                    <a:pt x="167735" y="550081"/>
                    <a:pt x="108680" y="543414"/>
                  </a:cubicBezTo>
                  <a:cubicBezTo>
                    <a:pt x="22003" y="533889"/>
                    <a:pt x="-23717" y="473881"/>
                    <a:pt x="12478" y="389109"/>
                  </a:cubicBezTo>
                  <a:cubicBezTo>
                    <a:pt x="29623" y="348151"/>
                    <a:pt x="61055" y="313861"/>
                    <a:pt x="86773" y="276714"/>
                  </a:cubicBezTo>
                  <a:cubicBezTo>
                    <a:pt x="109633" y="244329"/>
                    <a:pt x="128683" y="209086"/>
                    <a:pt x="142970" y="172891"/>
                  </a:cubicBezTo>
                  <a:cubicBezTo>
                    <a:pt x="155353" y="141459"/>
                    <a:pt x="164878" y="105264"/>
                    <a:pt x="182023" y="75736"/>
                  </a:cubicBezTo>
                  <a:cubicBezTo>
                    <a:pt x="220123" y="11919"/>
                    <a:pt x="287750" y="-13799"/>
                    <a:pt x="358235" y="7156"/>
                  </a:cubicBezTo>
                  <a:cubicBezTo>
                    <a:pt x="388715" y="15729"/>
                    <a:pt x="446818" y="52876"/>
                    <a:pt x="432530" y="91929"/>
                  </a:cubicBezTo>
                  <a:cubicBezTo>
                    <a:pt x="428720" y="101454"/>
                    <a:pt x="417290" y="115741"/>
                    <a:pt x="407765" y="111931"/>
                  </a:cubicBezTo>
                  <a:cubicBezTo>
                    <a:pt x="404908" y="130981"/>
                    <a:pt x="392525" y="139554"/>
                    <a:pt x="378238" y="151936"/>
                  </a:cubicBezTo>
                  <a:cubicBezTo>
                    <a:pt x="362998" y="163366"/>
                    <a:pt x="346805" y="173844"/>
                    <a:pt x="330613" y="183369"/>
                  </a:cubicBezTo>
                  <a:cubicBezTo>
                    <a:pt x="319183" y="190036"/>
                    <a:pt x="309658" y="198609"/>
                    <a:pt x="302038" y="209086"/>
                  </a:cubicBezTo>
                  <a:cubicBezTo>
                    <a:pt x="293465" y="223374"/>
                    <a:pt x="288703" y="239566"/>
                    <a:pt x="287750" y="256711"/>
                  </a:cubicBezTo>
                  <a:cubicBezTo>
                    <a:pt x="284893" y="264331"/>
                    <a:pt x="284893" y="271951"/>
                    <a:pt x="284893" y="279571"/>
                  </a:cubicBezTo>
                  <a:close/>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53" name="Freeform 253"/>
            <p:cNvSpPr/>
            <p:nvPr/>
          </p:nvSpPr>
          <p:spPr>
            <a:xfrm>
              <a:off x="4575685" y="5271026"/>
              <a:ext cx="444129" cy="555368"/>
            </a:xfrm>
            <a:custGeom>
              <a:avLst/>
              <a:gdLst/>
              <a:ahLst/>
              <a:cxnLst/>
              <a:rect l="l" t="t" r="r" b="b"/>
              <a:pathLst>
                <a:path w="444129" h="555368">
                  <a:moveTo>
                    <a:pt x="146568" y="555368"/>
                  </a:moveTo>
                  <a:cubicBezTo>
                    <a:pt x="136091" y="555368"/>
                    <a:pt x="124661" y="554416"/>
                    <a:pt x="114183" y="553463"/>
                  </a:cubicBezTo>
                  <a:cubicBezTo>
                    <a:pt x="67511" y="548701"/>
                    <a:pt x="31316" y="528698"/>
                    <a:pt x="13218" y="498218"/>
                  </a:cubicBezTo>
                  <a:cubicBezTo>
                    <a:pt x="-4879" y="467738"/>
                    <a:pt x="-3927" y="432496"/>
                    <a:pt x="13218" y="391538"/>
                  </a:cubicBezTo>
                  <a:cubicBezTo>
                    <a:pt x="27506" y="362011"/>
                    <a:pt x="44651" y="333436"/>
                    <a:pt x="65606" y="307718"/>
                  </a:cubicBezTo>
                  <a:cubicBezTo>
                    <a:pt x="73226" y="298193"/>
                    <a:pt x="79893" y="288668"/>
                    <a:pt x="87513" y="278191"/>
                  </a:cubicBezTo>
                  <a:cubicBezTo>
                    <a:pt x="109421" y="245806"/>
                    <a:pt x="128471" y="211516"/>
                    <a:pt x="143711" y="175321"/>
                  </a:cubicBezTo>
                  <a:cubicBezTo>
                    <a:pt x="147521" y="164843"/>
                    <a:pt x="151331" y="154366"/>
                    <a:pt x="155141" y="142936"/>
                  </a:cubicBezTo>
                  <a:cubicBezTo>
                    <a:pt x="162761" y="120076"/>
                    <a:pt x="171333" y="99121"/>
                    <a:pt x="182763" y="78166"/>
                  </a:cubicBezTo>
                  <a:cubicBezTo>
                    <a:pt x="218958" y="14348"/>
                    <a:pt x="295158" y="-15179"/>
                    <a:pt x="364691" y="7681"/>
                  </a:cubicBezTo>
                  <a:cubicBezTo>
                    <a:pt x="387551" y="14348"/>
                    <a:pt x="425651" y="36256"/>
                    <a:pt x="438986" y="63878"/>
                  </a:cubicBezTo>
                  <a:cubicBezTo>
                    <a:pt x="444701" y="74356"/>
                    <a:pt x="445653" y="87691"/>
                    <a:pt x="441843" y="99121"/>
                  </a:cubicBezTo>
                  <a:cubicBezTo>
                    <a:pt x="438033" y="108646"/>
                    <a:pt x="431366" y="117218"/>
                    <a:pt x="422793" y="121981"/>
                  </a:cubicBezTo>
                  <a:cubicBezTo>
                    <a:pt x="420888" y="122933"/>
                    <a:pt x="418983" y="122933"/>
                    <a:pt x="417078" y="123886"/>
                  </a:cubicBezTo>
                  <a:cubicBezTo>
                    <a:pt x="413268" y="140078"/>
                    <a:pt x="401838" y="149603"/>
                    <a:pt x="388503" y="160081"/>
                  </a:cubicBezTo>
                  <a:lnTo>
                    <a:pt x="386598" y="161986"/>
                  </a:lnTo>
                  <a:cubicBezTo>
                    <a:pt x="376121" y="169606"/>
                    <a:pt x="365643" y="177226"/>
                    <a:pt x="355166" y="182941"/>
                  </a:cubicBezTo>
                  <a:cubicBezTo>
                    <a:pt x="349451" y="185798"/>
                    <a:pt x="344688" y="189608"/>
                    <a:pt x="338973" y="192466"/>
                  </a:cubicBezTo>
                  <a:cubicBezTo>
                    <a:pt x="328496" y="199133"/>
                    <a:pt x="318971" y="207706"/>
                    <a:pt x="311351" y="218183"/>
                  </a:cubicBezTo>
                  <a:cubicBezTo>
                    <a:pt x="303731" y="231518"/>
                    <a:pt x="298968" y="247711"/>
                    <a:pt x="298016" y="262951"/>
                  </a:cubicBezTo>
                  <a:cubicBezTo>
                    <a:pt x="297063" y="270571"/>
                    <a:pt x="297063" y="277238"/>
                    <a:pt x="297063" y="284858"/>
                  </a:cubicBezTo>
                  <a:lnTo>
                    <a:pt x="297063" y="284858"/>
                  </a:lnTo>
                  <a:cubicBezTo>
                    <a:pt x="298968" y="307718"/>
                    <a:pt x="302778" y="330578"/>
                    <a:pt x="309446" y="353438"/>
                  </a:cubicBezTo>
                  <a:cubicBezTo>
                    <a:pt x="323733" y="409636"/>
                    <a:pt x="338021" y="473453"/>
                    <a:pt x="303731" y="505838"/>
                  </a:cubicBezTo>
                  <a:cubicBezTo>
                    <a:pt x="262773" y="542986"/>
                    <a:pt x="198956" y="555368"/>
                    <a:pt x="146568" y="555368"/>
                  </a:cubicBezTo>
                  <a:close/>
                  <a:moveTo>
                    <a:pt x="316113" y="10538"/>
                  </a:moveTo>
                  <a:cubicBezTo>
                    <a:pt x="264678" y="10538"/>
                    <a:pt x="217053" y="38161"/>
                    <a:pt x="191336" y="83881"/>
                  </a:cubicBezTo>
                  <a:cubicBezTo>
                    <a:pt x="179906" y="103883"/>
                    <a:pt x="171333" y="124838"/>
                    <a:pt x="164666" y="146746"/>
                  </a:cubicBezTo>
                  <a:cubicBezTo>
                    <a:pt x="160856" y="157223"/>
                    <a:pt x="157046" y="169606"/>
                    <a:pt x="152283" y="179131"/>
                  </a:cubicBezTo>
                  <a:cubicBezTo>
                    <a:pt x="137043" y="216278"/>
                    <a:pt x="117993" y="251521"/>
                    <a:pt x="95133" y="283906"/>
                  </a:cubicBezTo>
                  <a:cubicBezTo>
                    <a:pt x="88466" y="293431"/>
                    <a:pt x="80846" y="303908"/>
                    <a:pt x="73226" y="313433"/>
                  </a:cubicBezTo>
                  <a:cubicBezTo>
                    <a:pt x="53223" y="338198"/>
                    <a:pt x="35126" y="365821"/>
                    <a:pt x="21791" y="395348"/>
                  </a:cubicBezTo>
                  <a:cubicBezTo>
                    <a:pt x="6551" y="432496"/>
                    <a:pt x="5598" y="466786"/>
                    <a:pt x="21791" y="492503"/>
                  </a:cubicBezTo>
                  <a:cubicBezTo>
                    <a:pt x="37983" y="520126"/>
                    <a:pt x="71321" y="538223"/>
                    <a:pt x="115136" y="542986"/>
                  </a:cubicBezTo>
                  <a:cubicBezTo>
                    <a:pt x="169428" y="548701"/>
                    <a:pt x="249438" y="540128"/>
                    <a:pt x="297063" y="497266"/>
                  </a:cubicBezTo>
                  <a:cubicBezTo>
                    <a:pt x="328496" y="468691"/>
                    <a:pt x="313256" y="407731"/>
                    <a:pt x="299921" y="354391"/>
                  </a:cubicBezTo>
                  <a:cubicBezTo>
                    <a:pt x="293253" y="331531"/>
                    <a:pt x="288491" y="307718"/>
                    <a:pt x="287538" y="283906"/>
                  </a:cubicBezTo>
                  <a:lnTo>
                    <a:pt x="287538" y="283906"/>
                  </a:lnTo>
                  <a:cubicBezTo>
                    <a:pt x="287538" y="276286"/>
                    <a:pt x="287538" y="268666"/>
                    <a:pt x="288491" y="261046"/>
                  </a:cubicBezTo>
                  <a:cubicBezTo>
                    <a:pt x="289443" y="243901"/>
                    <a:pt x="294206" y="226756"/>
                    <a:pt x="303731" y="211516"/>
                  </a:cubicBezTo>
                  <a:cubicBezTo>
                    <a:pt x="312303" y="200086"/>
                    <a:pt x="321828" y="191513"/>
                    <a:pt x="334211" y="183893"/>
                  </a:cubicBezTo>
                  <a:cubicBezTo>
                    <a:pt x="339926" y="180083"/>
                    <a:pt x="344688" y="177226"/>
                    <a:pt x="350403" y="173416"/>
                  </a:cubicBezTo>
                  <a:cubicBezTo>
                    <a:pt x="360881" y="167701"/>
                    <a:pt x="371358" y="160081"/>
                    <a:pt x="380883" y="152461"/>
                  </a:cubicBezTo>
                  <a:lnTo>
                    <a:pt x="382788" y="150556"/>
                  </a:lnTo>
                  <a:cubicBezTo>
                    <a:pt x="396123" y="139126"/>
                    <a:pt x="406601" y="131506"/>
                    <a:pt x="408506" y="115313"/>
                  </a:cubicBezTo>
                  <a:cubicBezTo>
                    <a:pt x="408506" y="112456"/>
                    <a:pt x="411363" y="110551"/>
                    <a:pt x="414221" y="111503"/>
                  </a:cubicBezTo>
                  <a:cubicBezTo>
                    <a:pt x="414221" y="111503"/>
                    <a:pt x="415173" y="111503"/>
                    <a:pt x="415173" y="111503"/>
                  </a:cubicBezTo>
                  <a:cubicBezTo>
                    <a:pt x="416126" y="112456"/>
                    <a:pt x="418031" y="112456"/>
                    <a:pt x="418983" y="111503"/>
                  </a:cubicBezTo>
                  <a:cubicBezTo>
                    <a:pt x="425651" y="107693"/>
                    <a:pt x="430413" y="101978"/>
                    <a:pt x="433271" y="94358"/>
                  </a:cubicBezTo>
                  <a:cubicBezTo>
                    <a:pt x="436128" y="84833"/>
                    <a:pt x="435176" y="75308"/>
                    <a:pt x="430413" y="66736"/>
                  </a:cubicBezTo>
                  <a:cubicBezTo>
                    <a:pt x="418031" y="41971"/>
                    <a:pt x="381836" y="21968"/>
                    <a:pt x="361833" y="16253"/>
                  </a:cubicBezTo>
                  <a:cubicBezTo>
                    <a:pt x="347546" y="13396"/>
                    <a:pt x="331353" y="10538"/>
                    <a:pt x="316113" y="10538"/>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54" name="Freeform 254"/>
            <p:cNvSpPr/>
            <p:nvPr/>
          </p:nvSpPr>
          <p:spPr>
            <a:xfrm>
              <a:off x="4954664" y="5530167"/>
              <a:ext cx="39052" cy="16576"/>
            </a:xfrm>
            <a:custGeom>
              <a:avLst/>
              <a:gdLst/>
              <a:ahLst/>
              <a:cxnLst/>
              <a:rect l="l" t="t" r="r" b="b"/>
              <a:pathLst>
                <a:path w="39052" h="16576">
                  <a:moveTo>
                    <a:pt x="39052" y="12382"/>
                  </a:moveTo>
                  <a:cubicBezTo>
                    <a:pt x="39052" y="12382"/>
                    <a:pt x="12382" y="27623"/>
                    <a:pt x="0" y="0"/>
                  </a:cubicBez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55" name="Freeform 255"/>
            <p:cNvSpPr/>
            <p:nvPr/>
          </p:nvSpPr>
          <p:spPr>
            <a:xfrm>
              <a:off x="4949527" y="5525983"/>
              <a:ext cx="48568" cy="26091"/>
            </a:xfrm>
            <a:custGeom>
              <a:avLst/>
              <a:gdLst/>
              <a:ahLst/>
              <a:cxnLst/>
              <a:rect l="l" t="t" r="r" b="b"/>
              <a:pathLst>
                <a:path w="48568" h="26091">
                  <a:moveTo>
                    <a:pt x="27996" y="26091"/>
                  </a:moveTo>
                  <a:cubicBezTo>
                    <a:pt x="25139" y="26091"/>
                    <a:pt x="22281" y="26091"/>
                    <a:pt x="19424" y="25139"/>
                  </a:cubicBezTo>
                  <a:cubicBezTo>
                    <a:pt x="10851" y="22281"/>
                    <a:pt x="4184" y="15614"/>
                    <a:pt x="374" y="7041"/>
                  </a:cubicBezTo>
                  <a:cubicBezTo>
                    <a:pt x="-579" y="4184"/>
                    <a:pt x="374" y="1326"/>
                    <a:pt x="2279" y="374"/>
                  </a:cubicBezTo>
                  <a:cubicBezTo>
                    <a:pt x="5136" y="-579"/>
                    <a:pt x="7994" y="374"/>
                    <a:pt x="8946" y="2279"/>
                  </a:cubicBezTo>
                  <a:lnTo>
                    <a:pt x="8946" y="2279"/>
                  </a:lnTo>
                  <a:cubicBezTo>
                    <a:pt x="10851" y="7994"/>
                    <a:pt x="15614" y="12756"/>
                    <a:pt x="21329" y="14661"/>
                  </a:cubicBezTo>
                  <a:cubicBezTo>
                    <a:pt x="27996" y="16566"/>
                    <a:pt x="34664" y="15614"/>
                    <a:pt x="41331" y="11804"/>
                  </a:cubicBezTo>
                  <a:cubicBezTo>
                    <a:pt x="43236" y="10851"/>
                    <a:pt x="47046" y="11804"/>
                    <a:pt x="47999" y="13709"/>
                  </a:cubicBezTo>
                  <a:cubicBezTo>
                    <a:pt x="47999" y="13709"/>
                    <a:pt x="47999" y="13709"/>
                    <a:pt x="47999" y="13709"/>
                  </a:cubicBezTo>
                  <a:cubicBezTo>
                    <a:pt x="48951" y="15614"/>
                    <a:pt x="48951" y="18471"/>
                    <a:pt x="46094" y="20376"/>
                  </a:cubicBezTo>
                  <a:cubicBezTo>
                    <a:pt x="46094" y="20376"/>
                    <a:pt x="46094" y="20376"/>
                    <a:pt x="46094" y="20376"/>
                  </a:cubicBezTo>
                  <a:cubicBezTo>
                    <a:pt x="41331" y="24186"/>
                    <a:pt x="34664" y="26091"/>
                    <a:pt x="27996" y="26091"/>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56" name="Freeform 256"/>
            <p:cNvSpPr/>
            <p:nvPr/>
          </p:nvSpPr>
          <p:spPr>
            <a:xfrm>
              <a:off x="4850841" y="5431107"/>
              <a:ext cx="187642" cy="44767"/>
            </a:xfrm>
            <a:custGeom>
              <a:avLst/>
              <a:gdLst/>
              <a:ahLst/>
              <a:cxnLst/>
              <a:rect l="l" t="t" r="r" b="b"/>
              <a:pathLst>
                <a:path w="187642" h="44767">
                  <a:moveTo>
                    <a:pt x="4763" y="44768"/>
                  </a:moveTo>
                  <a:cubicBezTo>
                    <a:pt x="4763" y="44768"/>
                    <a:pt x="3810" y="44768"/>
                    <a:pt x="3810" y="44768"/>
                  </a:cubicBezTo>
                  <a:cubicBezTo>
                    <a:pt x="952" y="43815"/>
                    <a:pt x="0" y="40958"/>
                    <a:pt x="0" y="39053"/>
                  </a:cubicBezTo>
                  <a:cubicBezTo>
                    <a:pt x="4763" y="20955"/>
                    <a:pt x="9525" y="20955"/>
                    <a:pt x="11430" y="20955"/>
                  </a:cubicBezTo>
                  <a:cubicBezTo>
                    <a:pt x="13335" y="20955"/>
                    <a:pt x="124777" y="6668"/>
                    <a:pt x="181927" y="0"/>
                  </a:cubicBezTo>
                  <a:cubicBezTo>
                    <a:pt x="184785" y="0"/>
                    <a:pt x="186690" y="1905"/>
                    <a:pt x="187642" y="3810"/>
                  </a:cubicBezTo>
                  <a:cubicBezTo>
                    <a:pt x="187642" y="6668"/>
                    <a:pt x="185738" y="8573"/>
                    <a:pt x="183833" y="9525"/>
                  </a:cubicBezTo>
                  <a:cubicBezTo>
                    <a:pt x="167640" y="11430"/>
                    <a:pt x="31432" y="28575"/>
                    <a:pt x="14288" y="30480"/>
                  </a:cubicBezTo>
                  <a:cubicBezTo>
                    <a:pt x="12382" y="34290"/>
                    <a:pt x="11430" y="38100"/>
                    <a:pt x="9525" y="41910"/>
                  </a:cubicBezTo>
                  <a:cubicBezTo>
                    <a:pt x="8573" y="43815"/>
                    <a:pt x="6668" y="44768"/>
                    <a:pt x="4763" y="44768"/>
                  </a:cubicBezTo>
                  <a:close/>
                  <a:moveTo>
                    <a:pt x="12382" y="29528"/>
                  </a:moveTo>
                  <a:lnTo>
                    <a:pt x="12382" y="29528"/>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57" name="Freeform 257"/>
            <p:cNvSpPr/>
            <p:nvPr/>
          </p:nvSpPr>
          <p:spPr>
            <a:xfrm>
              <a:off x="4871590" y="5429916"/>
              <a:ext cx="56402" cy="90725"/>
            </a:xfrm>
            <a:custGeom>
              <a:avLst/>
              <a:gdLst/>
              <a:ahLst/>
              <a:cxnLst/>
              <a:rect l="l" t="t" r="r" b="b"/>
              <a:pathLst>
                <a:path w="56402" h="90725">
                  <a:moveTo>
                    <a:pt x="56403" y="45006"/>
                  </a:moveTo>
                  <a:cubicBezTo>
                    <a:pt x="55451" y="36433"/>
                    <a:pt x="52593" y="28813"/>
                    <a:pt x="47831" y="21193"/>
                  </a:cubicBezTo>
                  <a:cubicBezTo>
                    <a:pt x="44973" y="15478"/>
                    <a:pt x="41163" y="9763"/>
                    <a:pt x="36401" y="5953"/>
                  </a:cubicBezTo>
                  <a:cubicBezTo>
                    <a:pt x="31638" y="1191"/>
                    <a:pt x="24971" y="-714"/>
                    <a:pt x="18303" y="238"/>
                  </a:cubicBezTo>
                  <a:cubicBezTo>
                    <a:pt x="12588" y="1191"/>
                    <a:pt x="7826" y="5001"/>
                    <a:pt x="4968" y="9763"/>
                  </a:cubicBezTo>
                  <a:cubicBezTo>
                    <a:pt x="2111" y="14526"/>
                    <a:pt x="206" y="20241"/>
                    <a:pt x="206" y="25956"/>
                  </a:cubicBezTo>
                  <a:cubicBezTo>
                    <a:pt x="-1699" y="51673"/>
                    <a:pt x="9731" y="76438"/>
                    <a:pt x="30686" y="90726"/>
                  </a:cubicBezTo>
                  <a:lnTo>
                    <a:pt x="28781" y="88821"/>
                  </a:lnTo>
                </a:path>
              </a:pathLst>
            </a:custGeom>
            <a:solidFill>
              <a:srgbClr val="FFFFFF"/>
            </a:solidFill>
            <a:ln cap="flat">
              <a:prstDash val="solid"/>
            </a:ln>
          </p:spPr>
          <p:txBody>
            <a:bodyPr vert="horz" lIns="91440" tIns="45720" rIns="91440" bIns="45720" anchor="ctr">
              <a:spAutoFit/>
            </a:bodyPr>
            <a:lstStyle/>
            <a:p>
              <a:pPr marL="0" algn="l"/>
              <a:endParaRPr/>
            </a:p>
          </p:txBody>
        </p:sp>
        <p:sp>
          <p:nvSpPr>
            <p:cNvPr id="258" name="Freeform 258"/>
            <p:cNvSpPr/>
            <p:nvPr/>
          </p:nvSpPr>
          <p:spPr>
            <a:xfrm>
              <a:off x="4866628" y="5425212"/>
              <a:ext cx="67080" cy="101145"/>
            </a:xfrm>
            <a:custGeom>
              <a:avLst/>
              <a:gdLst/>
              <a:ahLst/>
              <a:cxnLst/>
              <a:rect l="l" t="t" r="r" b="b"/>
              <a:pathLst>
                <a:path w="67080" h="101145">
                  <a:moveTo>
                    <a:pt x="35648" y="101145"/>
                  </a:moveTo>
                  <a:cubicBezTo>
                    <a:pt x="34696" y="101145"/>
                    <a:pt x="33743" y="101145"/>
                    <a:pt x="32791" y="100193"/>
                  </a:cubicBezTo>
                  <a:cubicBezTo>
                    <a:pt x="9931" y="84000"/>
                    <a:pt x="-2452" y="58283"/>
                    <a:pt x="406" y="30661"/>
                  </a:cubicBezTo>
                  <a:cubicBezTo>
                    <a:pt x="406" y="23993"/>
                    <a:pt x="2311" y="17325"/>
                    <a:pt x="6121" y="12563"/>
                  </a:cubicBezTo>
                  <a:cubicBezTo>
                    <a:pt x="9931" y="5895"/>
                    <a:pt x="15646" y="2086"/>
                    <a:pt x="23266" y="180"/>
                  </a:cubicBezTo>
                  <a:cubicBezTo>
                    <a:pt x="30886" y="-772"/>
                    <a:pt x="39458" y="2086"/>
                    <a:pt x="45173" y="7800"/>
                  </a:cubicBezTo>
                  <a:cubicBezTo>
                    <a:pt x="49936" y="12563"/>
                    <a:pt x="54698" y="18278"/>
                    <a:pt x="57556" y="24945"/>
                  </a:cubicBezTo>
                  <a:cubicBezTo>
                    <a:pt x="63271" y="32566"/>
                    <a:pt x="66128" y="41138"/>
                    <a:pt x="67081" y="50663"/>
                  </a:cubicBezTo>
                  <a:cubicBezTo>
                    <a:pt x="67081" y="53520"/>
                    <a:pt x="65176" y="55425"/>
                    <a:pt x="62318" y="55425"/>
                  </a:cubicBezTo>
                  <a:cubicBezTo>
                    <a:pt x="59461" y="55425"/>
                    <a:pt x="57556" y="53520"/>
                    <a:pt x="57556" y="50663"/>
                  </a:cubicBezTo>
                  <a:cubicBezTo>
                    <a:pt x="57556" y="50663"/>
                    <a:pt x="57556" y="50663"/>
                    <a:pt x="57556" y="50663"/>
                  </a:cubicBezTo>
                  <a:cubicBezTo>
                    <a:pt x="56603" y="43043"/>
                    <a:pt x="53746" y="36375"/>
                    <a:pt x="49936" y="29708"/>
                  </a:cubicBezTo>
                  <a:cubicBezTo>
                    <a:pt x="46126" y="23993"/>
                    <a:pt x="43268" y="18278"/>
                    <a:pt x="38506" y="14468"/>
                  </a:cubicBezTo>
                  <a:cubicBezTo>
                    <a:pt x="34696" y="10658"/>
                    <a:pt x="29933" y="8753"/>
                    <a:pt x="24218" y="9705"/>
                  </a:cubicBezTo>
                  <a:cubicBezTo>
                    <a:pt x="19456" y="10658"/>
                    <a:pt x="16598" y="13516"/>
                    <a:pt x="13741" y="17325"/>
                  </a:cubicBezTo>
                  <a:cubicBezTo>
                    <a:pt x="10883" y="22088"/>
                    <a:pt x="9931" y="26850"/>
                    <a:pt x="9931" y="31613"/>
                  </a:cubicBezTo>
                  <a:cubicBezTo>
                    <a:pt x="8026" y="53520"/>
                    <a:pt x="17551" y="75428"/>
                    <a:pt x="34696" y="89716"/>
                  </a:cubicBezTo>
                  <a:cubicBezTo>
                    <a:pt x="35648" y="89716"/>
                    <a:pt x="36601" y="90668"/>
                    <a:pt x="37553" y="91620"/>
                  </a:cubicBezTo>
                  <a:lnTo>
                    <a:pt x="39458" y="93525"/>
                  </a:lnTo>
                  <a:cubicBezTo>
                    <a:pt x="41363" y="95430"/>
                    <a:pt x="41363" y="98288"/>
                    <a:pt x="39458" y="100193"/>
                  </a:cubicBezTo>
                  <a:cubicBezTo>
                    <a:pt x="39458" y="100193"/>
                    <a:pt x="37553" y="101145"/>
                    <a:pt x="35648" y="101145"/>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59" name="Freeform 259"/>
            <p:cNvSpPr/>
            <p:nvPr/>
          </p:nvSpPr>
          <p:spPr>
            <a:xfrm rot="21546001">
              <a:off x="4979439" y="5416833"/>
              <a:ext cx="9525" cy="24765"/>
            </a:xfrm>
            <a:custGeom>
              <a:avLst/>
              <a:gdLst/>
              <a:ahLst/>
              <a:cxnLst/>
              <a:rect l="l" t="t" r="r" b="b"/>
              <a:pathLst>
                <a:path w="9525" h="24765">
                  <a:moveTo>
                    <a:pt x="9525" y="12383"/>
                  </a:moveTo>
                  <a:cubicBezTo>
                    <a:pt x="9525" y="19222"/>
                    <a:pt x="7393" y="24766"/>
                    <a:pt x="4763" y="24766"/>
                  </a:cubicBezTo>
                  <a:cubicBezTo>
                    <a:pt x="2132" y="24766"/>
                    <a:pt x="0" y="19222"/>
                    <a:pt x="0" y="12383"/>
                  </a:cubicBezTo>
                  <a:cubicBezTo>
                    <a:pt x="0" y="5544"/>
                    <a:pt x="2132" y="0"/>
                    <a:pt x="4763" y="0"/>
                  </a:cubicBezTo>
                  <a:cubicBezTo>
                    <a:pt x="7393" y="0"/>
                    <a:pt x="9525" y="5544"/>
                    <a:pt x="9525" y="12383"/>
                  </a:cubicBez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60" name="Freeform 260"/>
            <p:cNvSpPr/>
            <p:nvPr/>
          </p:nvSpPr>
          <p:spPr>
            <a:xfrm>
              <a:off x="4652226" y="5833062"/>
              <a:ext cx="19545" cy="426720"/>
            </a:xfrm>
            <a:custGeom>
              <a:avLst/>
              <a:gdLst/>
              <a:ahLst/>
              <a:cxnLst/>
              <a:rect l="l" t="t" r="r" b="b"/>
              <a:pathLst>
                <a:path w="19545" h="426720">
                  <a:moveTo>
                    <a:pt x="7163" y="426720"/>
                  </a:moveTo>
                  <a:cubicBezTo>
                    <a:pt x="5258" y="426720"/>
                    <a:pt x="3353" y="424815"/>
                    <a:pt x="2400" y="422910"/>
                  </a:cubicBezTo>
                  <a:cubicBezTo>
                    <a:pt x="-6172" y="309563"/>
                    <a:pt x="10973" y="7620"/>
                    <a:pt x="10973" y="3810"/>
                  </a:cubicBezTo>
                  <a:cubicBezTo>
                    <a:pt x="10973" y="952"/>
                    <a:pt x="12878" y="0"/>
                    <a:pt x="15735" y="0"/>
                  </a:cubicBezTo>
                  <a:cubicBezTo>
                    <a:pt x="15735" y="0"/>
                    <a:pt x="15735" y="0"/>
                    <a:pt x="15735" y="0"/>
                  </a:cubicBezTo>
                  <a:cubicBezTo>
                    <a:pt x="18593" y="0"/>
                    <a:pt x="19545" y="1905"/>
                    <a:pt x="19545" y="4763"/>
                  </a:cubicBezTo>
                  <a:cubicBezTo>
                    <a:pt x="19545" y="7620"/>
                    <a:pt x="2400" y="309563"/>
                    <a:pt x="10973" y="421958"/>
                  </a:cubicBezTo>
                  <a:cubicBezTo>
                    <a:pt x="11925" y="424815"/>
                    <a:pt x="10020" y="426720"/>
                    <a:pt x="7163" y="426720"/>
                  </a:cubicBezTo>
                  <a:lnTo>
                    <a:pt x="7163" y="426720"/>
                  </a:lnTo>
                  <a:close/>
                </a:path>
              </a:pathLst>
            </a:custGeom>
            <a:solidFill>
              <a:srgbClr val="231F20"/>
            </a:solidFill>
            <a:ln cap="flat">
              <a:prstDash val="solid"/>
            </a:ln>
          </p:spPr>
          <p:txBody>
            <a:bodyPr vert="horz" lIns="91440" tIns="45720" rIns="91440" bIns="45720" anchor="ctr">
              <a:spAutoFit/>
            </a:bodyPr>
            <a:lstStyle/>
            <a:p>
              <a:pPr marL="0" algn="l"/>
              <a:endParaRPr/>
            </a:p>
          </p:txBody>
        </p:sp>
        <p:sp>
          <p:nvSpPr>
            <p:cNvPr id="261" name="Freeform 261"/>
            <p:cNvSpPr/>
            <p:nvPr/>
          </p:nvSpPr>
          <p:spPr>
            <a:xfrm>
              <a:off x="4696536" y="6241684"/>
              <a:ext cx="395287" cy="27622"/>
            </a:xfrm>
            <a:custGeom>
              <a:avLst/>
              <a:gdLst/>
              <a:ahLst/>
              <a:cxnLst/>
              <a:rect l="l" t="t" r="r" b="b"/>
              <a:pathLst>
                <a:path w="395287" h="27622">
                  <a:moveTo>
                    <a:pt x="3810" y="27623"/>
                  </a:moveTo>
                  <a:cubicBezTo>
                    <a:pt x="953" y="27623"/>
                    <a:pt x="0" y="24765"/>
                    <a:pt x="0" y="22860"/>
                  </a:cubicBezTo>
                  <a:cubicBezTo>
                    <a:pt x="0" y="20955"/>
                    <a:pt x="1905" y="19050"/>
                    <a:pt x="3810" y="19050"/>
                  </a:cubicBezTo>
                  <a:lnTo>
                    <a:pt x="390525" y="0"/>
                  </a:lnTo>
                  <a:cubicBezTo>
                    <a:pt x="393383" y="0"/>
                    <a:pt x="395288" y="1905"/>
                    <a:pt x="395288" y="3810"/>
                  </a:cubicBezTo>
                  <a:cubicBezTo>
                    <a:pt x="395288" y="3810"/>
                    <a:pt x="395288" y="3810"/>
                    <a:pt x="395288" y="3810"/>
                  </a:cubicBezTo>
                  <a:cubicBezTo>
                    <a:pt x="395288" y="6668"/>
                    <a:pt x="393383" y="8573"/>
                    <a:pt x="391478" y="8573"/>
                  </a:cubicBezTo>
                  <a:lnTo>
                    <a:pt x="3810" y="27623"/>
                  </a:lnTo>
                  <a:lnTo>
                    <a:pt x="3810" y="27623"/>
                  </a:lnTo>
                  <a:close/>
                </a:path>
              </a:pathLst>
            </a:custGeom>
            <a:solidFill>
              <a:srgbClr val="231F20"/>
            </a:solidFill>
            <a:ln cap="flat">
              <a:prstDash val="solid"/>
            </a:ln>
          </p:spPr>
          <p:txBody>
            <a:bodyPr vert="horz" lIns="91440" tIns="45720" rIns="91440" bIns="45720" anchor="ctr">
              <a:spAutoFit/>
            </a:bodyPr>
            <a:lstStyle/>
            <a:p>
              <a:pPr marL="0" algn="l"/>
              <a:endParaRPr/>
            </a:p>
          </p:txBody>
        </p:sp>
      </p:grpSp>
      <p:sp>
        <p:nvSpPr>
          <p:cNvPr id="262" name="TextBox 262"/>
          <p:cNvSpPr txBox="1"/>
          <p:nvPr/>
        </p:nvSpPr>
        <p:spPr>
          <a:xfrm>
            <a:off x="812997" y="3866664"/>
            <a:ext cx="3312580" cy="338554"/>
          </a:xfrm>
          <a:prstGeom prst="rect">
            <a:avLst/>
          </a:prstGeom>
          <a:noFill/>
        </p:spPr>
        <p:txBody>
          <a:bodyPr vert="horz" wrap="square" lIns="91440" tIns="45720" rIns="91440" bIns="45720" rtlCol="0" anchor="t">
            <a:spAutoFit/>
          </a:bodyPr>
          <a:lstStyle/>
          <a:p>
            <a:pPr marL="0" algn="ctr">
              <a:defRPr/>
            </a:pPr>
            <a:r>
              <a:rPr lang="zh-CN" altLang="en-US" sz="1600" b="1" i="0" u="none" baseline="0">
                <a:solidFill>
                  <a:schemeClr val="accent1"/>
                </a:solidFill>
                <a:latin typeface="思源黑体 CN Bold"/>
                <a:ea typeface="思源黑体 CN Bold"/>
              </a:rPr>
              <a:t>Basic Syntax</a:t>
            </a:r>
            <a:endParaRPr lang="en-US" sz="1100"/>
          </a:p>
        </p:txBody>
      </p:sp>
      <p:sp>
        <p:nvSpPr>
          <p:cNvPr id="263" name="TextBox 263"/>
          <p:cNvSpPr txBox="1"/>
          <p:nvPr/>
        </p:nvSpPr>
        <p:spPr>
          <a:xfrm>
            <a:off x="4378215" y="3866664"/>
            <a:ext cx="3432284" cy="338554"/>
          </a:xfrm>
          <a:prstGeom prst="rect">
            <a:avLst/>
          </a:prstGeom>
          <a:noFill/>
        </p:spPr>
        <p:txBody>
          <a:bodyPr vert="horz" wrap="square" lIns="91440" tIns="45720" rIns="91440" bIns="45720" rtlCol="0" anchor="t">
            <a:spAutoFit/>
          </a:bodyPr>
          <a:lstStyle/>
          <a:p>
            <a:pPr marL="0" algn="ctr">
              <a:defRPr/>
            </a:pPr>
            <a:r>
              <a:rPr lang="zh-CN" altLang="en-US" sz="1600" b="1" i="0" u="none" baseline="0">
                <a:solidFill>
                  <a:schemeClr val="accent1"/>
                </a:solidFill>
                <a:latin typeface="思源黑体 CN Bold"/>
                <a:ea typeface="思源黑体 CN Bold"/>
              </a:rPr>
              <a:t>Usage Examples</a:t>
            </a:r>
            <a:endParaRPr lang="en-US" sz="1100"/>
          </a:p>
        </p:txBody>
      </p:sp>
      <p:sp>
        <p:nvSpPr>
          <p:cNvPr id="264" name="TextBox 264"/>
          <p:cNvSpPr txBox="1"/>
          <p:nvPr/>
        </p:nvSpPr>
        <p:spPr>
          <a:xfrm>
            <a:off x="8039297" y="3866664"/>
            <a:ext cx="3312580" cy="338554"/>
          </a:xfrm>
          <a:prstGeom prst="rect">
            <a:avLst/>
          </a:prstGeom>
          <a:noFill/>
        </p:spPr>
        <p:txBody>
          <a:bodyPr vert="horz" wrap="square" lIns="91440" tIns="45720" rIns="91440" bIns="45720" rtlCol="0" anchor="t">
            <a:spAutoFit/>
          </a:bodyPr>
          <a:lstStyle/>
          <a:p>
            <a:pPr marL="0" algn="ctr">
              <a:defRPr/>
            </a:pPr>
            <a:r>
              <a:rPr lang="zh-CN" altLang="en-US" sz="1600" b="1" i="0" u="none" baseline="0">
                <a:solidFill>
                  <a:schemeClr val="accent1"/>
                </a:solidFill>
                <a:latin typeface="思源黑体 CN Bold"/>
                <a:ea typeface="思源黑体 CN Bold"/>
              </a:rPr>
              <a:t>Inversion of Boolean Values</a:t>
            </a:r>
            <a:endParaRPr lang="en-US" sz="1100"/>
          </a:p>
        </p:txBody>
      </p:sp>
      <p:sp>
        <p:nvSpPr>
          <p:cNvPr id="265" name="TextBox 265"/>
          <p:cNvSpPr txBox="1"/>
          <p:nvPr/>
        </p:nvSpPr>
        <p:spPr>
          <a:xfrm>
            <a:off x="812997" y="4288748"/>
            <a:ext cx="3312581" cy="702052"/>
          </a:xfrm>
          <a:prstGeom prst="rect">
            <a:avLst/>
          </a:prstGeom>
          <a:noFill/>
        </p:spPr>
        <p:txBody>
          <a:bodyPr vert="horz" wrap="square" lIns="91440" tIns="45720" rIns="91440" bIns="45720" rtlCol="0" anchor="t">
            <a:spAutoFit/>
          </a:bodyPr>
          <a:lstStyle/>
          <a:p>
            <a:pPr marL="0" algn="ctr">
              <a:lnSpc>
                <a:spcPct val="150000"/>
              </a:lnSpc>
              <a:defRPr/>
            </a:pPr>
            <a:r>
              <a:rPr lang="zh-CN" altLang="en-US" sz="1400" b="0" i="0" u="none" baseline="0" dirty="0">
                <a:solidFill>
                  <a:srgbClr val="F0F0F0">
                    <a:lumMod val="25000"/>
                  </a:srgbClr>
                </a:solidFill>
                <a:latin typeface="思源黑体 CN Regular"/>
                <a:ea typeface="思源黑体 CN Regular"/>
              </a:rPr>
              <a:t>The NOT operator is represented by an exclamation mark (!). It negates the boolean value of its operand, such as in the expression `if (!isActive)` which checks if `isActive` is false.</a:t>
            </a:r>
            <a:endParaRPr lang="en-US" sz="1100" dirty="0"/>
          </a:p>
        </p:txBody>
      </p:sp>
      <p:sp>
        <p:nvSpPr>
          <p:cNvPr id="266" name="TextBox 266"/>
          <p:cNvSpPr txBox="1"/>
          <p:nvPr/>
        </p:nvSpPr>
        <p:spPr>
          <a:xfrm>
            <a:off x="4378216" y="4288748"/>
            <a:ext cx="3432284" cy="700576"/>
          </a:xfrm>
          <a:prstGeom prst="rect">
            <a:avLst/>
          </a:prstGeom>
          <a:noFill/>
        </p:spPr>
        <p:txBody>
          <a:bodyPr vert="horz" wrap="square" lIns="91440" tIns="45720" rIns="91440" bIns="45720" rtlCol="0" anchor="t">
            <a:spAutoFit/>
          </a:bodyPr>
          <a:lstStyle/>
          <a:p>
            <a:pPr marL="0" algn="ctr">
              <a:lnSpc>
                <a:spcPct val="150000"/>
              </a:lnSpc>
              <a:defRPr/>
            </a:pPr>
            <a:r>
              <a:rPr lang="zh-CN" altLang="en-US" sz="1400" b="0" i="0" u="none" baseline="0">
                <a:solidFill>
                  <a:srgbClr val="F0F0F0">
                    <a:lumMod val="25000"/>
                  </a:srgbClr>
                </a:solidFill>
                <a:latin typeface="思源黑体 CN Regular"/>
                <a:ea typeface="思源黑体 CN Regular"/>
              </a:rPr>
              <a:t>Common usage includes scenarios where specific actions are to be performed only when a condition is not met, like `if (!isLoggedIn) { showLogin(); }`, ensuring login is prompted for unauthenticated users.</a:t>
            </a:r>
            <a:endParaRPr lang="en-US" sz="1100"/>
          </a:p>
        </p:txBody>
      </p:sp>
      <p:sp>
        <p:nvSpPr>
          <p:cNvPr id="267" name="TextBox 267"/>
          <p:cNvSpPr txBox="1"/>
          <p:nvPr/>
        </p:nvSpPr>
        <p:spPr>
          <a:xfrm>
            <a:off x="8039298" y="4288748"/>
            <a:ext cx="3312579" cy="702052"/>
          </a:xfrm>
          <a:prstGeom prst="rect">
            <a:avLst/>
          </a:prstGeom>
          <a:noFill/>
        </p:spPr>
        <p:txBody>
          <a:bodyPr vert="horz" wrap="square" lIns="91440" tIns="45720" rIns="91440" bIns="45720" rtlCol="0" anchor="t">
            <a:spAutoFit/>
          </a:bodyPr>
          <a:lstStyle/>
          <a:p>
            <a:pPr marL="0" algn="ctr">
              <a:lnSpc>
                <a:spcPct val="150000"/>
              </a:lnSpc>
              <a:defRPr/>
            </a:pPr>
            <a:r>
              <a:rPr lang="zh-CN" altLang="en-US" sz="1400" b="0" i="0" u="none" baseline="0">
                <a:solidFill>
                  <a:srgbClr val="F0F0F0">
                    <a:lumMod val="25000"/>
                  </a:srgbClr>
                </a:solidFill>
                <a:latin typeface="思源黑体 CN Regular"/>
                <a:ea typeface="思源黑体 CN Regular"/>
              </a:rPr>
              <a:t>The NOT operator directly transforms true to false, and vice versa, making it essential for toggling states and controlling logical flows throughout the code.</a:t>
            </a:r>
            <a:endParaRPr lang="en-US" sz="1100"/>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a:xfrm>
            <a:off x="660400" y="128587"/>
            <a:ext cx="10858500" cy="900112"/>
          </a:xfrm>
        </p:spPr>
        <p:txBody>
          <a:bodyPr vert="horz" lIns="91440" tIns="45720" rIns="91440" bIns="45720" anchor="b">
            <a:normAutofit/>
          </a:bodyPr>
          <a:lstStyle/>
          <a:p>
            <a:pPr algn="l">
              <a:lnSpc>
                <a:spcPct val="100000"/>
              </a:lnSpc>
              <a:spcBef>
                <a:spcPct val="0"/>
              </a:spcBef>
            </a:pPr>
            <a:r>
              <a:rPr lang="zh-CN" altLang="en-US" sz="2800" b="1" i="0" u="none" baseline="0" dirty="0">
                <a:solidFill>
                  <a:schemeClr val="bg1"/>
                </a:solidFill>
                <a:highlight>
                  <a:srgbClr val="FF0000"/>
                </a:highlight>
                <a:latin typeface="微软雅黑"/>
                <a:ea typeface="微软雅黑"/>
              </a:rPr>
              <a:t>Practical Applications</a:t>
            </a:r>
          </a:p>
        </p:txBody>
      </p:sp>
      <p:sp>
        <p:nvSpPr>
          <p:cNvPr id="3" name="AutoShape 3"/>
          <p:cNvSpPr/>
          <p:nvPr/>
        </p:nvSpPr>
        <p:spPr>
          <a:xfrm>
            <a:off x="1203895" y="3190656"/>
            <a:ext cx="195080" cy="195080"/>
          </a:xfrm>
          <a:prstGeom prst="rect">
            <a:avLst/>
          </a:prstGeom>
          <a:gradFill>
            <a:gsLst>
              <a:gs pos="0">
                <a:srgbClr val="FFC717">
                  <a:lumMod val="60000"/>
                  <a:lumOff val="40000"/>
                </a:srgbClr>
              </a:gs>
              <a:gs pos="50000">
                <a:srgbClr val="FFC717"/>
              </a:gs>
            </a:gsLst>
            <a:lin ang="2700000"/>
          </a:gradFill>
          <a:ln cap="flat">
            <a:prstDash val="solid"/>
          </a:ln>
        </p:spPr>
        <p:txBody>
          <a:bodyPr vert="horz" wrap="none" lIns="91440" tIns="45720" rIns="91440" bIns="45720" anchor="ctr">
            <a:noAutofit/>
          </a:bodyPr>
          <a:lstStyle/>
          <a:p>
            <a:pPr marL="0" algn="ctr"/>
            <a:endParaRPr/>
          </a:p>
        </p:txBody>
      </p:sp>
      <p:sp>
        <p:nvSpPr>
          <p:cNvPr id="4" name="AutoShape 4"/>
          <p:cNvSpPr/>
          <p:nvPr/>
        </p:nvSpPr>
        <p:spPr>
          <a:xfrm>
            <a:off x="1203895" y="4965362"/>
            <a:ext cx="195080" cy="195080"/>
          </a:xfrm>
          <a:prstGeom prst="rect">
            <a:avLst/>
          </a:prstGeom>
          <a:gradFill>
            <a:gsLst>
              <a:gs pos="0">
                <a:srgbClr val="FF9A2C">
                  <a:lumMod val="60000"/>
                  <a:lumOff val="40000"/>
                </a:srgbClr>
              </a:gs>
              <a:gs pos="50000">
                <a:srgbClr val="FF9A2C"/>
              </a:gs>
            </a:gsLst>
            <a:lin ang="2700000"/>
          </a:gradFill>
        </p:spPr>
        <p:txBody>
          <a:bodyPr vert="horz" wrap="square" lIns="91440" tIns="45720" rIns="91440" bIns="45720" anchor="ctr">
            <a:prstTxWarp prst="textNoShape">
              <a:avLst/>
            </a:prstTxWarp>
            <a:normAutofit fontScale="40000" lnSpcReduction="20000"/>
          </a:bodyPr>
          <a:lstStyle/>
          <a:p>
            <a:pPr marL="0" algn="ctr"/>
            <a:endParaRPr/>
          </a:p>
        </p:txBody>
      </p:sp>
      <p:sp>
        <p:nvSpPr>
          <p:cNvPr id="5" name="AutoShape 5"/>
          <p:cNvSpPr/>
          <p:nvPr/>
        </p:nvSpPr>
        <p:spPr>
          <a:xfrm>
            <a:off x="1203895" y="1604448"/>
            <a:ext cx="195080" cy="195080"/>
          </a:xfrm>
          <a:prstGeom prst="rect">
            <a:avLst/>
          </a:prstGeom>
          <a:gradFill>
            <a:gsLst>
              <a:gs pos="0">
                <a:srgbClr val="FF9A2C">
                  <a:lumMod val="60000"/>
                  <a:lumOff val="40000"/>
                </a:srgbClr>
              </a:gs>
              <a:gs pos="50000">
                <a:srgbClr val="FF9A2C"/>
              </a:gs>
            </a:gsLst>
            <a:lin ang="2700000"/>
          </a:gradFill>
        </p:spPr>
        <p:txBody>
          <a:bodyPr vert="horz" wrap="square" lIns="91440" tIns="45720" rIns="91440" bIns="45720" anchor="ctr">
            <a:prstTxWarp prst="textNoShape">
              <a:avLst/>
            </a:prstTxWarp>
            <a:normAutofit fontScale="40000" lnSpcReduction="20000"/>
          </a:bodyPr>
          <a:lstStyle/>
          <a:p>
            <a:pPr marL="0" algn="ctr"/>
            <a:endParaRPr/>
          </a:p>
        </p:txBody>
      </p:sp>
      <p:sp>
        <p:nvSpPr>
          <p:cNvPr id="6" name="TextBox 6"/>
          <p:cNvSpPr txBox="1"/>
          <p:nvPr/>
        </p:nvSpPr>
        <p:spPr>
          <a:xfrm>
            <a:off x="1488423" y="1859667"/>
            <a:ext cx="5467759" cy="845616"/>
          </a:xfrm>
          <a:prstGeom prst="rect">
            <a:avLst/>
          </a:prstGeom>
          <a:noFill/>
        </p:spPr>
        <p:txBody>
          <a:bodyPr vert="horz" wrap="square" lIns="91440" tIns="45720" rIns="91440" bIns="45720" rtlCol="0" anchor="t">
            <a:spAutoFit/>
          </a:bodyPr>
          <a:lstStyle/>
          <a:p>
            <a:pPr marL="0" algn="l">
              <a:lnSpc>
                <a:spcPct val="120000"/>
              </a:lnSpc>
              <a:defRPr/>
            </a:pPr>
            <a:r>
              <a:rPr lang="zh-CN" altLang="en-US" sz="1400" b="0" i="0" u="none" baseline="0">
                <a:solidFill>
                  <a:srgbClr val="000000"/>
                </a:solidFill>
                <a:latin typeface="微软雅黑"/>
                <a:ea typeface="微软雅黑"/>
              </a:rPr>
              <a:t>The NOT operator plays a key role in negating conditions within control structures, allowing the creation of alternative execution paths based on false conditions.</a:t>
            </a:r>
            <a:endParaRPr lang="en-US" sz="1100"/>
          </a:p>
        </p:txBody>
      </p:sp>
      <p:sp>
        <p:nvSpPr>
          <p:cNvPr id="7" name="TextBox 7"/>
          <p:cNvSpPr txBox="1"/>
          <p:nvPr/>
        </p:nvSpPr>
        <p:spPr>
          <a:xfrm>
            <a:off x="1488850" y="1521113"/>
            <a:ext cx="5466939" cy="338554"/>
          </a:xfrm>
          <a:prstGeom prst="rect">
            <a:avLst/>
          </a:prstGeom>
          <a:noFill/>
        </p:spPr>
        <p:txBody>
          <a:bodyPr vert="horz" wrap="square" lIns="91440" tIns="45720" rIns="91440" bIns="45720" rtlCol="0" anchor="t">
            <a:spAutoFit/>
          </a:bodyPr>
          <a:lstStyle/>
          <a:p>
            <a:pPr marL="0" algn="l">
              <a:defRPr/>
            </a:pPr>
            <a:r>
              <a:rPr lang="en-US" sz="1600" b="1" i="0" u="none" baseline="0">
                <a:solidFill>
                  <a:srgbClr val="000000"/>
                </a:solidFill>
                <a:latin typeface="+mn-ea"/>
                <a:ea typeface="+mn-ea"/>
              </a:rPr>
              <a:t>Negating Conditions</a:t>
            </a:r>
            <a:endParaRPr lang="en-US" sz="1100"/>
          </a:p>
        </p:txBody>
      </p:sp>
      <p:sp>
        <p:nvSpPr>
          <p:cNvPr id="8" name="TextBox 8"/>
          <p:cNvSpPr txBox="1"/>
          <p:nvPr/>
        </p:nvSpPr>
        <p:spPr>
          <a:xfrm>
            <a:off x="1488423" y="3443980"/>
            <a:ext cx="5467759" cy="845616"/>
          </a:xfrm>
          <a:prstGeom prst="rect">
            <a:avLst/>
          </a:prstGeom>
          <a:noFill/>
        </p:spPr>
        <p:txBody>
          <a:bodyPr vert="horz" wrap="square" lIns="91440" tIns="45720" rIns="91440" bIns="45720" rtlCol="0" anchor="t">
            <a:spAutoFit/>
          </a:bodyPr>
          <a:lstStyle/>
          <a:p>
            <a:pPr marL="0" algn="l">
              <a:lnSpc>
                <a:spcPct val="120000"/>
              </a:lnSpc>
              <a:defRPr/>
            </a:pPr>
            <a:r>
              <a:rPr lang="zh-CN" altLang="en-US" sz="1400" b="0" i="0" u="none" baseline="0">
                <a:solidFill>
                  <a:srgbClr val="000000"/>
                </a:solidFill>
                <a:latin typeface="微软雅黑"/>
                <a:ea typeface="微软雅黑"/>
              </a:rPr>
              <a:t>It is frequently used for error checking, enabling developers to handle exceptions smoothly by executing specific logic when inputs are invalid or conditions fail.</a:t>
            </a:r>
            <a:endParaRPr lang="en-US" sz="1100"/>
          </a:p>
        </p:txBody>
      </p:sp>
      <p:sp>
        <p:nvSpPr>
          <p:cNvPr id="9" name="TextBox 9"/>
          <p:cNvSpPr txBox="1"/>
          <p:nvPr/>
        </p:nvSpPr>
        <p:spPr>
          <a:xfrm>
            <a:off x="1488850" y="3105426"/>
            <a:ext cx="5466939" cy="338554"/>
          </a:xfrm>
          <a:prstGeom prst="rect">
            <a:avLst/>
          </a:prstGeom>
          <a:noFill/>
        </p:spPr>
        <p:txBody>
          <a:bodyPr vert="horz" wrap="square" lIns="91440" tIns="45720" rIns="91440" bIns="45720" rtlCol="0" anchor="t">
            <a:spAutoFit/>
          </a:bodyPr>
          <a:lstStyle/>
          <a:p>
            <a:pPr marL="0" algn="l">
              <a:defRPr/>
            </a:pPr>
            <a:r>
              <a:rPr lang="en-US" sz="1600" b="1" i="0" u="none" baseline="0">
                <a:solidFill>
                  <a:srgbClr val="000000"/>
                </a:solidFill>
                <a:latin typeface="+mn-ea"/>
                <a:ea typeface="+mn-ea"/>
              </a:rPr>
              <a:t>Error Checking</a:t>
            </a:r>
            <a:endParaRPr lang="en-US" sz="1100"/>
          </a:p>
        </p:txBody>
      </p:sp>
      <p:sp>
        <p:nvSpPr>
          <p:cNvPr id="10" name="TextBox 10"/>
          <p:cNvSpPr txBox="1"/>
          <p:nvPr/>
        </p:nvSpPr>
        <p:spPr>
          <a:xfrm>
            <a:off x="1488423" y="5216791"/>
            <a:ext cx="5467759" cy="845616"/>
          </a:xfrm>
          <a:prstGeom prst="rect">
            <a:avLst/>
          </a:prstGeom>
          <a:noFill/>
        </p:spPr>
        <p:txBody>
          <a:bodyPr vert="horz" wrap="square" lIns="91440" tIns="45720" rIns="91440" bIns="45720" rtlCol="0" anchor="t">
            <a:spAutoFit/>
          </a:bodyPr>
          <a:lstStyle/>
          <a:p>
            <a:pPr marL="0" algn="l">
              <a:lnSpc>
                <a:spcPct val="120000"/>
              </a:lnSpc>
              <a:defRPr/>
            </a:pPr>
            <a:r>
              <a:rPr lang="zh-CN" altLang="en-US" sz="1400" b="0" i="0" u="none" baseline="0">
                <a:solidFill>
                  <a:srgbClr val="000000"/>
                </a:solidFill>
                <a:latin typeface="微软雅黑"/>
                <a:ea typeface="微软雅黑"/>
              </a:rPr>
              <a:t>The NOT operator aids in controlling logical flow by enforcing inversion in conditions, helping manage the execution of actions based on comprehensive requirements.</a:t>
            </a:r>
            <a:endParaRPr lang="en-US" sz="1100"/>
          </a:p>
        </p:txBody>
      </p:sp>
      <p:sp>
        <p:nvSpPr>
          <p:cNvPr id="11" name="TextBox 11"/>
          <p:cNvSpPr txBox="1"/>
          <p:nvPr/>
        </p:nvSpPr>
        <p:spPr>
          <a:xfrm>
            <a:off x="1488850" y="4878237"/>
            <a:ext cx="5466939" cy="338554"/>
          </a:xfrm>
          <a:prstGeom prst="rect">
            <a:avLst/>
          </a:prstGeom>
          <a:noFill/>
        </p:spPr>
        <p:txBody>
          <a:bodyPr vert="horz" wrap="square" lIns="91440" tIns="45720" rIns="91440" bIns="45720" rtlCol="0" anchor="t">
            <a:spAutoFit/>
          </a:bodyPr>
          <a:lstStyle/>
          <a:p>
            <a:pPr marL="0" algn="l">
              <a:defRPr/>
            </a:pPr>
            <a:r>
              <a:rPr lang="en-US" sz="1600" b="1" i="0" u="none" baseline="0">
                <a:solidFill>
                  <a:srgbClr val="000000"/>
                </a:solidFill>
                <a:latin typeface="+mn-ea"/>
                <a:ea typeface="+mn-ea"/>
              </a:rPr>
              <a:t>Logical Flow Control</a:t>
            </a:r>
            <a:endParaRPr lang="en-US" sz="1100"/>
          </a:p>
        </p:txBody>
      </p:sp>
      <p:sp>
        <p:nvSpPr>
          <p:cNvPr id="12" name="Freeform 12"/>
          <p:cNvSpPr/>
          <p:nvPr/>
        </p:nvSpPr>
        <p:spPr>
          <a:xfrm>
            <a:off x="8058490" y="2356670"/>
            <a:ext cx="2566021" cy="3879030"/>
          </a:xfrm>
          <a:custGeom>
            <a:avLst/>
            <a:gdLst/>
            <a:ahLst/>
            <a:cxnLst/>
            <a:rect l="l" t="t" r="r" b="b"/>
            <a:pathLst>
              <a:path w="689" h="1041">
                <a:moveTo>
                  <a:pt x="534" y="591"/>
                </a:moveTo>
                <a:cubicBezTo>
                  <a:pt x="537" y="590"/>
                  <a:pt x="597" y="559"/>
                  <a:pt x="667" y="589"/>
                </a:cubicBezTo>
                <a:cubicBezTo>
                  <a:pt x="667" y="589"/>
                  <a:pt x="587" y="584"/>
                  <a:pt x="509" y="634"/>
                </a:cubicBezTo>
                <a:cubicBezTo>
                  <a:pt x="493" y="644"/>
                  <a:pt x="477" y="657"/>
                  <a:pt x="462" y="672"/>
                </a:cubicBezTo>
                <a:cubicBezTo>
                  <a:pt x="442" y="692"/>
                  <a:pt x="423" y="718"/>
                  <a:pt x="407" y="750"/>
                </a:cubicBezTo>
                <a:cubicBezTo>
                  <a:pt x="401" y="762"/>
                  <a:pt x="395" y="775"/>
                  <a:pt x="390" y="788"/>
                </a:cubicBezTo>
                <a:cubicBezTo>
                  <a:pt x="390" y="788"/>
                  <a:pt x="374" y="851"/>
                  <a:pt x="381" y="961"/>
                </a:cubicBezTo>
                <a:cubicBezTo>
                  <a:pt x="381" y="961"/>
                  <a:pt x="381" y="970"/>
                  <a:pt x="383" y="983"/>
                </a:cubicBezTo>
                <a:cubicBezTo>
                  <a:pt x="383" y="983"/>
                  <a:pt x="383" y="983"/>
                  <a:pt x="383" y="983"/>
                </a:cubicBezTo>
                <a:cubicBezTo>
                  <a:pt x="387" y="1000"/>
                  <a:pt x="387" y="1026"/>
                  <a:pt x="411" y="1041"/>
                </a:cubicBezTo>
                <a:cubicBezTo>
                  <a:pt x="227" y="1041"/>
                  <a:pt x="227" y="1041"/>
                  <a:pt x="227" y="1041"/>
                </a:cubicBezTo>
                <a:cubicBezTo>
                  <a:pt x="227" y="1041"/>
                  <a:pt x="258" y="1034"/>
                  <a:pt x="266" y="968"/>
                </a:cubicBezTo>
                <a:cubicBezTo>
                  <a:pt x="266" y="968"/>
                  <a:pt x="266" y="968"/>
                  <a:pt x="266" y="968"/>
                </a:cubicBezTo>
                <a:cubicBezTo>
                  <a:pt x="267" y="935"/>
                  <a:pt x="270" y="901"/>
                  <a:pt x="274" y="866"/>
                </a:cubicBezTo>
                <a:cubicBezTo>
                  <a:pt x="289" y="744"/>
                  <a:pt x="247" y="642"/>
                  <a:pt x="196" y="596"/>
                </a:cubicBezTo>
                <a:cubicBezTo>
                  <a:pt x="192" y="592"/>
                  <a:pt x="188" y="589"/>
                  <a:pt x="184" y="586"/>
                </a:cubicBezTo>
                <a:cubicBezTo>
                  <a:pt x="134" y="551"/>
                  <a:pt x="73" y="547"/>
                  <a:pt x="19" y="496"/>
                </a:cubicBezTo>
                <a:cubicBezTo>
                  <a:pt x="13" y="489"/>
                  <a:pt x="6" y="482"/>
                  <a:pt x="0" y="473"/>
                </a:cubicBezTo>
                <a:cubicBezTo>
                  <a:pt x="1" y="474"/>
                  <a:pt x="9" y="482"/>
                  <a:pt x="23" y="490"/>
                </a:cubicBezTo>
                <a:cubicBezTo>
                  <a:pt x="23" y="490"/>
                  <a:pt x="23" y="490"/>
                  <a:pt x="23" y="490"/>
                </a:cubicBezTo>
                <a:cubicBezTo>
                  <a:pt x="37" y="499"/>
                  <a:pt x="57" y="509"/>
                  <a:pt x="82" y="516"/>
                </a:cubicBezTo>
                <a:cubicBezTo>
                  <a:pt x="103" y="522"/>
                  <a:pt x="126" y="526"/>
                  <a:pt x="154" y="527"/>
                </a:cubicBezTo>
                <a:cubicBezTo>
                  <a:pt x="154" y="527"/>
                  <a:pt x="137" y="509"/>
                  <a:pt x="120" y="479"/>
                </a:cubicBezTo>
                <a:cubicBezTo>
                  <a:pt x="114" y="470"/>
                  <a:pt x="108" y="459"/>
                  <a:pt x="103" y="447"/>
                </a:cubicBezTo>
                <a:cubicBezTo>
                  <a:pt x="94" y="429"/>
                  <a:pt x="86" y="408"/>
                  <a:pt x="81" y="386"/>
                </a:cubicBezTo>
                <a:cubicBezTo>
                  <a:pt x="77" y="372"/>
                  <a:pt x="74" y="356"/>
                  <a:pt x="73" y="340"/>
                </a:cubicBezTo>
                <a:cubicBezTo>
                  <a:pt x="72" y="332"/>
                  <a:pt x="72" y="323"/>
                  <a:pt x="72" y="314"/>
                </a:cubicBezTo>
                <a:cubicBezTo>
                  <a:pt x="73" y="303"/>
                  <a:pt x="74" y="291"/>
                  <a:pt x="76" y="280"/>
                </a:cubicBezTo>
                <a:cubicBezTo>
                  <a:pt x="76" y="280"/>
                  <a:pt x="76" y="290"/>
                  <a:pt x="79" y="305"/>
                </a:cubicBezTo>
                <a:cubicBezTo>
                  <a:pt x="80" y="311"/>
                  <a:pt x="82" y="316"/>
                  <a:pt x="83" y="323"/>
                </a:cubicBezTo>
                <a:cubicBezTo>
                  <a:pt x="89" y="346"/>
                  <a:pt x="98" y="377"/>
                  <a:pt x="115" y="406"/>
                </a:cubicBezTo>
                <a:cubicBezTo>
                  <a:pt x="120" y="416"/>
                  <a:pt x="126" y="426"/>
                  <a:pt x="133" y="435"/>
                </a:cubicBezTo>
                <a:cubicBezTo>
                  <a:pt x="139" y="442"/>
                  <a:pt x="145" y="450"/>
                  <a:pt x="151" y="458"/>
                </a:cubicBezTo>
                <a:cubicBezTo>
                  <a:pt x="151" y="458"/>
                  <a:pt x="151" y="458"/>
                  <a:pt x="151" y="458"/>
                </a:cubicBezTo>
                <a:cubicBezTo>
                  <a:pt x="153" y="460"/>
                  <a:pt x="155" y="462"/>
                  <a:pt x="157" y="465"/>
                </a:cubicBezTo>
                <a:cubicBezTo>
                  <a:pt x="171" y="482"/>
                  <a:pt x="187" y="500"/>
                  <a:pt x="203" y="518"/>
                </a:cubicBezTo>
                <a:cubicBezTo>
                  <a:pt x="203" y="518"/>
                  <a:pt x="203" y="518"/>
                  <a:pt x="203" y="518"/>
                </a:cubicBezTo>
                <a:cubicBezTo>
                  <a:pt x="216" y="534"/>
                  <a:pt x="230" y="550"/>
                  <a:pt x="243" y="567"/>
                </a:cubicBezTo>
                <a:cubicBezTo>
                  <a:pt x="270" y="601"/>
                  <a:pt x="293" y="637"/>
                  <a:pt x="303" y="671"/>
                </a:cubicBezTo>
                <a:cubicBezTo>
                  <a:pt x="303" y="671"/>
                  <a:pt x="317" y="642"/>
                  <a:pt x="332" y="594"/>
                </a:cubicBezTo>
                <a:cubicBezTo>
                  <a:pt x="333" y="593"/>
                  <a:pt x="333" y="593"/>
                  <a:pt x="333" y="592"/>
                </a:cubicBezTo>
                <a:cubicBezTo>
                  <a:pt x="342" y="565"/>
                  <a:pt x="351" y="532"/>
                  <a:pt x="359" y="494"/>
                </a:cubicBezTo>
                <a:cubicBezTo>
                  <a:pt x="359" y="491"/>
                  <a:pt x="360" y="489"/>
                  <a:pt x="360" y="486"/>
                </a:cubicBezTo>
                <a:cubicBezTo>
                  <a:pt x="361" y="484"/>
                  <a:pt x="361" y="482"/>
                  <a:pt x="361" y="481"/>
                </a:cubicBezTo>
                <a:cubicBezTo>
                  <a:pt x="364" y="468"/>
                  <a:pt x="366" y="454"/>
                  <a:pt x="368" y="440"/>
                </a:cubicBezTo>
                <a:cubicBezTo>
                  <a:pt x="369" y="436"/>
                  <a:pt x="369" y="431"/>
                  <a:pt x="370" y="427"/>
                </a:cubicBezTo>
                <a:cubicBezTo>
                  <a:pt x="373" y="400"/>
                  <a:pt x="375" y="371"/>
                  <a:pt x="376" y="342"/>
                </a:cubicBezTo>
                <a:cubicBezTo>
                  <a:pt x="376" y="337"/>
                  <a:pt x="376" y="332"/>
                  <a:pt x="376" y="327"/>
                </a:cubicBezTo>
                <a:cubicBezTo>
                  <a:pt x="376" y="314"/>
                  <a:pt x="376" y="301"/>
                  <a:pt x="375" y="288"/>
                </a:cubicBezTo>
                <a:cubicBezTo>
                  <a:pt x="375" y="287"/>
                  <a:pt x="375" y="287"/>
                  <a:pt x="375" y="287"/>
                </a:cubicBezTo>
                <a:cubicBezTo>
                  <a:pt x="375" y="281"/>
                  <a:pt x="374" y="276"/>
                  <a:pt x="374" y="270"/>
                </a:cubicBezTo>
                <a:cubicBezTo>
                  <a:pt x="374" y="270"/>
                  <a:pt x="374" y="270"/>
                  <a:pt x="374" y="270"/>
                </a:cubicBezTo>
                <a:cubicBezTo>
                  <a:pt x="374" y="265"/>
                  <a:pt x="373" y="261"/>
                  <a:pt x="373" y="257"/>
                </a:cubicBezTo>
                <a:cubicBezTo>
                  <a:pt x="372" y="243"/>
                  <a:pt x="370" y="229"/>
                  <a:pt x="368" y="215"/>
                </a:cubicBezTo>
                <a:cubicBezTo>
                  <a:pt x="367" y="207"/>
                  <a:pt x="365" y="199"/>
                  <a:pt x="364" y="191"/>
                </a:cubicBezTo>
                <a:cubicBezTo>
                  <a:pt x="363" y="190"/>
                  <a:pt x="363" y="189"/>
                  <a:pt x="363" y="188"/>
                </a:cubicBezTo>
                <a:cubicBezTo>
                  <a:pt x="363" y="188"/>
                  <a:pt x="363" y="188"/>
                  <a:pt x="363" y="188"/>
                </a:cubicBezTo>
                <a:cubicBezTo>
                  <a:pt x="362" y="181"/>
                  <a:pt x="360" y="173"/>
                  <a:pt x="358" y="165"/>
                </a:cubicBezTo>
                <a:cubicBezTo>
                  <a:pt x="352" y="139"/>
                  <a:pt x="344" y="113"/>
                  <a:pt x="334" y="86"/>
                </a:cubicBezTo>
                <a:cubicBezTo>
                  <a:pt x="332" y="80"/>
                  <a:pt x="330" y="74"/>
                  <a:pt x="327" y="67"/>
                </a:cubicBezTo>
                <a:cubicBezTo>
                  <a:pt x="323" y="57"/>
                  <a:pt x="319" y="48"/>
                  <a:pt x="314" y="38"/>
                </a:cubicBezTo>
                <a:cubicBezTo>
                  <a:pt x="308" y="25"/>
                  <a:pt x="302" y="12"/>
                  <a:pt x="295" y="0"/>
                </a:cubicBezTo>
                <a:cubicBezTo>
                  <a:pt x="296" y="1"/>
                  <a:pt x="310" y="14"/>
                  <a:pt x="328" y="39"/>
                </a:cubicBezTo>
                <a:cubicBezTo>
                  <a:pt x="334" y="47"/>
                  <a:pt x="340" y="56"/>
                  <a:pt x="346" y="66"/>
                </a:cubicBezTo>
                <a:cubicBezTo>
                  <a:pt x="346" y="66"/>
                  <a:pt x="346" y="66"/>
                  <a:pt x="346" y="66"/>
                </a:cubicBezTo>
                <a:cubicBezTo>
                  <a:pt x="359" y="87"/>
                  <a:pt x="373" y="114"/>
                  <a:pt x="386" y="146"/>
                </a:cubicBezTo>
                <a:cubicBezTo>
                  <a:pt x="392" y="163"/>
                  <a:pt x="398" y="181"/>
                  <a:pt x="404" y="201"/>
                </a:cubicBezTo>
                <a:cubicBezTo>
                  <a:pt x="406" y="210"/>
                  <a:pt x="408" y="218"/>
                  <a:pt x="410" y="228"/>
                </a:cubicBezTo>
                <a:cubicBezTo>
                  <a:pt x="410" y="228"/>
                  <a:pt x="410" y="228"/>
                  <a:pt x="410" y="228"/>
                </a:cubicBezTo>
                <a:cubicBezTo>
                  <a:pt x="412" y="238"/>
                  <a:pt x="414" y="248"/>
                  <a:pt x="416" y="259"/>
                </a:cubicBezTo>
                <a:cubicBezTo>
                  <a:pt x="420" y="281"/>
                  <a:pt x="423" y="305"/>
                  <a:pt x="424" y="331"/>
                </a:cubicBezTo>
                <a:cubicBezTo>
                  <a:pt x="424" y="340"/>
                  <a:pt x="425" y="350"/>
                  <a:pt x="425" y="361"/>
                </a:cubicBezTo>
                <a:cubicBezTo>
                  <a:pt x="425" y="370"/>
                  <a:pt x="425" y="379"/>
                  <a:pt x="425" y="389"/>
                </a:cubicBezTo>
                <a:cubicBezTo>
                  <a:pt x="425" y="389"/>
                  <a:pt x="429" y="381"/>
                  <a:pt x="437" y="370"/>
                </a:cubicBezTo>
                <a:cubicBezTo>
                  <a:pt x="442" y="362"/>
                  <a:pt x="449" y="353"/>
                  <a:pt x="457" y="344"/>
                </a:cubicBezTo>
                <a:cubicBezTo>
                  <a:pt x="467" y="331"/>
                  <a:pt x="478" y="317"/>
                  <a:pt x="491" y="306"/>
                </a:cubicBezTo>
                <a:cubicBezTo>
                  <a:pt x="495" y="302"/>
                  <a:pt x="501" y="297"/>
                  <a:pt x="506" y="291"/>
                </a:cubicBezTo>
                <a:cubicBezTo>
                  <a:pt x="511" y="286"/>
                  <a:pt x="515" y="281"/>
                  <a:pt x="520" y="275"/>
                </a:cubicBezTo>
                <a:cubicBezTo>
                  <a:pt x="528" y="265"/>
                  <a:pt x="537" y="253"/>
                  <a:pt x="546" y="239"/>
                </a:cubicBezTo>
                <a:cubicBezTo>
                  <a:pt x="546" y="239"/>
                  <a:pt x="546" y="239"/>
                  <a:pt x="546" y="239"/>
                </a:cubicBezTo>
                <a:cubicBezTo>
                  <a:pt x="551" y="231"/>
                  <a:pt x="556" y="222"/>
                  <a:pt x="561" y="213"/>
                </a:cubicBezTo>
                <a:cubicBezTo>
                  <a:pt x="575" y="186"/>
                  <a:pt x="588" y="153"/>
                  <a:pt x="599" y="113"/>
                </a:cubicBezTo>
                <a:cubicBezTo>
                  <a:pt x="602" y="101"/>
                  <a:pt x="605" y="88"/>
                  <a:pt x="608" y="74"/>
                </a:cubicBezTo>
                <a:cubicBezTo>
                  <a:pt x="608" y="74"/>
                  <a:pt x="611" y="91"/>
                  <a:pt x="608" y="120"/>
                </a:cubicBezTo>
                <a:cubicBezTo>
                  <a:pt x="608" y="123"/>
                  <a:pt x="607" y="127"/>
                  <a:pt x="607" y="131"/>
                </a:cubicBezTo>
                <a:cubicBezTo>
                  <a:pt x="607" y="131"/>
                  <a:pt x="607" y="131"/>
                  <a:pt x="607" y="131"/>
                </a:cubicBezTo>
                <a:cubicBezTo>
                  <a:pt x="606" y="137"/>
                  <a:pt x="605" y="143"/>
                  <a:pt x="604" y="150"/>
                </a:cubicBezTo>
                <a:cubicBezTo>
                  <a:pt x="600" y="174"/>
                  <a:pt x="592" y="203"/>
                  <a:pt x="578" y="235"/>
                </a:cubicBezTo>
                <a:cubicBezTo>
                  <a:pt x="574" y="244"/>
                  <a:pt x="570" y="253"/>
                  <a:pt x="566" y="262"/>
                </a:cubicBezTo>
                <a:cubicBezTo>
                  <a:pt x="563" y="268"/>
                  <a:pt x="560" y="274"/>
                  <a:pt x="556" y="280"/>
                </a:cubicBezTo>
                <a:cubicBezTo>
                  <a:pt x="553" y="286"/>
                  <a:pt x="550" y="291"/>
                  <a:pt x="547" y="297"/>
                </a:cubicBezTo>
                <a:cubicBezTo>
                  <a:pt x="544" y="302"/>
                  <a:pt x="541" y="306"/>
                  <a:pt x="538" y="311"/>
                </a:cubicBezTo>
                <a:cubicBezTo>
                  <a:pt x="521" y="337"/>
                  <a:pt x="508" y="359"/>
                  <a:pt x="496" y="376"/>
                </a:cubicBezTo>
                <a:cubicBezTo>
                  <a:pt x="493" y="379"/>
                  <a:pt x="491" y="383"/>
                  <a:pt x="489" y="386"/>
                </a:cubicBezTo>
                <a:cubicBezTo>
                  <a:pt x="448" y="446"/>
                  <a:pt x="439" y="449"/>
                  <a:pt x="427" y="479"/>
                </a:cubicBezTo>
                <a:cubicBezTo>
                  <a:pt x="427" y="479"/>
                  <a:pt x="426" y="483"/>
                  <a:pt x="425" y="489"/>
                </a:cubicBezTo>
                <a:cubicBezTo>
                  <a:pt x="425" y="492"/>
                  <a:pt x="424" y="497"/>
                  <a:pt x="423" y="501"/>
                </a:cubicBezTo>
                <a:cubicBezTo>
                  <a:pt x="419" y="526"/>
                  <a:pt x="411" y="568"/>
                  <a:pt x="406" y="605"/>
                </a:cubicBezTo>
                <a:cubicBezTo>
                  <a:pt x="401" y="635"/>
                  <a:pt x="397" y="663"/>
                  <a:pt x="396" y="677"/>
                </a:cubicBezTo>
                <a:cubicBezTo>
                  <a:pt x="396" y="677"/>
                  <a:pt x="444" y="624"/>
                  <a:pt x="496" y="584"/>
                </a:cubicBezTo>
                <a:cubicBezTo>
                  <a:pt x="502" y="579"/>
                  <a:pt x="509" y="574"/>
                  <a:pt x="515" y="570"/>
                </a:cubicBezTo>
                <a:cubicBezTo>
                  <a:pt x="545" y="548"/>
                  <a:pt x="581" y="519"/>
                  <a:pt x="614" y="485"/>
                </a:cubicBezTo>
                <a:cubicBezTo>
                  <a:pt x="615" y="485"/>
                  <a:pt x="615" y="484"/>
                  <a:pt x="616" y="483"/>
                </a:cubicBezTo>
                <a:cubicBezTo>
                  <a:pt x="644" y="454"/>
                  <a:pt x="669" y="422"/>
                  <a:pt x="685" y="390"/>
                </a:cubicBezTo>
                <a:cubicBezTo>
                  <a:pt x="686" y="387"/>
                  <a:pt x="688" y="385"/>
                  <a:pt x="689" y="383"/>
                </a:cubicBezTo>
                <a:cubicBezTo>
                  <a:pt x="689" y="383"/>
                  <a:pt x="688" y="386"/>
                  <a:pt x="686" y="390"/>
                </a:cubicBezTo>
                <a:cubicBezTo>
                  <a:pt x="681" y="406"/>
                  <a:pt x="665" y="444"/>
                  <a:pt x="632" y="490"/>
                </a:cubicBezTo>
                <a:cubicBezTo>
                  <a:pt x="631" y="490"/>
                  <a:pt x="631" y="491"/>
                  <a:pt x="630" y="492"/>
                </a:cubicBezTo>
                <a:cubicBezTo>
                  <a:pt x="607" y="523"/>
                  <a:pt x="576" y="558"/>
                  <a:pt x="534" y="591"/>
                </a:cubicBezTo>
                <a:close/>
              </a:path>
            </a:pathLst>
          </a:custGeom>
          <a:solidFill>
            <a:srgbClr val="FFC529"/>
          </a:solidFill>
          <a:ln cap="flat">
            <a:prstDash val="solid"/>
          </a:ln>
        </p:spPr>
        <p:txBody>
          <a:bodyPr vert="horz" wrap="square" lIns="91440" tIns="45720" rIns="91440" bIns="45720" anchor="ctr">
            <a:normAutofit/>
          </a:bodyPr>
          <a:lstStyle/>
          <a:p>
            <a:pPr marL="0" algn="ctr"/>
            <a:endParaRPr/>
          </a:p>
        </p:txBody>
      </p:sp>
      <p:sp>
        <p:nvSpPr>
          <p:cNvPr id="13" name="Freeform 13"/>
          <p:cNvSpPr/>
          <p:nvPr/>
        </p:nvSpPr>
        <p:spPr>
          <a:xfrm>
            <a:off x="8208481" y="3288929"/>
            <a:ext cx="1218399" cy="1220707"/>
          </a:xfrm>
          <a:custGeom>
            <a:avLst/>
            <a:gdLst/>
            <a:ahLst/>
            <a:cxnLst/>
            <a:rect l="l" t="t" r="r" b="b"/>
            <a:pathLst>
              <a:path w="327" h="328">
                <a:moveTo>
                  <a:pt x="323" y="198"/>
                </a:moveTo>
                <a:cubicBezTo>
                  <a:pt x="321" y="209"/>
                  <a:pt x="317" y="219"/>
                  <a:pt x="313" y="229"/>
                </a:cubicBezTo>
                <a:cubicBezTo>
                  <a:pt x="312" y="231"/>
                  <a:pt x="311" y="233"/>
                  <a:pt x="310" y="235"/>
                </a:cubicBezTo>
                <a:cubicBezTo>
                  <a:pt x="295" y="266"/>
                  <a:pt x="270" y="291"/>
                  <a:pt x="240" y="307"/>
                </a:cubicBezTo>
                <a:cubicBezTo>
                  <a:pt x="228" y="313"/>
                  <a:pt x="216" y="318"/>
                  <a:pt x="203" y="321"/>
                </a:cubicBezTo>
                <a:cubicBezTo>
                  <a:pt x="193" y="323"/>
                  <a:pt x="183" y="325"/>
                  <a:pt x="173" y="325"/>
                </a:cubicBezTo>
                <a:cubicBezTo>
                  <a:pt x="121" y="328"/>
                  <a:pt x="74" y="306"/>
                  <a:pt x="42" y="270"/>
                </a:cubicBezTo>
                <a:cubicBezTo>
                  <a:pt x="31" y="257"/>
                  <a:pt x="22" y="243"/>
                  <a:pt x="15" y="227"/>
                </a:cubicBezTo>
                <a:cubicBezTo>
                  <a:pt x="8" y="210"/>
                  <a:pt x="3" y="191"/>
                  <a:pt x="2" y="171"/>
                </a:cubicBezTo>
                <a:cubicBezTo>
                  <a:pt x="0" y="133"/>
                  <a:pt x="12" y="97"/>
                  <a:pt x="32" y="68"/>
                </a:cubicBezTo>
                <a:cubicBezTo>
                  <a:pt x="35" y="65"/>
                  <a:pt x="37" y="62"/>
                  <a:pt x="39" y="59"/>
                </a:cubicBezTo>
                <a:cubicBezTo>
                  <a:pt x="55" y="40"/>
                  <a:pt x="76" y="24"/>
                  <a:pt x="99" y="14"/>
                </a:cubicBezTo>
                <a:cubicBezTo>
                  <a:pt x="109" y="10"/>
                  <a:pt x="120" y="6"/>
                  <a:pt x="132" y="4"/>
                </a:cubicBezTo>
                <a:cubicBezTo>
                  <a:pt x="139" y="2"/>
                  <a:pt x="147" y="1"/>
                  <a:pt x="155" y="1"/>
                </a:cubicBezTo>
                <a:cubicBezTo>
                  <a:pt x="155" y="1"/>
                  <a:pt x="155" y="1"/>
                  <a:pt x="155" y="1"/>
                </a:cubicBezTo>
                <a:cubicBezTo>
                  <a:pt x="155" y="1"/>
                  <a:pt x="156" y="1"/>
                  <a:pt x="156" y="1"/>
                </a:cubicBezTo>
                <a:cubicBezTo>
                  <a:pt x="165" y="0"/>
                  <a:pt x="173" y="0"/>
                  <a:pt x="182" y="1"/>
                </a:cubicBezTo>
                <a:cubicBezTo>
                  <a:pt x="182" y="1"/>
                  <a:pt x="182" y="1"/>
                  <a:pt x="182" y="1"/>
                </a:cubicBezTo>
                <a:cubicBezTo>
                  <a:pt x="206" y="4"/>
                  <a:pt x="228" y="12"/>
                  <a:pt x="248" y="24"/>
                </a:cubicBezTo>
                <a:cubicBezTo>
                  <a:pt x="253" y="27"/>
                  <a:pt x="259" y="30"/>
                  <a:pt x="264" y="34"/>
                </a:cubicBezTo>
                <a:cubicBezTo>
                  <a:pt x="277" y="45"/>
                  <a:pt x="290" y="58"/>
                  <a:pt x="299" y="72"/>
                </a:cubicBezTo>
                <a:cubicBezTo>
                  <a:pt x="299" y="73"/>
                  <a:pt x="299" y="73"/>
                  <a:pt x="299" y="73"/>
                </a:cubicBezTo>
                <a:cubicBezTo>
                  <a:pt x="302" y="77"/>
                  <a:pt x="305" y="82"/>
                  <a:pt x="308" y="86"/>
                </a:cubicBezTo>
                <a:cubicBezTo>
                  <a:pt x="319" y="107"/>
                  <a:pt x="325" y="130"/>
                  <a:pt x="327" y="155"/>
                </a:cubicBezTo>
                <a:cubicBezTo>
                  <a:pt x="327" y="170"/>
                  <a:pt x="326" y="184"/>
                  <a:pt x="323" y="198"/>
                </a:cubicBezTo>
                <a:close/>
              </a:path>
            </a:pathLst>
          </a:custGeom>
          <a:solidFill>
            <a:schemeClr val="accent2">
              <a:lumMod val="20000"/>
              <a:lumOff val="80000"/>
            </a:schemeClr>
          </a:solidFill>
        </p:spPr>
        <p:txBody>
          <a:bodyPr vert="horz" wrap="square" lIns="91440" tIns="45720" rIns="91440" bIns="45720" anchor="ctr">
            <a:normAutofit/>
          </a:bodyPr>
          <a:lstStyle/>
          <a:p>
            <a:pPr marL="0" algn="ctr"/>
            <a:endParaRPr/>
          </a:p>
        </p:txBody>
      </p:sp>
      <p:sp>
        <p:nvSpPr>
          <p:cNvPr id="14" name="Freeform 14"/>
          <p:cNvSpPr/>
          <p:nvPr/>
        </p:nvSpPr>
        <p:spPr>
          <a:xfrm>
            <a:off x="7735429" y="2682036"/>
            <a:ext cx="535357" cy="535357"/>
          </a:xfrm>
          <a:custGeom>
            <a:avLst/>
            <a:gdLst/>
            <a:ahLst/>
            <a:cxnLst/>
            <a:rect l="l" t="t" r="r" b="b"/>
            <a:pathLst>
              <a:path w="144" h="144">
                <a:moveTo>
                  <a:pt x="142" y="69"/>
                </a:moveTo>
                <a:cubicBezTo>
                  <a:pt x="144" y="107"/>
                  <a:pt x="114" y="140"/>
                  <a:pt x="76" y="142"/>
                </a:cubicBezTo>
                <a:cubicBezTo>
                  <a:pt x="37" y="144"/>
                  <a:pt x="4" y="114"/>
                  <a:pt x="2" y="76"/>
                </a:cubicBezTo>
                <a:cubicBezTo>
                  <a:pt x="0" y="37"/>
                  <a:pt x="30" y="4"/>
                  <a:pt x="69" y="2"/>
                </a:cubicBezTo>
                <a:cubicBezTo>
                  <a:pt x="107" y="0"/>
                  <a:pt x="140" y="30"/>
                  <a:pt x="142" y="69"/>
                </a:cubicBezTo>
                <a:close/>
              </a:path>
            </a:pathLst>
          </a:custGeom>
          <a:solidFill>
            <a:schemeClr val="accent1">
              <a:alpha val="30000"/>
            </a:schemeClr>
          </a:solidFill>
          <a:ln cap="flat">
            <a:prstDash val="solid"/>
          </a:ln>
        </p:spPr>
        <p:txBody>
          <a:bodyPr vert="horz" wrap="square" lIns="91440" tIns="45720" rIns="91440" bIns="45720" anchor="ctr">
            <a:normAutofit/>
          </a:bodyPr>
          <a:lstStyle/>
          <a:p>
            <a:pPr marL="0" algn="ctr"/>
            <a:endParaRPr/>
          </a:p>
        </p:txBody>
      </p:sp>
      <p:sp>
        <p:nvSpPr>
          <p:cNvPr id="15" name="Freeform 15"/>
          <p:cNvSpPr/>
          <p:nvPr/>
        </p:nvSpPr>
        <p:spPr>
          <a:xfrm>
            <a:off x="10377600" y="3325850"/>
            <a:ext cx="537665" cy="535357"/>
          </a:xfrm>
          <a:custGeom>
            <a:avLst/>
            <a:gdLst/>
            <a:ahLst/>
            <a:cxnLst/>
            <a:rect l="l" t="t" r="r" b="b"/>
            <a:pathLst>
              <a:path w="144" h="144">
                <a:moveTo>
                  <a:pt x="142" y="69"/>
                </a:moveTo>
                <a:cubicBezTo>
                  <a:pt x="144" y="108"/>
                  <a:pt x="114" y="141"/>
                  <a:pt x="75" y="142"/>
                </a:cubicBezTo>
                <a:cubicBezTo>
                  <a:pt x="36" y="144"/>
                  <a:pt x="3" y="115"/>
                  <a:pt x="1" y="76"/>
                </a:cubicBezTo>
                <a:cubicBezTo>
                  <a:pt x="0" y="37"/>
                  <a:pt x="29" y="4"/>
                  <a:pt x="68" y="2"/>
                </a:cubicBezTo>
                <a:cubicBezTo>
                  <a:pt x="107" y="0"/>
                  <a:pt x="140" y="30"/>
                  <a:pt x="142" y="69"/>
                </a:cubicBezTo>
                <a:close/>
              </a:path>
            </a:pathLst>
          </a:custGeom>
          <a:solidFill>
            <a:schemeClr val="accent1">
              <a:alpha val="30000"/>
            </a:schemeClr>
          </a:solidFill>
          <a:ln cap="flat">
            <a:prstDash val="solid"/>
          </a:ln>
        </p:spPr>
        <p:txBody>
          <a:bodyPr vert="horz" wrap="square" lIns="91440" tIns="45720" rIns="91440" bIns="45720" anchor="ctr">
            <a:normAutofit/>
          </a:bodyPr>
          <a:lstStyle/>
          <a:p>
            <a:pPr marL="0" algn="ctr"/>
            <a:endParaRPr/>
          </a:p>
        </p:txBody>
      </p:sp>
      <p:sp>
        <p:nvSpPr>
          <p:cNvPr id="16" name="Freeform 16"/>
          <p:cNvSpPr/>
          <p:nvPr/>
        </p:nvSpPr>
        <p:spPr>
          <a:xfrm>
            <a:off x="8990749" y="3575068"/>
            <a:ext cx="539972" cy="537665"/>
          </a:xfrm>
          <a:custGeom>
            <a:avLst/>
            <a:gdLst/>
            <a:ahLst/>
            <a:cxnLst/>
            <a:rect l="l" t="t" r="r" b="b"/>
            <a:pathLst>
              <a:path w="145" h="144">
                <a:moveTo>
                  <a:pt x="143" y="68"/>
                </a:moveTo>
                <a:cubicBezTo>
                  <a:pt x="145" y="107"/>
                  <a:pt x="115" y="140"/>
                  <a:pt x="76" y="142"/>
                </a:cubicBezTo>
                <a:cubicBezTo>
                  <a:pt x="37" y="144"/>
                  <a:pt x="4" y="114"/>
                  <a:pt x="2" y="75"/>
                </a:cubicBezTo>
                <a:cubicBezTo>
                  <a:pt x="0" y="36"/>
                  <a:pt x="30" y="3"/>
                  <a:pt x="69" y="2"/>
                </a:cubicBezTo>
                <a:cubicBezTo>
                  <a:pt x="108" y="0"/>
                  <a:pt x="141" y="29"/>
                  <a:pt x="143" y="68"/>
                </a:cubicBezTo>
                <a:close/>
              </a:path>
            </a:pathLst>
          </a:custGeom>
          <a:solidFill>
            <a:schemeClr val="accent1">
              <a:alpha val="30000"/>
            </a:schemeClr>
          </a:solidFill>
          <a:ln cap="flat">
            <a:prstDash val="solid"/>
          </a:ln>
        </p:spPr>
        <p:txBody>
          <a:bodyPr vert="horz" wrap="square" lIns="91440" tIns="45720" rIns="91440" bIns="45720" anchor="ctr">
            <a:normAutofit/>
          </a:bodyPr>
          <a:lstStyle/>
          <a:p>
            <a:pPr marL="0" algn="ctr"/>
            <a:endParaRPr/>
          </a:p>
        </p:txBody>
      </p:sp>
      <p:sp>
        <p:nvSpPr>
          <p:cNvPr id="17" name="Freeform 17"/>
          <p:cNvSpPr/>
          <p:nvPr/>
        </p:nvSpPr>
        <p:spPr>
          <a:xfrm>
            <a:off x="9011516" y="2017455"/>
            <a:ext cx="537665" cy="537665"/>
          </a:xfrm>
          <a:custGeom>
            <a:avLst/>
            <a:gdLst/>
            <a:ahLst/>
            <a:cxnLst/>
            <a:rect l="l" t="t" r="r" b="b"/>
            <a:pathLst>
              <a:path w="144" h="144">
                <a:moveTo>
                  <a:pt x="143" y="68"/>
                </a:moveTo>
                <a:cubicBezTo>
                  <a:pt x="144" y="107"/>
                  <a:pt x="115" y="140"/>
                  <a:pt x="76" y="142"/>
                </a:cubicBezTo>
                <a:cubicBezTo>
                  <a:pt x="37" y="144"/>
                  <a:pt x="4" y="114"/>
                  <a:pt x="2" y="75"/>
                </a:cubicBezTo>
                <a:cubicBezTo>
                  <a:pt x="0" y="37"/>
                  <a:pt x="30" y="4"/>
                  <a:pt x="69" y="2"/>
                </a:cubicBezTo>
                <a:cubicBezTo>
                  <a:pt x="108" y="0"/>
                  <a:pt x="141" y="30"/>
                  <a:pt x="143" y="68"/>
                </a:cubicBezTo>
                <a:close/>
              </a:path>
            </a:pathLst>
          </a:custGeom>
          <a:solidFill>
            <a:schemeClr val="accent1">
              <a:alpha val="30000"/>
            </a:schemeClr>
          </a:solidFill>
          <a:ln cap="flat">
            <a:prstDash val="solid"/>
          </a:ln>
        </p:spPr>
        <p:txBody>
          <a:bodyPr vert="horz" wrap="square" lIns="91440" tIns="45720" rIns="91440" bIns="45720" anchor="ctr">
            <a:normAutofit/>
          </a:bodyPr>
          <a:lstStyle/>
          <a:p>
            <a:pPr marL="0" algn="ctr"/>
            <a:endParaRPr/>
          </a:p>
        </p:txBody>
      </p:sp>
      <p:sp>
        <p:nvSpPr>
          <p:cNvPr id="18" name="Freeform 18"/>
          <p:cNvSpPr/>
          <p:nvPr/>
        </p:nvSpPr>
        <p:spPr>
          <a:xfrm>
            <a:off x="10389138" y="1775161"/>
            <a:ext cx="200760" cy="203066"/>
          </a:xfrm>
          <a:custGeom>
            <a:avLst/>
            <a:gdLst/>
            <a:ahLst/>
            <a:cxnLst/>
            <a:rect l="l" t="t" r="r" b="b"/>
            <a:pathLst>
              <a:path w="54" h="54">
                <a:moveTo>
                  <a:pt x="53" y="25"/>
                </a:moveTo>
                <a:cubicBezTo>
                  <a:pt x="54" y="40"/>
                  <a:pt x="43" y="52"/>
                  <a:pt x="28" y="53"/>
                </a:cubicBezTo>
                <a:cubicBezTo>
                  <a:pt x="14" y="54"/>
                  <a:pt x="2" y="42"/>
                  <a:pt x="1" y="28"/>
                </a:cubicBezTo>
                <a:cubicBezTo>
                  <a:pt x="0" y="14"/>
                  <a:pt x="11" y="1"/>
                  <a:pt x="26" y="1"/>
                </a:cubicBezTo>
                <a:cubicBezTo>
                  <a:pt x="40" y="0"/>
                  <a:pt x="52" y="11"/>
                  <a:pt x="53" y="25"/>
                </a:cubicBezTo>
                <a:close/>
              </a:path>
            </a:pathLst>
          </a:custGeom>
          <a:solidFill>
            <a:schemeClr val="accent1">
              <a:lumMod val="40000"/>
              <a:lumOff val="60000"/>
            </a:schemeClr>
          </a:solidFill>
          <a:ln cap="flat">
            <a:prstDash val="solid"/>
          </a:ln>
        </p:spPr>
        <p:txBody>
          <a:bodyPr vert="horz" wrap="square" lIns="91440" tIns="45720" rIns="91440" bIns="45720" anchor="ctr">
            <a:normAutofit fontScale="47500" lnSpcReduction="20000"/>
          </a:bodyPr>
          <a:lstStyle/>
          <a:p>
            <a:pPr marL="0" algn="ctr"/>
            <a:endParaRPr/>
          </a:p>
        </p:txBody>
      </p:sp>
      <p:sp>
        <p:nvSpPr>
          <p:cNvPr id="19" name="Freeform 19"/>
          <p:cNvSpPr/>
          <p:nvPr/>
        </p:nvSpPr>
        <p:spPr>
          <a:xfrm>
            <a:off x="10594512" y="2151295"/>
            <a:ext cx="55382" cy="57690"/>
          </a:xfrm>
          <a:custGeom>
            <a:avLst/>
            <a:gdLst/>
            <a:ahLst/>
            <a:cxnLst/>
            <a:rect l="l" t="t" r="r" b="b"/>
            <a:pathLst>
              <a:path w="15" h="15">
                <a:moveTo>
                  <a:pt x="15" y="7"/>
                </a:moveTo>
                <a:cubicBezTo>
                  <a:pt x="15" y="11"/>
                  <a:pt x="12" y="15"/>
                  <a:pt x="8" y="15"/>
                </a:cubicBezTo>
                <a:cubicBezTo>
                  <a:pt x="4" y="15"/>
                  <a:pt x="1" y="12"/>
                  <a:pt x="1" y="8"/>
                </a:cubicBezTo>
                <a:cubicBezTo>
                  <a:pt x="0" y="4"/>
                  <a:pt x="4" y="1"/>
                  <a:pt x="8" y="0"/>
                </a:cubicBezTo>
                <a:cubicBezTo>
                  <a:pt x="12" y="0"/>
                  <a:pt x="15" y="3"/>
                  <a:pt x="15" y="7"/>
                </a:cubicBezTo>
                <a:close/>
              </a:path>
            </a:pathLst>
          </a:custGeom>
          <a:solidFill>
            <a:schemeClr val="accent1">
              <a:alpha val="30000"/>
            </a:schemeClr>
          </a:solidFill>
          <a:ln cap="flat">
            <a:prstDash val="solid"/>
          </a:ln>
        </p:spPr>
        <p:txBody>
          <a:bodyPr vert="horz" wrap="square" lIns="91440" tIns="45720" rIns="91440" bIns="45720" anchor="ctr">
            <a:normAutofit fontScale="25000" lnSpcReduction="20000"/>
          </a:bodyPr>
          <a:lstStyle/>
          <a:p>
            <a:pPr marL="0" algn="ctr"/>
            <a:endParaRPr/>
          </a:p>
        </p:txBody>
      </p:sp>
      <p:sp>
        <p:nvSpPr>
          <p:cNvPr id="20" name="Freeform 20"/>
          <p:cNvSpPr/>
          <p:nvPr/>
        </p:nvSpPr>
        <p:spPr>
          <a:xfrm>
            <a:off x="8238505" y="2642807"/>
            <a:ext cx="55382" cy="57690"/>
          </a:xfrm>
          <a:custGeom>
            <a:avLst/>
            <a:gdLst/>
            <a:ahLst/>
            <a:cxnLst/>
            <a:rect l="l" t="t" r="r" b="b"/>
            <a:pathLst>
              <a:path w="15" h="15">
                <a:moveTo>
                  <a:pt x="14" y="7"/>
                </a:moveTo>
                <a:cubicBezTo>
                  <a:pt x="15" y="11"/>
                  <a:pt x="12" y="14"/>
                  <a:pt x="8" y="14"/>
                </a:cubicBezTo>
                <a:cubicBezTo>
                  <a:pt x="3" y="15"/>
                  <a:pt x="0" y="12"/>
                  <a:pt x="0" y="8"/>
                </a:cubicBezTo>
                <a:cubicBezTo>
                  <a:pt x="0" y="4"/>
                  <a:pt x="3" y="0"/>
                  <a:pt x="7" y="0"/>
                </a:cubicBezTo>
                <a:cubicBezTo>
                  <a:pt x="11" y="0"/>
                  <a:pt x="14" y="3"/>
                  <a:pt x="14" y="7"/>
                </a:cubicBezTo>
                <a:close/>
              </a:path>
            </a:pathLst>
          </a:custGeom>
          <a:solidFill>
            <a:schemeClr val="accent1">
              <a:alpha val="60000"/>
            </a:schemeClr>
          </a:solidFill>
        </p:spPr>
        <p:txBody>
          <a:bodyPr vert="horz" wrap="square" lIns="91440" tIns="45720" rIns="91440" bIns="45720" anchor="ctr">
            <a:normAutofit fontScale="25000" lnSpcReduction="20000"/>
          </a:bodyPr>
          <a:lstStyle/>
          <a:p>
            <a:pPr marL="0" algn="ctr"/>
            <a:endParaRPr/>
          </a:p>
        </p:txBody>
      </p:sp>
      <p:sp>
        <p:nvSpPr>
          <p:cNvPr id="21" name="Freeform 21"/>
          <p:cNvSpPr/>
          <p:nvPr/>
        </p:nvSpPr>
        <p:spPr>
          <a:xfrm>
            <a:off x="8508493" y="2518197"/>
            <a:ext cx="916111" cy="918413"/>
          </a:xfrm>
          <a:custGeom>
            <a:avLst/>
            <a:gdLst/>
            <a:ahLst/>
            <a:cxnLst/>
            <a:rect l="l" t="t" r="r" b="b"/>
            <a:pathLst>
              <a:path w="246" h="247">
                <a:moveTo>
                  <a:pt x="243" y="118"/>
                </a:moveTo>
                <a:cubicBezTo>
                  <a:pt x="246" y="184"/>
                  <a:pt x="195" y="240"/>
                  <a:pt x="129" y="243"/>
                </a:cubicBezTo>
                <a:cubicBezTo>
                  <a:pt x="63" y="247"/>
                  <a:pt x="7" y="196"/>
                  <a:pt x="3" y="130"/>
                </a:cubicBezTo>
                <a:cubicBezTo>
                  <a:pt x="0" y="63"/>
                  <a:pt x="51" y="7"/>
                  <a:pt x="117" y="4"/>
                </a:cubicBezTo>
                <a:cubicBezTo>
                  <a:pt x="183" y="0"/>
                  <a:pt x="240" y="51"/>
                  <a:pt x="243" y="118"/>
                </a:cubicBezTo>
                <a:close/>
              </a:path>
            </a:pathLst>
          </a:custGeom>
          <a:solidFill>
            <a:schemeClr val="accent1">
              <a:alpha val="60000"/>
            </a:schemeClr>
          </a:solidFill>
        </p:spPr>
        <p:txBody>
          <a:bodyPr vert="horz" wrap="square" lIns="91440" tIns="45720" rIns="91440" bIns="45720" anchor="ctr">
            <a:normAutofit/>
          </a:bodyPr>
          <a:lstStyle/>
          <a:p>
            <a:pPr marL="0" algn="ctr"/>
            <a:endParaRPr/>
          </a:p>
        </p:txBody>
      </p:sp>
      <p:sp>
        <p:nvSpPr>
          <p:cNvPr id="22" name="Freeform 22"/>
          <p:cNvSpPr/>
          <p:nvPr/>
        </p:nvSpPr>
        <p:spPr>
          <a:xfrm>
            <a:off x="9491523" y="3076628"/>
            <a:ext cx="768426" cy="766113"/>
          </a:xfrm>
          <a:custGeom>
            <a:avLst/>
            <a:gdLst/>
            <a:ahLst/>
            <a:cxnLst/>
            <a:rect l="l" t="t" r="r" b="b"/>
            <a:pathLst>
              <a:path w="206" h="206">
                <a:moveTo>
                  <a:pt x="204" y="98"/>
                </a:moveTo>
                <a:cubicBezTo>
                  <a:pt x="206" y="153"/>
                  <a:pt x="164" y="200"/>
                  <a:pt x="108" y="203"/>
                </a:cubicBezTo>
                <a:cubicBezTo>
                  <a:pt x="53" y="206"/>
                  <a:pt x="6" y="163"/>
                  <a:pt x="3" y="108"/>
                </a:cubicBezTo>
                <a:cubicBezTo>
                  <a:pt x="0" y="52"/>
                  <a:pt x="43" y="5"/>
                  <a:pt x="98" y="3"/>
                </a:cubicBezTo>
                <a:cubicBezTo>
                  <a:pt x="154" y="0"/>
                  <a:pt x="201" y="42"/>
                  <a:pt x="204" y="98"/>
                </a:cubicBezTo>
                <a:close/>
              </a:path>
            </a:pathLst>
          </a:custGeom>
          <a:solidFill>
            <a:schemeClr val="accent1">
              <a:alpha val="60000"/>
            </a:schemeClr>
          </a:solidFill>
        </p:spPr>
        <p:txBody>
          <a:bodyPr vert="horz" wrap="square" lIns="91440" tIns="45720" rIns="91440" bIns="45720" anchor="ctr">
            <a:normAutofit/>
          </a:bodyPr>
          <a:lstStyle/>
          <a:p>
            <a:pPr marL="0" algn="ctr"/>
            <a:endParaRPr/>
          </a:p>
        </p:txBody>
      </p:sp>
      <p:sp>
        <p:nvSpPr>
          <p:cNvPr id="23" name="Freeform 23"/>
          <p:cNvSpPr/>
          <p:nvPr/>
        </p:nvSpPr>
        <p:spPr>
          <a:xfrm>
            <a:off x="9286119" y="1800544"/>
            <a:ext cx="745346" cy="740732"/>
          </a:xfrm>
          <a:custGeom>
            <a:avLst/>
            <a:gdLst/>
            <a:ahLst/>
            <a:cxnLst/>
            <a:rect l="l" t="t" r="r" b="b"/>
            <a:pathLst>
              <a:path w="200" h="199">
                <a:moveTo>
                  <a:pt x="197" y="95"/>
                </a:moveTo>
                <a:cubicBezTo>
                  <a:pt x="200" y="148"/>
                  <a:pt x="158" y="194"/>
                  <a:pt x="105" y="197"/>
                </a:cubicBezTo>
                <a:cubicBezTo>
                  <a:pt x="51" y="199"/>
                  <a:pt x="6" y="158"/>
                  <a:pt x="3" y="105"/>
                </a:cubicBezTo>
                <a:cubicBezTo>
                  <a:pt x="0" y="51"/>
                  <a:pt x="42" y="5"/>
                  <a:pt x="95" y="3"/>
                </a:cubicBezTo>
                <a:cubicBezTo>
                  <a:pt x="149" y="0"/>
                  <a:pt x="194" y="41"/>
                  <a:pt x="197" y="95"/>
                </a:cubicBezTo>
                <a:close/>
              </a:path>
            </a:pathLst>
          </a:custGeom>
          <a:solidFill>
            <a:schemeClr val="accent1">
              <a:lumMod val="40000"/>
              <a:lumOff val="60000"/>
            </a:schemeClr>
          </a:solidFill>
          <a:ln cap="flat">
            <a:prstDash val="solid"/>
          </a:ln>
        </p:spPr>
        <p:txBody>
          <a:bodyPr vert="horz" wrap="square" lIns="91440" tIns="45720" rIns="91440" bIns="45720" anchor="ctr">
            <a:normAutofit/>
          </a:bodyPr>
          <a:lstStyle/>
          <a:p>
            <a:pPr marL="0" algn="ctr"/>
            <a:endParaRPr/>
          </a:p>
        </p:txBody>
      </p:sp>
      <p:sp>
        <p:nvSpPr>
          <p:cNvPr id="24" name="Freeform 24"/>
          <p:cNvSpPr/>
          <p:nvPr/>
        </p:nvSpPr>
        <p:spPr>
          <a:xfrm>
            <a:off x="10220685" y="2268982"/>
            <a:ext cx="256141" cy="258448"/>
          </a:xfrm>
          <a:custGeom>
            <a:avLst/>
            <a:gdLst/>
            <a:ahLst/>
            <a:cxnLst/>
            <a:rect l="l" t="t" r="r" b="b"/>
            <a:pathLst>
              <a:path w="69" h="69">
                <a:moveTo>
                  <a:pt x="68" y="33"/>
                </a:moveTo>
                <a:cubicBezTo>
                  <a:pt x="69" y="52"/>
                  <a:pt x="54" y="67"/>
                  <a:pt x="36" y="68"/>
                </a:cubicBezTo>
                <a:cubicBezTo>
                  <a:pt x="17" y="69"/>
                  <a:pt x="1" y="55"/>
                  <a:pt x="0" y="36"/>
                </a:cubicBezTo>
                <a:cubicBezTo>
                  <a:pt x="0" y="18"/>
                  <a:pt x="14" y="2"/>
                  <a:pt x="32" y="1"/>
                </a:cubicBezTo>
                <a:cubicBezTo>
                  <a:pt x="51" y="0"/>
                  <a:pt x="67" y="14"/>
                  <a:pt x="68" y="33"/>
                </a:cubicBezTo>
                <a:close/>
              </a:path>
            </a:pathLst>
          </a:custGeom>
          <a:solidFill>
            <a:schemeClr val="accent4">
              <a:lumMod val="20000"/>
              <a:lumOff val="80000"/>
            </a:schemeClr>
          </a:solidFill>
          <a:ln cap="flat">
            <a:prstDash val="solid"/>
          </a:ln>
        </p:spPr>
        <p:txBody>
          <a:bodyPr vert="horz" wrap="square" lIns="91440" tIns="45720" rIns="91440" bIns="45720" anchor="ctr">
            <a:normAutofit fontScale="70000" lnSpcReduction="20000"/>
          </a:bodyPr>
          <a:lstStyle/>
          <a:p>
            <a:pPr marL="0" algn="ctr"/>
            <a:endParaRPr/>
          </a:p>
        </p:txBody>
      </p:sp>
      <p:sp>
        <p:nvSpPr>
          <p:cNvPr id="25" name="Freeform 25"/>
          <p:cNvSpPr/>
          <p:nvPr/>
        </p:nvSpPr>
        <p:spPr>
          <a:xfrm>
            <a:off x="7940803" y="1975919"/>
            <a:ext cx="235373" cy="237681"/>
          </a:xfrm>
          <a:custGeom>
            <a:avLst/>
            <a:gdLst/>
            <a:ahLst/>
            <a:cxnLst/>
            <a:rect l="l" t="t" r="r" b="b"/>
            <a:pathLst>
              <a:path w="63" h="64">
                <a:moveTo>
                  <a:pt x="62" y="30"/>
                </a:moveTo>
                <a:cubicBezTo>
                  <a:pt x="63" y="47"/>
                  <a:pt x="50" y="62"/>
                  <a:pt x="33" y="63"/>
                </a:cubicBezTo>
                <a:cubicBezTo>
                  <a:pt x="16" y="64"/>
                  <a:pt x="1" y="51"/>
                  <a:pt x="1" y="34"/>
                </a:cubicBezTo>
                <a:cubicBezTo>
                  <a:pt x="0" y="16"/>
                  <a:pt x="13" y="2"/>
                  <a:pt x="30" y="1"/>
                </a:cubicBezTo>
                <a:cubicBezTo>
                  <a:pt x="47" y="0"/>
                  <a:pt x="62" y="13"/>
                  <a:pt x="62" y="30"/>
                </a:cubicBezTo>
                <a:close/>
              </a:path>
            </a:pathLst>
          </a:custGeom>
          <a:solidFill>
            <a:srgbClr val="FFC529"/>
          </a:solidFill>
          <a:ln cap="flat">
            <a:prstDash val="solid"/>
          </a:ln>
        </p:spPr>
        <p:txBody>
          <a:bodyPr vert="horz" wrap="square" lIns="91440" tIns="45720" rIns="91440" bIns="45720" anchor="ctr">
            <a:normAutofit fontScale="62500" lnSpcReduction="20000"/>
          </a:bodyPr>
          <a:lstStyle/>
          <a:p>
            <a:pPr marL="0" algn="ctr"/>
            <a:endParaRPr/>
          </a:p>
        </p:txBody>
      </p:sp>
      <p:sp>
        <p:nvSpPr>
          <p:cNvPr id="26" name="Freeform 26"/>
          <p:cNvSpPr/>
          <p:nvPr/>
        </p:nvSpPr>
        <p:spPr>
          <a:xfrm>
            <a:off x="9819167" y="1445178"/>
            <a:ext cx="237681" cy="239987"/>
          </a:xfrm>
          <a:custGeom>
            <a:avLst/>
            <a:gdLst/>
            <a:ahLst/>
            <a:cxnLst/>
            <a:rect l="l" t="t" r="r" b="b"/>
            <a:pathLst>
              <a:path w="64" h="64">
                <a:moveTo>
                  <a:pt x="63" y="31"/>
                </a:moveTo>
                <a:cubicBezTo>
                  <a:pt x="64" y="48"/>
                  <a:pt x="50" y="62"/>
                  <a:pt x="33" y="63"/>
                </a:cubicBezTo>
                <a:cubicBezTo>
                  <a:pt x="16" y="64"/>
                  <a:pt x="2" y="51"/>
                  <a:pt x="1" y="34"/>
                </a:cubicBezTo>
                <a:cubicBezTo>
                  <a:pt x="0" y="17"/>
                  <a:pt x="13" y="2"/>
                  <a:pt x="30" y="1"/>
                </a:cubicBezTo>
                <a:cubicBezTo>
                  <a:pt x="47" y="0"/>
                  <a:pt x="62" y="13"/>
                  <a:pt x="63" y="31"/>
                </a:cubicBezTo>
                <a:close/>
              </a:path>
            </a:pathLst>
          </a:custGeom>
          <a:solidFill>
            <a:srgbClr val="FFC529"/>
          </a:solidFill>
          <a:ln cap="flat">
            <a:prstDash val="solid"/>
          </a:ln>
        </p:spPr>
        <p:txBody>
          <a:bodyPr vert="horz" wrap="square" lIns="91440" tIns="45720" rIns="91440" bIns="45720" anchor="ctr">
            <a:normAutofit fontScale="62500" lnSpcReduction="20000"/>
          </a:bodyPr>
          <a:lstStyle/>
          <a:p>
            <a:pPr marL="0" algn="ctr"/>
            <a:endParaRPr/>
          </a:p>
        </p:txBody>
      </p:sp>
      <p:sp>
        <p:nvSpPr>
          <p:cNvPr id="27" name="Freeform 27"/>
          <p:cNvSpPr/>
          <p:nvPr/>
        </p:nvSpPr>
        <p:spPr>
          <a:xfrm>
            <a:off x="10123767" y="2439742"/>
            <a:ext cx="55382" cy="57690"/>
          </a:xfrm>
          <a:custGeom>
            <a:avLst/>
            <a:gdLst/>
            <a:ahLst/>
            <a:cxnLst/>
            <a:rect l="l" t="t" r="r" b="b"/>
            <a:pathLst>
              <a:path w="15" h="15">
                <a:moveTo>
                  <a:pt x="15" y="7"/>
                </a:moveTo>
                <a:cubicBezTo>
                  <a:pt x="15" y="11"/>
                  <a:pt x="12" y="15"/>
                  <a:pt x="8" y="15"/>
                </a:cubicBezTo>
                <a:cubicBezTo>
                  <a:pt x="4" y="15"/>
                  <a:pt x="0" y="12"/>
                  <a:pt x="0" y="8"/>
                </a:cubicBezTo>
                <a:cubicBezTo>
                  <a:pt x="0" y="4"/>
                  <a:pt x="3" y="1"/>
                  <a:pt x="7" y="0"/>
                </a:cubicBezTo>
                <a:cubicBezTo>
                  <a:pt x="11" y="0"/>
                  <a:pt x="14" y="3"/>
                  <a:pt x="15" y="7"/>
                </a:cubicBezTo>
                <a:close/>
              </a:path>
            </a:pathLst>
          </a:custGeom>
          <a:solidFill>
            <a:schemeClr val="accent1"/>
          </a:solidFill>
          <a:ln cap="flat">
            <a:prstDash val="solid"/>
          </a:ln>
        </p:spPr>
        <p:txBody>
          <a:bodyPr vert="horz" wrap="square" lIns="91440" tIns="45720" rIns="91440" bIns="45720" anchor="ctr">
            <a:normAutofit fontScale="25000" lnSpcReduction="20000"/>
          </a:bodyPr>
          <a:lstStyle/>
          <a:p>
            <a:pPr marL="0" algn="ctr"/>
            <a:endParaRPr/>
          </a:p>
        </p:txBody>
      </p:sp>
      <p:sp>
        <p:nvSpPr>
          <p:cNvPr id="28" name="Freeform 28"/>
          <p:cNvSpPr/>
          <p:nvPr/>
        </p:nvSpPr>
        <p:spPr>
          <a:xfrm>
            <a:off x="10610665" y="3171242"/>
            <a:ext cx="55382" cy="55382"/>
          </a:xfrm>
          <a:custGeom>
            <a:avLst/>
            <a:gdLst/>
            <a:ahLst/>
            <a:cxnLst/>
            <a:rect l="l" t="t" r="r" b="b"/>
            <a:pathLst>
              <a:path w="15" h="15">
                <a:moveTo>
                  <a:pt x="14" y="7"/>
                </a:moveTo>
                <a:cubicBezTo>
                  <a:pt x="15" y="11"/>
                  <a:pt x="12" y="14"/>
                  <a:pt x="8" y="14"/>
                </a:cubicBezTo>
                <a:cubicBezTo>
                  <a:pt x="3" y="15"/>
                  <a:pt x="0" y="11"/>
                  <a:pt x="0" y="7"/>
                </a:cubicBezTo>
                <a:cubicBezTo>
                  <a:pt x="0" y="3"/>
                  <a:pt x="3" y="0"/>
                  <a:pt x="7" y="0"/>
                </a:cubicBezTo>
                <a:cubicBezTo>
                  <a:pt x="11" y="0"/>
                  <a:pt x="14" y="3"/>
                  <a:pt x="14" y="7"/>
                </a:cubicBezTo>
                <a:close/>
              </a:path>
            </a:pathLst>
          </a:custGeom>
          <a:solidFill>
            <a:schemeClr val="accent1"/>
          </a:solidFill>
          <a:ln cap="flat">
            <a:prstDash val="solid"/>
          </a:ln>
        </p:spPr>
        <p:txBody>
          <a:bodyPr vert="horz" wrap="square" lIns="91440" tIns="45720" rIns="91440" bIns="45720" anchor="ctr">
            <a:normAutofit fontScale="25000" lnSpcReduction="20000"/>
          </a:bodyPr>
          <a:lstStyle/>
          <a:p>
            <a:pPr marL="0" algn="ctr"/>
            <a:endParaRPr/>
          </a:p>
        </p:txBody>
      </p:sp>
      <p:sp>
        <p:nvSpPr>
          <p:cNvPr id="29" name="Freeform 29"/>
          <p:cNvSpPr/>
          <p:nvPr/>
        </p:nvSpPr>
        <p:spPr>
          <a:xfrm>
            <a:off x="8817681" y="2195140"/>
            <a:ext cx="55382" cy="55382"/>
          </a:xfrm>
          <a:custGeom>
            <a:avLst/>
            <a:gdLst/>
            <a:ahLst/>
            <a:cxnLst/>
            <a:rect l="l" t="t" r="r" b="b"/>
            <a:pathLst>
              <a:path w="15" h="15">
                <a:moveTo>
                  <a:pt x="15" y="7"/>
                </a:moveTo>
                <a:cubicBezTo>
                  <a:pt x="15" y="11"/>
                  <a:pt x="12" y="15"/>
                  <a:pt x="8" y="15"/>
                </a:cubicBezTo>
                <a:cubicBezTo>
                  <a:pt x="4" y="15"/>
                  <a:pt x="0" y="12"/>
                  <a:pt x="0" y="8"/>
                </a:cubicBezTo>
                <a:cubicBezTo>
                  <a:pt x="0" y="4"/>
                  <a:pt x="3" y="1"/>
                  <a:pt x="7" y="1"/>
                </a:cubicBezTo>
                <a:cubicBezTo>
                  <a:pt x="11" y="0"/>
                  <a:pt x="15" y="3"/>
                  <a:pt x="15" y="7"/>
                </a:cubicBezTo>
                <a:close/>
              </a:path>
            </a:pathLst>
          </a:custGeom>
          <a:solidFill>
            <a:schemeClr val="accent1"/>
          </a:solidFill>
          <a:ln cap="flat">
            <a:prstDash val="solid"/>
          </a:ln>
        </p:spPr>
        <p:txBody>
          <a:bodyPr vert="horz" wrap="square" lIns="91440" tIns="45720" rIns="91440" bIns="45720" anchor="ctr">
            <a:normAutofit fontScale="25000" lnSpcReduction="20000"/>
          </a:bodyPr>
          <a:lstStyle/>
          <a:p>
            <a:pPr marL="0" algn="ctr"/>
            <a:endParaRPr/>
          </a:p>
        </p:txBody>
      </p:sp>
      <p:sp>
        <p:nvSpPr>
          <p:cNvPr id="30" name="Freeform 30"/>
          <p:cNvSpPr/>
          <p:nvPr/>
        </p:nvSpPr>
        <p:spPr>
          <a:xfrm>
            <a:off x="8480775" y="1389796"/>
            <a:ext cx="57690" cy="55382"/>
          </a:xfrm>
          <a:custGeom>
            <a:avLst/>
            <a:gdLst/>
            <a:ahLst/>
            <a:cxnLst/>
            <a:rect l="l" t="t" r="r" b="b"/>
            <a:pathLst>
              <a:path w="15" h="15">
                <a:moveTo>
                  <a:pt x="15" y="7"/>
                </a:moveTo>
                <a:cubicBezTo>
                  <a:pt x="15" y="11"/>
                  <a:pt x="12" y="14"/>
                  <a:pt x="8" y="14"/>
                </a:cubicBezTo>
                <a:cubicBezTo>
                  <a:pt x="4" y="15"/>
                  <a:pt x="1" y="12"/>
                  <a:pt x="1" y="8"/>
                </a:cubicBezTo>
                <a:cubicBezTo>
                  <a:pt x="0" y="3"/>
                  <a:pt x="4" y="0"/>
                  <a:pt x="8" y="0"/>
                </a:cubicBezTo>
                <a:cubicBezTo>
                  <a:pt x="12" y="0"/>
                  <a:pt x="15" y="3"/>
                  <a:pt x="15" y="7"/>
                </a:cubicBezTo>
                <a:close/>
              </a:path>
            </a:pathLst>
          </a:custGeom>
          <a:solidFill>
            <a:schemeClr val="accent1"/>
          </a:solidFill>
          <a:ln cap="flat">
            <a:prstDash val="solid"/>
          </a:ln>
        </p:spPr>
        <p:txBody>
          <a:bodyPr vert="horz" wrap="square" lIns="91440" tIns="45720" rIns="91440" bIns="45720" anchor="ctr">
            <a:normAutofit fontScale="25000" lnSpcReduction="20000"/>
          </a:bodyPr>
          <a:lstStyle/>
          <a:p>
            <a:pPr marL="0" algn="ctr"/>
            <a:endParaRPr/>
          </a:p>
        </p:txBody>
      </p:sp>
      <p:sp>
        <p:nvSpPr>
          <p:cNvPr id="31" name="Freeform 31"/>
          <p:cNvSpPr/>
          <p:nvPr/>
        </p:nvSpPr>
        <p:spPr>
          <a:xfrm>
            <a:off x="8277708" y="3178166"/>
            <a:ext cx="55382" cy="55382"/>
          </a:xfrm>
          <a:custGeom>
            <a:avLst/>
            <a:gdLst/>
            <a:ahLst/>
            <a:cxnLst/>
            <a:rect l="l" t="t" r="r" b="b"/>
            <a:pathLst>
              <a:path w="15" h="15">
                <a:moveTo>
                  <a:pt x="15" y="7"/>
                </a:moveTo>
                <a:cubicBezTo>
                  <a:pt x="15" y="11"/>
                  <a:pt x="12" y="14"/>
                  <a:pt x="8" y="15"/>
                </a:cubicBezTo>
                <a:cubicBezTo>
                  <a:pt x="4" y="15"/>
                  <a:pt x="0" y="12"/>
                  <a:pt x="0" y="8"/>
                </a:cubicBezTo>
                <a:cubicBezTo>
                  <a:pt x="0" y="4"/>
                  <a:pt x="3" y="0"/>
                  <a:pt x="7" y="0"/>
                </a:cubicBezTo>
                <a:cubicBezTo>
                  <a:pt x="11" y="0"/>
                  <a:pt x="15" y="3"/>
                  <a:pt x="15" y="7"/>
                </a:cubicBezTo>
                <a:close/>
              </a:path>
            </a:pathLst>
          </a:custGeom>
          <a:solidFill>
            <a:schemeClr val="accent1"/>
          </a:solidFill>
          <a:ln cap="flat">
            <a:prstDash val="solid"/>
          </a:ln>
        </p:spPr>
        <p:txBody>
          <a:bodyPr vert="horz" wrap="square" lIns="91440" tIns="45720" rIns="91440" bIns="45720" anchor="ctr">
            <a:normAutofit fontScale="25000" lnSpcReduction="20000"/>
          </a:bodyPr>
          <a:lstStyle/>
          <a:p>
            <a:pPr marL="0" algn="ctr"/>
            <a:endParaRPr/>
          </a:p>
        </p:txBody>
      </p:sp>
      <p:sp>
        <p:nvSpPr>
          <p:cNvPr id="32" name="Freeform 32"/>
          <p:cNvSpPr/>
          <p:nvPr/>
        </p:nvSpPr>
        <p:spPr>
          <a:xfrm>
            <a:off x="8370012" y="2354362"/>
            <a:ext cx="341521" cy="346136"/>
          </a:xfrm>
          <a:custGeom>
            <a:avLst/>
            <a:gdLst/>
            <a:ahLst/>
            <a:cxnLst/>
            <a:rect l="l" t="t" r="r" b="b"/>
            <a:pathLst>
              <a:path w="92" h="93">
                <a:moveTo>
                  <a:pt x="91" y="44"/>
                </a:moveTo>
                <a:cubicBezTo>
                  <a:pt x="92" y="69"/>
                  <a:pt x="73" y="90"/>
                  <a:pt x="48" y="91"/>
                </a:cubicBezTo>
                <a:cubicBezTo>
                  <a:pt x="23" y="93"/>
                  <a:pt x="2" y="73"/>
                  <a:pt x="1" y="49"/>
                </a:cubicBezTo>
                <a:cubicBezTo>
                  <a:pt x="0" y="24"/>
                  <a:pt x="19" y="3"/>
                  <a:pt x="44" y="1"/>
                </a:cubicBezTo>
                <a:cubicBezTo>
                  <a:pt x="69" y="0"/>
                  <a:pt x="90" y="19"/>
                  <a:pt x="91" y="44"/>
                </a:cubicBezTo>
                <a:close/>
              </a:path>
            </a:pathLst>
          </a:custGeom>
          <a:solidFill>
            <a:schemeClr val="accent1"/>
          </a:solidFill>
          <a:ln cap="flat">
            <a:prstDash val="solid"/>
          </a:ln>
        </p:spPr>
        <p:txBody>
          <a:bodyPr vert="horz" wrap="square" lIns="91440" tIns="45720" rIns="91440" bIns="45720" anchor="ctr">
            <a:normAutofit lnSpcReduction="10000"/>
          </a:bodyPr>
          <a:lstStyle/>
          <a:p>
            <a:pPr marL="0" algn="ctr"/>
            <a:endParaRPr/>
          </a:p>
        </p:txBody>
      </p:sp>
      <p:sp>
        <p:nvSpPr>
          <p:cNvPr id="33" name="Freeform 33"/>
          <p:cNvSpPr/>
          <p:nvPr/>
        </p:nvSpPr>
        <p:spPr>
          <a:xfrm>
            <a:off x="10301450" y="2772033"/>
            <a:ext cx="346136" cy="346136"/>
          </a:xfrm>
          <a:custGeom>
            <a:avLst/>
            <a:gdLst/>
            <a:ahLst/>
            <a:cxnLst/>
            <a:rect l="l" t="t" r="r" b="b"/>
            <a:pathLst>
              <a:path w="93" h="93">
                <a:moveTo>
                  <a:pt x="92" y="44"/>
                </a:moveTo>
                <a:cubicBezTo>
                  <a:pt x="93" y="69"/>
                  <a:pt x="74" y="90"/>
                  <a:pt x="49" y="91"/>
                </a:cubicBezTo>
                <a:cubicBezTo>
                  <a:pt x="24" y="93"/>
                  <a:pt x="3" y="74"/>
                  <a:pt x="2" y="49"/>
                </a:cubicBezTo>
                <a:cubicBezTo>
                  <a:pt x="0" y="24"/>
                  <a:pt x="19" y="3"/>
                  <a:pt x="44" y="1"/>
                </a:cubicBezTo>
                <a:cubicBezTo>
                  <a:pt x="69" y="0"/>
                  <a:pt x="90" y="19"/>
                  <a:pt x="92" y="44"/>
                </a:cubicBezTo>
                <a:close/>
              </a:path>
            </a:pathLst>
          </a:custGeom>
          <a:solidFill>
            <a:schemeClr val="accent2">
              <a:lumMod val="20000"/>
              <a:lumOff val="80000"/>
            </a:schemeClr>
          </a:solidFill>
          <a:ln cap="flat">
            <a:prstDash val="solid"/>
          </a:ln>
        </p:spPr>
        <p:txBody>
          <a:bodyPr vert="horz" wrap="square" lIns="91440" tIns="45720" rIns="91440" bIns="45720" anchor="ctr">
            <a:normAutofit lnSpcReduction="10000"/>
          </a:bodyPr>
          <a:lstStyle/>
          <a:p>
            <a:pPr marL="0" algn="ctr"/>
            <a:endParaRPr/>
          </a:p>
        </p:txBody>
      </p:sp>
      <p:sp>
        <p:nvSpPr>
          <p:cNvPr id="34" name="AutoShape 34"/>
          <p:cNvSpPr/>
          <p:nvPr/>
        </p:nvSpPr>
        <p:spPr>
          <a:xfrm>
            <a:off x="8586923" y="1223651"/>
            <a:ext cx="978411" cy="978410"/>
          </a:xfrm>
          <a:prstGeom prst="ellipse">
            <a:avLst/>
          </a:prstGeom>
          <a:solidFill>
            <a:srgbClr val="EFD0E2"/>
          </a:solidFill>
          <a:ln cap="flat">
            <a:prstDash val="solid"/>
          </a:ln>
        </p:spPr>
        <p:txBody>
          <a:bodyPr vert="horz" wrap="square" lIns="91440" tIns="45720" rIns="91440" bIns="45720" anchor="ctr">
            <a:normAutofit/>
          </a:bodyPr>
          <a:lstStyle/>
          <a:p>
            <a:pPr marL="0" algn="ctr"/>
            <a:endParaRPr/>
          </a:p>
        </p:txBody>
      </p:sp>
      <p:cxnSp>
        <p:nvCxnSpPr>
          <p:cNvPr id="35" name="Connector 35"/>
          <p:cNvCxnSpPr/>
          <p:nvPr/>
        </p:nvCxnSpPr>
        <p:spPr>
          <a:xfrm>
            <a:off x="8400854" y="3773427"/>
            <a:ext cx="1142924" cy="414214"/>
          </a:xfrm>
          <a:prstGeom prst="line">
            <a:avLst/>
          </a:prstGeom>
          <a:ln w="57150" cap="flat" cmpd="sng">
            <a:solidFill>
              <a:schemeClr val="accent1"/>
            </a:solidFill>
            <a:prstDash val="solid"/>
          </a:ln>
        </p:spPr>
      </p:cxnSp>
      <p:cxnSp>
        <p:nvCxnSpPr>
          <p:cNvPr id="36" name="Connector 36"/>
          <p:cNvCxnSpPr/>
          <p:nvPr/>
        </p:nvCxnSpPr>
        <p:spPr>
          <a:xfrm flipV="1">
            <a:off x="9559119" y="3903828"/>
            <a:ext cx="1020194" cy="276143"/>
          </a:xfrm>
          <a:prstGeom prst="line">
            <a:avLst/>
          </a:prstGeom>
          <a:ln w="57150" cap="flat" cmpd="sng">
            <a:solidFill>
              <a:schemeClr val="accent1"/>
            </a:solidFill>
            <a:prstDash val="solid"/>
          </a:ln>
        </p:spPr>
      </p:cxnSp>
      <p:sp>
        <p:nvSpPr>
          <p:cNvPr id="37" name="Freeform 37"/>
          <p:cNvSpPr/>
          <p:nvPr/>
        </p:nvSpPr>
        <p:spPr>
          <a:xfrm>
            <a:off x="8720997" y="3283162"/>
            <a:ext cx="1169940" cy="1169941"/>
          </a:xfrm>
          <a:custGeom>
            <a:avLst/>
            <a:gdLst/>
            <a:ahLst/>
            <a:cxnLst/>
            <a:rect l="l" t="t" r="r" b="b"/>
            <a:pathLst>
              <a:path w="314" h="314">
                <a:moveTo>
                  <a:pt x="310" y="150"/>
                </a:moveTo>
                <a:cubicBezTo>
                  <a:pt x="314" y="234"/>
                  <a:pt x="249" y="306"/>
                  <a:pt x="165" y="310"/>
                </a:cubicBezTo>
                <a:cubicBezTo>
                  <a:pt x="80" y="314"/>
                  <a:pt x="9" y="249"/>
                  <a:pt x="4" y="165"/>
                </a:cubicBezTo>
                <a:cubicBezTo>
                  <a:pt x="0" y="80"/>
                  <a:pt x="65" y="9"/>
                  <a:pt x="149" y="4"/>
                </a:cubicBezTo>
                <a:cubicBezTo>
                  <a:pt x="234" y="0"/>
                  <a:pt x="306" y="65"/>
                  <a:pt x="310" y="150"/>
                </a:cubicBezTo>
                <a:close/>
              </a:path>
            </a:pathLst>
          </a:custGeom>
          <a:solidFill>
            <a:schemeClr val="accent1">
              <a:alpha val="10000"/>
            </a:schemeClr>
          </a:solidFill>
          <a:ln cap="flat">
            <a:prstDash val="solid"/>
          </a:ln>
        </p:spPr>
        <p:txBody>
          <a:bodyPr vert="horz" lIns="91440" tIns="45720" rIns="91440" bIns="45720" anchor="ctr">
            <a:normAutofit/>
          </a:bodyPr>
          <a:lstStyle/>
          <a:p>
            <a:pPr marL="0" algn="ctr"/>
            <a:endParaRPr/>
          </a:p>
        </p:txBody>
      </p:sp>
      <p:sp>
        <p:nvSpPr>
          <p:cNvPr id="38" name="Freeform 38"/>
          <p:cNvSpPr/>
          <p:nvPr/>
        </p:nvSpPr>
        <p:spPr>
          <a:xfrm>
            <a:off x="8370011" y="2421283"/>
            <a:ext cx="953029" cy="948413"/>
          </a:xfrm>
          <a:custGeom>
            <a:avLst/>
            <a:gdLst/>
            <a:ahLst/>
            <a:cxnLst/>
            <a:rect l="l" t="t" r="r" b="b"/>
            <a:pathLst>
              <a:path w="256" h="255">
                <a:moveTo>
                  <a:pt x="252" y="121"/>
                </a:moveTo>
                <a:cubicBezTo>
                  <a:pt x="256" y="190"/>
                  <a:pt x="203" y="248"/>
                  <a:pt x="134" y="252"/>
                </a:cubicBezTo>
                <a:cubicBezTo>
                  <a:pt x="65" y="255"/>
                  <a:pt x="7" y="202"/>
                  <a:pt x="4" y="133"/>
                </a:cubicBezTo>
                <a:cubicBezTo>
                  <a:pt x="0" y="65"/>
                  <a:pt x="53" y="6"/>
                  <a:pt x="122" y="3"/>
                </a:cubicBezTo>
                <a:cubicBezTo>
                  <a:pt x="190" y="0"/>
                  <a:pt x="249" y="52"/>
                  <a:pt x="252" y="121"/>
                </a:cubicBezTo>
                <a:close/>
              </a:path>
            </a:pathLst>
          </a:custGeom>
          <a:solidFill>
            <a:srgbClr val="FFC529"/>
          </a:solidFill>
          <a:ln cap="flat">
            <a:prstDash val="solid"/>
          </a:ln>
        </p:spPr>
        <p:txBody>
          <a:bodyPr vert="horz" lIns="91440" tIns="45720" rIns="91440" bIns="45720" anchor="ctr">
            <a:normAutofit/>
          </a:bodyPr>
          <a:lstStyle/>
          <a:p>
            <a:pPr marL="0" algn="ctr"/>
            <a:endParaRPr/>
          </a:p>
        </p:txBody>
      </p:sp>
      <p:sp>
        <p:nvSpPr>
          <p:cNvPr id="39" name="Freeform 39"/>
          <p:cNvSpPr/>
          <p:nvPr/>
        </p:nvSpPr>
        <p:spPr>
          <a:xfrm>
            <a:off x="8250017" y="1851311"/>
            <a:ext cx="1169940" cy="1169941"/>
          </a:xfrm>
          <a:custGeom>
            <a:avLst/>
            <a:gdLst/>
            <a:ahLst/>
            <a:cxnLst/>
            <a:rect l="l" t="t" r="r" b="b"/>
            <a:pathLst>
              <a:path w="314" h="314">
                <a:moveTo>
                  <a:pt x="310" y="150"/>
                </a:moveTo>
                <a:cubicBezTo>
                  <a:pt x="314" y="234"/>
                  <a:pt x="249" y="306"/>
                  <a:pt x="164" y="310"/>
                </a:cubicBezTo>
                <a:cubicBezTo>
                  <a:pt x="80" y="314"/>
                  <a:pt x="8" y="249"/>
                  <a:pt x="4" y="165"/>
                </a:cubicBezTo>
                <a:cubicBezTo>
                  <a:pt x="0" y="80"/>
                  <a:pt x="65" y="9"/>
                  <a:pt x="149" y="4"/>
                </a:cubicBezTo>
                <a:cubicBezTo>
                  <a:pt x="234" y="0"/>
                  <a:pt x="305" y="65"/>
                  <a:pt x="310" y="150"/>
                </a:cubicBezTo>
                <a:close/>
              </a:path>
            </a:pathLst>
          </a:custGeom>
          <a:solidFill>
            <a:srgbClr val="FFC529"/>
          </a:solidFill>
          <a:ln cap="flat">
            <a:prstDash val="solid"/>
          </a:ln>
        </p:spPr>
        <p:txBody>
          <a:bodyPr vert="horz" lIns="91440" tIns="45720" rIns="91440" bIns="45720" anchor="ctr">
            <a:normAutofit/>
          </a:bodyPr>
          <a:lstStyle/>
          <a:p>
            <a:pPr marL="0" algn="ctr"/>
            <a:endParaRPr/>
          </a:p>
        </p:txBody>
      </p:sp>
      <p:sp>
        <p:nvSpPr>
          <p:cNvPr id="40" name="Freeform 40"/>
          <p:cNvSpPr/>
          <p:nvPr/>
        </p:nvSpPr>
        <p:spPr>
          <a:xfrm>
            <a:off x="9687635" y="2633579"/>
            <a:ext cx="856111" cy="856111"/>
          </a:xfrm>
          <a:custGeom>
            <a:avLst/>
            <a:gdLst/>
            <a:ahLst/>
            <a:cxnLst/>
            <a:rect l="l" t="t" r="r" b="b"/>
            <a:pathLst>
              <a:path w="230" h="230">
                <a:moveTo>
                  <a:pt x="227" y="109"/>
                </a:moveTo>
                <a:cubicBezTo>
                  <a:pt x="230" y="171"/>
                  <a:pt x="182" y="224"/>
                  <a:pt x="121" y="227"/>
                </a:cubicBezTo>
                <a:cubicBezTo>
                  <a:pt x="59" y="230"/>
                  <a:pt x="6" y="182"/>
                  <a:pt x="3" y="120"/>
                </a:cubicBezTo>
                <a:cubicBezTo>
                  <a:pt x="0" y="59"/>
                  <a:pt x="48" y="6"/>
                  <a:pt x="109" y="3"/>
                </a:cubicBezTo>
                <a:cubicBezTo>
                  <a:pt x="171" y="0"/>
                  <a:pt x="224" y="48"/>
                  <a:pt x="227" y="109"/>
                </a:cubicBezTo>
                <a:close/>
              </a:path>
            </a:pathLst>
          </a:custGeom>
          <a:solidFill>
            <a:schemeClr val="accent1">
              <a:alpha val="10000"/>
            </a:schemeClr>
          </a:solidFill>
          <a:ln cap="flat">
            <a:prstDash val="solid"/>
          </a:ln>
        </p:spPr>
        <p:txBody>
          <a:bodyPr vert="horz" lIns="91440" tIns="45720" rIns="91440" bIns="45720" anchor="ctr">
            <a:normAutofit/>
          </a:bodyPr>
          <a:lstStyle/>
          <a:p>
            <a:pPr marL="0" algn="ctr"/>
            <a:endParaRPr/>
          </a:p>
        </p:txBody>
      </p:sp>
      <p:sp>
        <p:nvSpPr>
          <p:cNvPr id="41" name="Freeform 41"/>
          <p:cNvSpPr/>
          <p:nvPr/>
        </p:nvSpPr>
        <p:spPr>
          <a:xfrm>
            <a:off x="8944598" y="2174371"/>
            <a:ext cx="1220707" cy="1220707"/>
          </a:xfrm>
          <a:custGeom>
            <a:avLst/>
            <a:gdLst/>
            <a:ahLst/>
            <a:cxnLst/>
            <a:rect l="l" t="t" r="r" b="b"/>
            <a:pathLst>
              <a:path w="328" h="328">
                <a:moveTo>
                  <a:pt x="323" y="156"/>
                </a:moveTo>
                <a:cubicBezTo>
                  <a:pt x="328" y="244"/>
                  <a:pt x="260" y="319"/>
                  <a:pt x="172" y="323"/>
                </a:cubicBezTo>
                <a:cubicBezTo>
                  <a:pt x="84" y="328"/>
                  <a:pt x="9" y="260"/>
                  <a:pt x="4" y="172"/>
                </a:cubicBezTo>
                <a:cubicBezTo>
                  <a:pt x="0" y="84"/>
                  <a:pt x="68" y="9"/>
                  <a:pt x="156" y="4"/>
                </a:cubicBezTo>
                <a:cubicBezTo>
                  <a:pt x="244" y="0"/>
                  <a:pt x="319" y="68"/>
                  <a:pt x="323" y="156"/>
                </a:cubicBezTo>
                <a:close/>
              </a:path>
            </a:pathLst>
          </a:custGeom>
          <a:solidFill>
            <a:schemeClr val="accent2">
              <a:lumMod val="90000"/>
            </a:schemeClr>
          </a:solidFill>
        </p:spPr>
        <p:txBody>
          <a:bodyPr vert="horz" lIns="91440" tIns="45720" rIns="91440" bIns="45720" anchor="ctr">
            <a:normAutofit/>
          </a:bodyPr>
          <a:lstStyle/>
          <a:p>
            <a:pPr marL="0" algn="ctr"/>
            <a:endParaRPr/>
          </a:p>
        </p:txBody>
      </p:sp>
      <p:sp>
        <p:nvSpPr>
          <p:cNvPr id="42" name="Freeform 42"/>
          <p:cNvSpPr/>
          <p:nvPr/>
        </p:nvSpPr>
        <p:spPr>
          <a:xfrm>
            <a:off x="10202224" y="3547377"/>
            <a:ext cx="722271" cy="717656"/>
          </a:xfrm>
          <a:custGeom>
            <a:avLst/>
            <a:gdLst/>
            <a:ahLst/>
            <a:cxnLst/>
            <a:rect l="l" t="t" r="r" b="b"/>
            <a:pathLst>
              <a:path w="194" h="193">
                <a:moveTo>
                  <a:pt x="192" y="93"/>
                </a:moveTo>
                <a:cubicBezTo>
                  <a:pt x="194" y="145"/>
                  <a:pt x="153" y="190"/>
                  <a:pt x="101" y="192"/>
                </a:cubicBezTo>
                <a:cubicBezTo>
                  <a:pt x="84" y="193"/>
                  <a:pt x="69" y="190"/>
                  <a:pt x="55" y="183"/>
                </a:cubicBezTo>
                <a:cubicBezTo>
                  <a:pt x="50" y="181"/>
                  <a:pt x="45" y="178"/>
                  <a:pt x="40" y="174"/>
                </a:cubicBezTo>
                <a:cubicBezTo>
                  <a:pt x="25" y="163"/>
                  <a:pt x="12" y="147"/>
                  <a:pt x="6" y="127"/>
                </a:cubicBezTo>
                <a:cubicBezTo>
                  <a:pt x="4" y="122"/>
                  <a:pt x="2" y="115"/>
                  <a:pt x="1" y="109"/>
                </a:cubicBezTo>
                <a:cubicBezTo>
                  <a:pt x="1" y="106"/>
                  <a:pt x="1" y="104"/>
                  <a:pt x="1" y="101"/>
                </a:cubicBezTo>
                <a:cubicBezTo>
                  <a:pt x="0" y="79"/>
                  <a:pt x="6" y="59"/>
                  <a:pt x="18" y="43"/>
                </a:cubicBezTo>
                <a:cubicBezTo>
                  <a:pt x="26" y="31"/>
                  <a:pt x="36" y="21"/>
                  <a:pt x="48" y="14"/>
                </a:cubicBezTo>
                <a:cubicBezTo>
                  <a:pt x="61" y="6"/>
                  <a:pt x="76" y="2"/>
                  <a:pt x="92" y="1"/>
                </a:cubicBezTo>
                <a:cubicBezTo>
                  <a:pt x="129" y="0"/>
                  <a:pt x="161" y="19"/>
                  <a:pt x="179" y="48"/>
                </a:cubicBezTo>
                <a:cubicBezTo>
                  <a:pt x="179" y="48"/>
                  <a:pt x="179" y="48"/>
                  <a:pt x="179" y="48"/>
                </a:cubicBezTo>
                <a:cubicBezTo>
                  <a:pt x="187" y="61"/>
                  <a:pt x="191" y="76"/>
                  <a:pt x="192" y="93"/>
                </a:cubicBezTo>
                <a:close/>
              </a:path>
            </a:pathLst>
          </a:custGeom>
          <a:solidFill>
            <a:srgbClr val="FFC529"/>
          </a:solidFill>
          <a:ln cap="flat">
            <a:prstDash val="solid"/>
          </a:ln>
        </p:spPr>
        <p:txBody>
          <a:bodyPr vert="horz" lIns="91440" tIns="45720" rIns="91440" bIns="45720" anchor="ctr">
            <a:normAutofit/>
          </a:bodyPr>
          <a:lstStyle/>
          <a:p>
            <a:pPr marL="0" algn="ctr"/>
            <a:endParaRPr/>
          </a:p>
        </p:txBody>
      </p:sp>
      <p:sp>
        <p:nvSpPr>
          <p:cNvPr id="43" name="Freeform 43"/>
          <p:cNvSpPr/>
          <p:nvPr/>
        </p:nvSpPr>
        <p:spPr>
          <a:xfrm>
            <a:off x="7986955" y="3328158"/>
            <a:ext cx="869955" cy="869956"/>
          </a:xfrm>
          <a:custGeom>
            <a:avLst/>
            <a:gdLst/>
            <a:ahLst/>
            <a:cxnLst/>
            <a:rect l="l" t="t" r="r" b="b"/>
            <a:pathLst>
              <a:path w="234" h="234">
                <a:moveTo>
                  <a:pt x="232" y="112"/>
                </a:moveTo>
                <a:cubicBezTo>
                  <a:pt x="234" y="175"/>
                  <a:pt x="185" y="229"/>
                  <a:pt x="122" y="232"/>
                </a:cubicBezTo>
                <a:cubicBezTo>
                  <a:pt x="59" y="234"/>
                  <a:pt x="6" y="185"/>
                  <a:pt x="3" y="122"/>
                </a:cubicBezTo>
                <a:cubicBezTo>
                  <a:pt x="0" y="59"/>
                  <a:pt x="49" y="6"/>
                  <a:pt x="112" y="3"/>
                </a:cubicBezTo>
                <a:cubicBezTo>
                  <a:pt x="176" y="0"/>
                  <a:pt x="229" y="49"/>
                  <a:pt x="232" y="112"/>
                </a:cubicBezTo>
                <a:close/>
              </a:path>
            </a:pathLst>
          </a:custGeom>
          <a:solidFill>
            <a:schemeClr val="accent2">
              <a:lumMod val="90000"/>
            </a:schemeClr>
          </a:solidFill>
          <a:ln cap="flat">
            <a:prstDash val="solid"/>
          </a:ln>
        </p:spPr>
        <p:txBody>
          <a:bodyPr vert="horz" wrap="none" lIns="0" tIns="0" rIns="0" bIns="0" anchor="ctr">
            <a:normAutofit/>
          </a:bodyPr>
          <a:lstStyle/>
          <a:p>
            <a:pPr marL="0" algn="ctr"/>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3371A-AA30-4E10-AA87-9AD0139DAD5D}"/>
              </a:ext>
            </a:extLst>
          </p:cNvPr>
          <p:cNvSpPr>
            <a:spLocks noGrp="1"/>
          </p:cNvSpPr>
          <p:nvPr>
            <p:ph type="title"/>
          </p:nvPr>
        </p:nvSpPr>
        <p:spPr/>
        <p:txBody>
          <a:bodyPr/>
          <a:lstStyle/>
          <a:p>
            <a:r>
              <a:rPr lang="en-US" b="1" dirty="0"/>
              <a:t>Truth Table Example:</a:t>
            </a:r>
            <a:br>
              <a:rPr lang="en-US" dirty="0"/>
            </a:br>
            <a:endParaRPr lang="en-US" dirty="0"/>
          </a:p>
        </p:txBody>
      </p:sp>
      <p:graphicFrame>
        <p:nvGraphicFramePr>
          <p:cNvPr id="7" name="Content Placeholder 6">
            <a:extLst>
              <a:ext uri="{FF2B5EF4-FFF2-40B4-BE49-F238E27FC236}">
                <a16:creationId xmlns:a16="http://schemas.microsoft.com/office/drawing/2014/main" id="{D79F08AF-5B78-51ED-3737-A6377CBA6B93}"/>
              </a:ext>
            </a:extLst>
          </p:cNvPr>
          <p:cNvGraphicFramePr>
            <a:graphicFrameLocks noGrp="1"/>
          </p:cNvGraphicFramePr>
          <p:nvPr>
            <p:ph idx="1"/>
            <p:extLst>
              <p:ext uri="{D42A27DB-BD31-4B8C-83A1-F6EECF244321}">
                <p14:modId xmlns:p14="http://schemas.microsoft.com/office/powerpoint/2010/main" val="1780885771"/>
              </p:ext>
            </p:extLst>
          </p:nvPr>
        </p:nvGraphicFramePr>
        <p:xfrm>
          <a:off x="685800" y="2193925"/>
          <a:ext cx="10820400" cy="1112520"/>
        </p:xfrm>
        <a:graphic>
          <a:graphicData uri="http://schemas.openxmlformats.org/drawingml/2006/table">
            <a:tbl>
              <a:tblPr firstRow="1" bandRow="1">
                <a:tableStyleId>{5C22544A-7EE6-4342-B048-85BDC9FD1C3A}</a:tableStyleId>
              </a:tblPr>
              <a:tblGrid>
                <a:gridCol w="5410200">
                  <a:extLst>
                    <a:ext uri="{9D8B030D-6E8A-4147-A177-3AD203B41FA5}">
                      <a16:colId xmlns:a16="http://schemas.microsoft.com/office/drawing/2014/main" val="3482043574"/>
                    </a:ext>
                  </a:extLst>
                </a:gridCol>
                <a:gridCol w="5410200">
                  <a:extLst>
                    <a:ext uri="{9D8B030D-6E8A-4147-A177-3AD203B41FA5}">
                      <a16:colId xmlns:a16="http://schemas.microsoft.com/office/drawing/2014/main" val="1633276775"/>
                    </a:ext>
                  </a:extLst>
                </a:gridCol>
              </a:tblGrid>
              <a:tr h="370840">
                <a:tc>
                  <a:txBody>
                    <a:bodyPr/>
                    <a:lstStyle/>
                    <a:p>
                      <a:r>
                        <a:rPr lang="en-US" dirty="0"/>
                        <a:t>Expression</a:t>
                      </a:r>
                    </a:p>
                  </a:txBody>
                  <a:tcPr anchor="ctr"/>
                </a:tc>
                <a:tc>
                  <a:txBody>
                    <a:bodyPr/>
                    <a:lstStyle/>
                    <a:p>
                      <a:r>
                        <a:rPr lang="en-US" dirty="0"/>
                        <a:t>NOT Expression (!)</a:t>
                      </a:r>
                    </a:p>
                  </a:txBody>
                  <a:tcPr anchor="ctr"/>
                </a:tc>
                <a:extLst>
                  <a:ext uri="{0D108BD9-81ED-4DB2-BD59-A6C34878D82A}">
                    <a16:rowId xmlns:a16="http://schemas.microsoft.com/office/drawing/2014/main" val="1058188000"/>
                  </a:ext>
                </a:extLst>
              </a:tr>
              <a:tr h="370840">
                <a:tc>
                  <a:txBody>
                    <a:bodyPr/>
                    <a:lstStyle/>
                    <a:p>
                      <a:r>
                        <a:rPr lang="en-US" dirty="0"/>
                        <a:t>true</a:t>
                      </a:r>
                    </a:p>
                  </a:txBody>
                  <a:tcPr/>
                </a:tc>
                <a:tc>
                  <a:txBody>
                    <a:bodyPr/>
                    <a:lstStyle/>
                    <a:p>
                      <a:r>
                        <a:rPr lang="en-US" dirty="0"/>
                        <a:t>false</a:t>
                      </a:r>
                    </a:p>
                  </a:txBody>
                  <a:tcPr/>
                </a:tc>
                <a:extLst>
                  <a:ext uri="{0D108BD9-81ED-4DB2-BD59-A6C34878D82A}">
                    <a16:rowId xmlns:a16="http://schemas.microsoft.com/office/drawing/2014/main" val="2386244495"/>
                  </a:ext>
                </a:extLst>
              </a:tr>
              <a:tr h="370840">
                <a:tc>
                  <a:txBody>
                    <a:bodyPr/>
                    <a:lstStyle/>
                    <a:p>
                      <a:r>
                        <a:rPr lang="en-US" dirty="0"/>
                        <a:t>false</a:t>
                      </a:r>
                    </a:p>
                  </a:txBody>
                  <a:tcPr/>
                </a:tc>
                <a:tc>
                  <a:txBody>
                    <a:bodyPr/>
                    <a:lstStyle/>
                    <a:p>
                      <a:r>
                        <a:rPr lang="en-US" dirty="0"/>
                        <a:t>true</a:t>
                      </a:r>
                    </a:p>
                  </a:txBody>
                  <a:tcPr/>
                </a:tc>
                <a:extLst>
                  <a:ext uri="{0D108BD9-81ED-4DB2-BD59-A6C34878D82A}">
                    <a16:rowId xmlns:a16="http://schemas.microsoft.com/office/drawing/2014/main" val="1955208584"/>
                  </a:ext>
                </a:extLst>
              </a:tr>
            </a:tbl>
          </a:graphicData>
        </a:graphic>
      </p:graphicFrame>
      <p:graphicFrame>
        <p:nvGraphicFramePr>
          <p:cNvPr id="12" name="Table 11">
            <a:extLst>
              <a:ext uri="{FF2B5EF4-FFF2-40B4-BE49-F238E27FC236}">
                <a16:creationId xmlns:a16="http://schemas.microsoft.com/office/drawing/2014/main" id="{0016A094-A3C9-2739-1A73-652B937BA7D6}"/>
              </a:ext>
            </a:extLst>
          </p:cNvPr>
          <p:cNvGraphicFramePr>
            <a:graphicFrameLocks noGrp="1"/>
          </p:cNvGraphicFramePr>
          <p:nvPr>
            <p:extLst>
              <p:ext uri="{D42A27DB-BD31-4B8C-83A1-F6EECF244321}">
                <p14:modId xmlns:p14="http://schemas.microsoft.com/office/powerpoint/2010/main" val="4202714530"/>
              </p:ext>
            </p:extLst>
          </p:nvPr>
        </p:nvGraphicFramePr>
        <p:xfrm>
          <a:off x="1150374" y="3923072"/>
          <a:ext cx="7964129" cy="1737360"/>
        </p:xfrm>
        <a:graphic>
          <a:graphicData uri="http://schemas.openxmlformats.org/drawingml/2006/table">
            <a:tbl>
              <a:tblPr firstRow="1" bandRow="1">
                <a:tableStyleId>{5C22544A-7EE6-4342-B048-85BDC9FD1C3A}</a:tableStyleId>
              </a:tblPr>
              <a:tblGrid>
                <a:gridCol w="7964129">
                  <a:extLst>
                    <a:ext uri="{9D8B030D-6E8A-4147-A177-3AD203B41FA5}">
                      <a16:colId xmlns:a16="http://schemas.microsoft.com/office/drawing/2014/main" val="27690676"/>
                    </a:ext>
                  </a:extLst>
                </a:gridCol>
              </a:tblGrid>
              <a:tr h="1376515">
                <a:tc>
                  <a:txBody>
                    <a:bodyPr/>
                    <a:lstStyle/>
                    <a:p>
                      <a:r>
                        <a:rPr lang="en-US" b="1" dirty="0"/>
                        <a:t>Explanation:</a:t>
                      </a:r>
                    </a:p>
                    <a:p>
                      <a:endParaRPr lang="en-US" b="1" dirty="0"/>
                    </a:p>
                    <a:p>
                      <a:r>
                        <a:rPr lang="en-US" dirty="0"/>
                        <a:t>When the expression is true, the result of applying ! is false.</a:t>
                      </a:r>
                    </a:p>
                    <a:p>
                      <a:endParaRPr lang="en-US" dirty="0"/>
                    </a:p>
                    <a:p>
                      <a:r>
                        <a:rPr lang="en-US" dirty="0"/>
                        <a:t>When the expression is false, the result of applying ! is true.</a:t>
                      </a:r>
                    </a:p>
                    <a:p>
                      <a:endParaRPr lang="en-US" dirty="0"/>
                    </a:p>
                  </a:txBody>
                  <a:tcPr/>
                </a:tc>
                <a:extLst>
                  <a:ext uri="{0D108BD9-81ED-4DB2-BD59-A6C34878D82A}">
                    <a16:rowId xmlns:a16="http://schemas.microsoft.com/office/drawing/2014/main" val="2742645743"/>
                  </a:ext>
                </a:extLst>
              </a:tr>
            </a:tbl>
          </a:graphicData>
        </a:graphic>
      </p:graphicFrame>
    </p:spTree>
    <p:extLst>
      <p:ext uri="{BB962C8B-B14F-4D97-AF65-F5344CB8AC3E}">
        <p14:creationId xmlns:p14="http://schemas.microsoft.com/office/powerpoint/2010/main" val="191430950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7FC95-05C8-52DB-FC47-7CB974C25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CCD20F-2AB4-B4E0-AF9A-622B4FF3E60F}"/>
              </a:ext>
            </a:extLst>
          </p:cNvPr>
          <p:cNvSpPr>
            <a:spLocks noGrp="1"/>
          </p:cNvSpPr>
          <p:nvPr>
            <p:ph type="title"/>
          </p:nvPr>
        </p:nvSpPr>
        <p:spPr/>
        <p:txBody>
          <a:bodyPr/>
          <a:lstStyle/>
          <a:p>
            <a:r>
              <a:rPr lang="en-US" dirty="0" err="1"/>
              <a:t>EXamples</a:t>
            </a:r>
            <a:endParaRPr lang="en-US" dirty="0"/>
          </a:p>
        </p:txBody>
      </p:sp>
      <p:sp>
        <p:nvSpPr>
          <p:cNvPr id="3" name="Text Placeholder 2">
            <a:extLst>
              <a:ext uri="{FF2B5EF4-FFF2-40B4-BE49-F238E27FC236}">
                <a16:creationId xmlns:a16="http://schemas.microsoft.com/office/drawing/2014/main" id="{96F3C901-4B81-2D3C-4479-B9A7F56F08BE}"/>
              </a:ext>
            </a:extLst>
          </p:cNvPr>
          <p:cNvSpPr>
            <a:spLocks noGrp="1"/>
          </p:cNvSpPr>
          <p:nvPr>
            <p:ph type="body" idx="1"/>
          </p:nvPr>
        </p:nvSpPr>
        <p:spPr>
          <a:xfrm>
            <a:off x="806245" y="2057400"/>
            <a:ext cx="4119716" cy="950314"/>
          </a:xfrm>
        </p:spPr>
        <p:txBody>
          <a:bodyPr>
            <a:noAutofit/>
          </a:bodyPr>
          <a:lstStyle/>
          <a:p>
            <a:r>
              <a:rPr lang="en-US" sz="2400" b="1" dirty="0"/>
              <a:t>Example 1: </a:t>
            </a:r>
            <a:r>
              <a:rPr lang="en-US" sz="2400" dirty="0"/>
              <a:t>Checking User Authentication Status</a:t>
            </a:r>
            <a:endParaRPr lang="en-US" sz="2400" b="1" dirty="0"/>
          </a:p>
        </p:txBody>
      </p:sp>
      <p:sp>
        <p:nvSpPr>
          <p:cNvPr id="4" name="Content Placeholder 3">
            <a:extLst>
              <a:ext uri="{FF2B5EF4-FFF2-40B4-BE49-F238E27FC236}">
                <a16:creationId xmlns:a16="http://schemas.microsoft.com/office/drawing/2014/main" id="{43E271DE-439E-A5B4-B045-8B487A92D177}"/>
              </a:ext>
            </a:extLst>
          </p:cNvPr>
          <p:cNvSpPr>
            <a:spLocks noGrp="1"/>
          </p:cNvSpPr>
          <p:nvPr>
            <p:ph sz="half" idx="2"/>
          </p:nvPr>
        </p:nvSpPr>
        <p:spPr>
          <a:xfrm>
            <a:off x="685800" y="3132666"/>
            <a:ext cx="5311775" cy="3386121"/>
          </a:xfrm>
        </p:spPr>
        <p:style>
          <a:lnRef idx="1">
            <a:schemeClr val="accent1"/>
          </a:lnRef>
          <a:fillRef idx="2">
            <a:schemeClr val="accent1"/>
          </a:fillRef>
          <a:effectRef idx="1">
            <a:schemeClr val="accent1"/>
          </a:effectRef>
          <a:fontRef idx="minor">
            <a:schemeClr val="dk1"/>
          </a:fontRef>
        </p:style>
        <p:txBody>
          <a:bodyPr>
            <a:normAutofit fontScale="92500" lnSpcReduction="20000"/>
          </a:bodyPr>
          <a:lstStyle/>
          <a:p>
            <a:endParaRPr lang="en-US" dirty="0"/>
          </a:p>
          <a:p>
            <a:r>
              <a:rPr lang="en-US" dirty="0"/>
              <a:t>let </a:t>
            </a:r>
            <a:r>
              <a:rPr lang="en-US" dirty="0" err="1"/>
              <a:t>isLoggedIn</a:t>
            </a:r>
            <a:r>
              <a:rPr lang="en-US" dirty="0"/>
              <a:t> = true;</a:t>
            </a:r>
          </a:p>
          <a:p>
            <a:r>
              <a:rPr lang="en-US" dirty="0"/>
              <a:t>if (!</a:t>
            </a:r>
            <a:r>
              <a:rPr lang="en-US" dirty="0" err="1"/>
              <a:t>isLoggedIn</a:t>
            </a:r>
            <a:r>
              <a:rPr lang="en-US" dirty="0"/>
              <a:t>) {</a:t>
            </a:r>
          </a:p>
          <a:p>
            <a:r>
              <a:rPr lang="en-US" dirty="0"/>
              <a:t>  console.log("Please log in to continue.");</a:t>
            </a:r>
          </a:p>
          <a:p>
            <a:r>
              <a:rPr lang="en-US" dirty="0"/>
              <a:t>} else {</a:t>
            </a:r>
          </a:p>
          <a:p>
            <a:r>
              <a:rPr lang="en-US" dirty="0"/>
              <a:t>  console.log("Welcome back!");</a:t>
            </a:r>
          </a:p>
          <a:p>
            <a:r>
              <a:rPr lang="en-US" dirty="0"/>
              <a:t>}</a:t>
            </a:r>
          </a:p>
          <a:p>
            <a:r>
              <a:rPr lang="en-US" dirty="0"/>
              <a:t>// Output: "Welcome back!"</a:t>
            </a:r>
          </a:p>
          <a:p>
            <a:endParaRPr lang="en-US" dirty="0"/>
          </a:p>
        </p:txBody>
      </p:sp>
      <p:sp>
        <p:nvSpPr>
          <p:cNvPr id="5" name="Text Placeholder 4">
            <a:extLst>
              <a:ext uri="{FF2B5EF4-FFF2-40B4-BE49-F238E27FC236}">
                <a16:creationId xmlns:a16="http://schemas.microsoft.com/office/drawing/2014/main" id="{67F65E3B-763B-D717-3EA5-236171E155AF}"/>
              </a:ext>
            </a:extLst>
          </p:cNvPr>
          <p:cNvSpPr>
            <a:spLocks noGrp="1"/>
          </p:cNvSpPr>
          <p:nvPr>
            <p:ph type="body" sz="quarter" idx="3"/>
          </p:nvPr>
        </p:nvSpPr>
        <p:spPr>
          <a:xfrm>
            <a:off x="6400800" y="2057400"/>
            <a:ext cx="5105400" cy="950314"/>
          </a:xfrm>
        </p:spPr>
        <p:txBody>
          <a:bodyPr>
            <a:normAutofit fontScale="77500" lnSpcReduction="20000"/>
          </a:bodyPr>
          <a:lstStyle/>
          <a:p>
            <a:endParaRPr lang="en-US" b="1" dirty="0"/>
          </a:p>
          <a:p>
            <a:r>
              <a:rPr lang="en-US" b="1" dirty="0"/>
              <a:t>Example 2: </a:t>
            </a:r>
            <a:r>
              <a:rPr lang="en-US" dirty="0"/>
              <a:t>Validating Empty Input</a:t>
            </a:r>
            <a:endParaRPr lang="en-US" b="1" dirty="0"/>
          </a:p>
          <a:p>
            <a:endParaRPr lang="en-US" dirty="0"/>
          </a:p>
        </p:txBody>
      </p:sp>
      <p:sp>
        <p:nvSpPr>
          <p:cNvPr id="6" name="Content Placeholder 5">
            <a:extLst>
              <a:ext uri="{FF2B5EF4-FFF2-40B4-BE49-F238E27FC236}">
                <a16:creationId xmlns:a16="http://schemas.microsoft.com/office/drawing/2014/main" id="{EA4A4CE3-EA12-B659-BD7D-3792D7E15809}"/>
              </a:ext>
            </a:extLst>
          </p:cNvPr>
          <p:cNvSpPr>
            <a:spLocks noGrp="1"/>
          </p:cNvSpPr>
          <p:nvPr>
            <p:ph sz="quarter" idx="4"/>
          </p:nvPr>
        </p:nvSpPr>
        <p:spPr>
          <a:xfrm>
            <a:off x="6194424" y="3132666"/>
            <a:ext cx="5311775" cy="3386121"/>
          </a:xfrm>
        </p:spPr>
        <p:style>
          <a:lnRef idx="1">
            <a:schemeClr val="dk1"/>
          </a:lnRef>
          <a:fillRef idx="3">
            <a:schemeClr val="dk1"/>
          </a:fillRef>
          <a:effectRef idx="2">
            <a:schemeClr val="dk1"/>
          </a:effectRef>
          <a:fontRef idx="minor">
            <a:schemeClr val="lt1"/>
          </a:fontRef>
        </p:style>
        <p:txBody>
          <a:bodyPr>
            <a:normAutofit fontScale="92500" lnSpcReduction="20000"/>
          </a:bodyPr>
          <a:lstStyle/>
          <a:p>
            <a:endParaRPr lang="en-US" dirty="0"/>
          </a:p>
          <a:p>
            <a:r>
              <a:rPr lang="en-US" dirty="0"/>
              <a:t>let </a:t>
            </a:r>
            <a:r>
              <a:rPr lang="en-US" dirty="0" err="1"/>
              <a:t>userInput</a:t>
            </a:r>
            <a:r>
              <a:rPr lang="en-US" dirty="0"/>
              <a:t> = "";</a:t>
            </a:r>
          </a:p>
          <a:p>
            <a:r>
              <a:rPr lang="en-US" dirty="0"/>
              <a:t>if (!</a:t>
            </a:r>
            <a:r>
              <a:rPr lang="en-US" dirty="0" err="1"/>
              <a:t>userInput</a:t>
            </a:r>
            <a:r>
              <a:rPr lang="en-US" dirty="0"/>
              <a:t>) {</a:t>
            </a:r>
          </a:p>
          <a:p>
            <a:r>
              <a:rPr lang="en-US" dirty="0"/>
              <a:t>  console.log("Input cannot be empty.");</a:t>
            </a:r>
          </a:p>
          <a:p>
            <a:r>
              <a:rPr lang="en-US" dirty="0"/>
              <a:t>} else {</a:t>
            </a:r>
          </a:p>
          <a:p>
            <a:r>
              <a:rPr lang="en-US" dirty="0"/>
              <a:t>  console.log("Thank you for your input.");</a:t>
            </a:r>
          </a:p>
          <a:p>
            <a:r>
              <a:rPr lang="en-US" dirty="0"/>
              <a:t>}</a:t>
            </a:r>
          </a:p>
          <a:p>
            <a:r>
              <a:rPr lang="en-US" dirty="0"/>
              <a:t>// Output: "Input cannot be empty.“</a:t>
            </a:r>
          </a:p>
          <a:p>
            <a:endParaRPr lang="en-US" dirty="0"/>
          </a:p>
          <a:p>
            <a:endParaRPr lang="en-US" dirty="0"/>
          </a:p>
        </p:txBody>
      </p:sp>
    </p:spTree>
    <p:extLst>
      <p:ext uri="{BB962C8B-B14F-4D97-AF65-F5344CB8AC3E}">
        <p14:creationId xmlns:p14="http://schemas.microsoft.com/office/powerpoint/2010/main" val="1520112945"/>
      </p:ext>
    </p:extLst>
  </p:cSld>
  <p:clrMapOvr>
    <a:masterClrMapping/>
  </p:clrMapOvr>
  <p:transition spd="slow">
    <p:comb/>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a:spLocks noGrp="1"/>
          </p:cNvSpPr>
          <p:nvPr>
            <p:ph type="title"/>
          </p:nvPr>
        </p:nvSpPr>
        <p:spPr>
          <a:xfrm>
            <a:off x="660399" y="1163301"/>
            <a:ext cx="10858500" cy="2649655"/>
          </a:xfrm>
        </p:spPr>
        <p:txBody>
          <a:bodyPr vert="horz" lIns="91440" tIns="45720" rIns="91440" bIns="45720" anchor="b">
            <a:normAutofit/>
          </a:bodyPr>
          <a:lstStyle/>
          <a:p>
            <a:pPr algn="ctr">
              <a:lnSpc>
                <a:spcPct val="100000"/>
              </a:lnSpc>
              <a:spcBef>
                <a:spcPct val="0"/>
              </a:spcBef>
            </a:pPr>
            <a:r>
              <a:rPr lang="zh-CN" altLang="en-US" sz="7200" b="1" i="0" u="none" baseline="0">
                <a:solidFill>
                  <a:srgbClr val="000000"/>
                </a:solidFill>
                <a:latin typeface="微软雅黑"/>
                <a:ea typeface="微软雅黑"/>
              </a:rPr>
              <a:t>Thank you for watching.</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wind"/>
        <p:sndAc>
          <p:stSnd>
            <p:snd r:embed="rId2" name="applause.wav"/>
          </p:stSnd>
        </p:sndAc>
      </p:transition>
    </mc:Choice>
    <mc:Fallback xmlns="">
      <p:transition spd="slow">
        <p:fade/>
        <p:sndAc>
          <p:stSnd>
            <p:snd r:embed="rId3" name="applause.wav"/>
          </p:stSnd>
        </p:sndAc>
      </p:transition>
    </mc:Fallback>
  </mc:AlternateContent>
</p:sld>
</file>

<file path=ppt/theme/theme1.xml><?xml version="1.0" encoding="utf-8"?>
<a:theme xmlns:a="http://schemas.openxmlformats.org/drawingml/2006/main" name="Brush">
  <a:themeElements>
    <a:clrScheme name="Custom 17">
      <a:dk1>
        <a:sysClr val="windowText" lastClr="000000"/>
      </a:dk1>
      <a:lt1>
        <a:sysClr val="window" lastClr="FFFFFF"/>
      </a:lt1>
      <a:dk2>
        <a:srgbClr val="57495C"/>
      </a:dk2>
      <a:lt2>
        <a:srgbClr val="E7E6E6"/>
      </a:lt2>
      <a:accent1>
        <a:srgbClr val="F07C98"/>
      </a:accent1>
      <a:accent2>
        <a:srgbClr val="A6778D"/>
      </a:accent2>
      <a:accent3>
        <a:srgbClr val="768BA6"/>
      </a:accent3>
      <a:accent4>
        <a:srgbClr val="E8908B"/>
      </a:accent4>
      <a:accent5>
        <a:srgbClr val="C47A93"/>
      </a:accent5>
      <a:accent6>
        <a:srgbClr val="70A8DB"/>
      </a:accent6>
      <a:hlink>
        <a:srgbClr val="EB8067"/>
      </a:hlink>
      <a:folHlink>
        <a:srgbClr val="7BC7C0"/>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 id="{83ACE2F6-3F27-4C0C-9F26-3A644E012A31}" vid="{2791EB26-28CE-473B-9B2E-6D68997E8991}"/>
    </a:ext>
  </a:extLst>
</a:theme>
</file>

<file path=ppt/theme/theme2.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E5224E"/>
      </a:accent1>
      <a:accent2>
        <a:srgbClr val="9D074E"/>
      </a:accent2>
      <a:accent3>
        <a:srgbClr val="7F2294"/>
      </a:accent3>
      <a:accent4>
        <a:srgbClr val="8D65EA"/>
      </a:accent4>
      <a:accent5>
        <a:srgbClr val="588FE2"/>
      </a:accent5>
      <a:accent6>
        <a:srgbClr val="127CA4"/>
      </a:accent6>
      <a:hlink>
        <a:srgbClr val="FB4AB6"/>
      </a:hlink>
      <a:folHlink>
        <a:srgbClr val="F98FE9"/>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6DB8EB18-3657-4051-A897-2ED38832359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EC63D58-C4B8-479D-B590-DC248C170C15}">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DCE9DA-F7FD-45FA-83B7-D9813A44258A}">
  <ds:schemaRefs>
    <ds:schemaRef ds:uri="http://schemas.microsoft.com/sharepoint/v3/contenttype/forms"/>
  </ds:schemaRefs>
</ds:datastoreItem>
</file>

<file path=customXml/itemProps2.xml><?xml version="1.0" encoding="utf-8"?>
<ds:datastoreItem xmlns:ds="http://schemas.openxmlformats.org/officeDocument/2006/customXml" ds:itemID="{9DFCC198-DBFA-46B2-A241-8E3888E63670}">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897C4F4F-E645-4C6F-B0C3-39923BA082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244</TotalTime>
  <Words>3563</Words>
  <Application>Microsoft Office PowerPoint</Application>
  <PresentationFormat>Widescreen</PresentationFormat>
  <Paragraphs>194</Paragraphs>
  <Slides>19</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19</vt:i4>
      </vt:variant>
    </vt:vector>
  </HeadingPairs>
  <TitlesOfParts>
    <vt:vector size="30" baseType="lpstr">
      <vt:lpstr>微软雅黑</vt:lpstr>
      <vt:lpstr>微软雅黑</vt:lpstr>
      <vt:lpstr>Arial</vt:lpstr>
      <vt:lpstr>Arial Unicode MS</vt:lpstr>
      <vt:lpstr>Calibri</vt:lpstr>
      <vt:lpstr>Century Gothic</vt:lpstr>
      <vt:lpstr>Elephant</vt:lpstr>
      <vt:lpstr>思源黑体 CN Bold</vt:lpstr>
      <vt:lpstr>思源黑体 CN Regular</vt:lpstr>
      <vt:lpstr>Brush</vt:lpstr>
      <vt:lpstr>Vapor Trail</vt:lpstr>
      <vt:lpstr>JavaScript Logical Operator</vt:lpstr>
      <vt:lpstr>PowerPoint Presentation</vt:lpstr>
      <vt:lpstr>Introduction to JavaScript</vt:lpstr>
      <vt:lpstr>Introduction to Logical Operators</vt:lpstr>
      <vt:lpstr>Types of Logical Operators</vt:lpstr>
      <vt:lpstr>AND Operator (&amp;&amp;)</vt:lpstr>
      <vt:lpstr>AND Operator (&amp;&amp;)</vt:lpstr>
      <vt:lpstr>Truth Table Example: </vt:lpstr>
      <vt:lpstr>EXamples</vt:lpstr>
      <vt:lpstr>OR Operator (||)</vt:lpstr>
      <vt:lpstr>OR Operator (||)</vt:lpstr>
      <vt:lpstr>Truth Table Example: </vt:lpstr>
      <vt:lpstr>EXamples</vt:lpstr>
      <vt:lpstr>NOT Operator (!)</vt:lpstr>
      <vt:lpstr>Syntax and Functionality</vt:lpstr>
      <vt:lpstr>Practical Applications</vt:lpstr>
      <vt:lpstr>Truth Table Example: </vt:lpstr>
      <vt:lpstr>EXamples</vt:lpstr>
      <vt:lpstr>Thank you for watching.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 PANCHAL</dc:creator>
  <cp:lastModifiedBy>PARTH PANCHAL</cp:lastModifiedBy>
  <cp:revision>27</cp:revision>
  <dcterms:created xsi:type="dcterms:W3CDTF">2024-11-14T04:54:55Z</dcterms:created>
  <dcterms:modified xsi:type="dcterms:W3CDTF">2024-11-15T11:18:09Z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